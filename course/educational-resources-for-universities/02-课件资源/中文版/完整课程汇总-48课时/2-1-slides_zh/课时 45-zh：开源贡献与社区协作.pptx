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notesSlides/notesSlide1.xml" Type="http://schemas.openxmlformats.org/officeDocument/2006/relationships/notesSlide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55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欢迎来到第45讲，主题是"开源贡献与社区协作"。
前面几讲系统学习了AI软件栈的核心技术原理，今天转向工程实践——
如何以贡献者身份，参与一个真实的工业级AI系统软件项目。
开源是当今AI软件生态的核心协作范式，PyTorch、TVM、vLLM都是开源项目，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理解开源协作流程是AI系统工程师的必备基本功。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先建立对开源社区的基本认知。
开源软件的核心理念：公开源代码，任何人都可以查看、使用、修改和分发。
全球开发者通过代码审查、Issue讨论等方式异步协作，持续迭代改进软件质量。
GitHub是最主流的开源协作平台，提供代码托管、版本控制、Issue追踪、PR等完整工具链。
在AI领域，PyTorch、TensorFlow、Hugging Face全部采用开源模式，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正是这种开放性推动了AI技术在学界和工业界之间的快速流动。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下面介绍课程实践环节的核心项目——FlagOS与FlagTree。
FlagOS目标是构建统一AI系统软件栈，通过统一编程接口屏蔽底层硬件差异，
让上层AI应用代码能够跨NVIDIA、AMD、昇腾、寒武纪等多种平台运行。
FlagTree是FlagOS的核心子项目，定位是多AI芯片统一编译器，
核心能力包括面向多种AI芯片的代码生成与优化，以及跨平台兼容性保障。
从架构图可以看出，FlagOS处于硬件抽象层之上、深度学习框架之下，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是连接上层应用与底层多样化硬件的关键桥梁。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为什么要参与开源贡献？从两个维度来看。
技术成长层面：开源项目提供了课堂上难以获得的真实工业代码学习机会。
阅读PyTorch这类项目的源码，能直接接触自动微分引擎、算子调度、内存管理等复杂系统设计，
还能学习优秀工程师在接口设计、注释、测试用例等方面的隐性知识。
职业发展层面：GitHub开源贡献记录是AI系统岗位面试的有力"技术名片"，
能显著提升竞争力，并帮助建立与业界工程师的真实连接。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一句话：参与开源，是从学习者转变为贡献者的最重要一步。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参与开源，首先要熟悉两个核心工具：Git和GitHub。
Git是分布式版本控制系统，每个开发者本地都有完整的代码库副本，
支持多人并行分支开发，并完整追踪每一次修改历史。
GitHub是构建在Git之上的代码托管与协作平台。
四个核心概念请大家牢记：
Repository——代码仓库，包含项目的全部版本历史；
Commit——代码的一次原子性变更记录，有唯一哈希标识；
Issue——记录Bug报告和功能请求，是社区异步沟通的主要渠道；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Pull Request——开源协作的核心机制，下一页重点讲解。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Pull Request，简称PR，是开源协作中最核心的代码贡献机制。
PR的本质：贡献者向项目维护者发起的合并请求，
同时也是结构化代码审查的关键环节，维护者和社区成员可以逐行评审、提出修改建议。
PR的典型流程分五步：
第一步Fork——将目标仓库复制到自己账号下；
第二步修改——在新分支上进行代码或文档修改；
第三步提交——将修改push到自己的Fork仓库；
第四步审查——发起PR，认真响应每一条Review意见，可能需要多次迭代；
第五步合并——所有CI检查通过且维护者Approve后，代码正式进入主项目。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这五步是向任何开源项目贡献代码的通用范式，请务必牢记。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有了PR的基本概念，我们来看向FlagOS/FlagTree具体提交PR的操作流程。
五个步骤依次是：Fork仓库→创建新开发分支→修改代码或文档→Commit提交→发起PR。
强调一个关键点：不要在main分支上直接修改，
应基于最新main创建命名清晰的feature分支，例如fix/doc-typo或feature/add-backend。
一个合格的PR必须包含三个要素：
一、清晰的修改内容说明；二、充分的修改原因；三、对应的测试用例（如适用）。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描述完整、测试充分的PR，是对维护者的尊重，也大大提高被合并的成功率。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除了提交PR，报告Issue同样是重要的开源贡献方式。
一个高质量的Bug报告，往往比一个粗糙的代码修复更有价值。
规范的Bug报告应包含四个部分：
Summary——用一两句话概述问题核心；
Steps to Reproduce——这是最关键的部分，列出让他人能稳定复现问题的精确步骤；
Expected Behavior——描述正常情况下的预期结果；
Actual Behavior——描述实际观察到的错误现象，包括错误日志和异常堆栈。
如条件允许，附上最小可复现示例代码会极大加速问题定位。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请记住：一个含糊的"程序崩溃了"，和一个包含完整复现步骤的Issue，价值天壤之别。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向FlagTree提交PR，有明确的贡献要求。
提交PR时，贡献者需要：清晰描述修改内容、充分说明修改原因、提供测试用例。
PR被合并前，必须满足三个前置条件：
一、至少一名维护者Approve——必须通过Code Review，认真响应每一条审查意见；
二、通过所有CI检查——包括代码格式检查、单元测试、集成测试，任何一项失败均不可合并；
三、等待Review完成——维护者是志愿贡献者，需要耐心等待反馈。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这三个条件是业界主流开源项目代码质量保障的标准配置。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接下来谈一个常被初学者忽视但极其重要的话题——代码规范。
大型开源项目为什么要强制统一代码风格？
首先，统一风格显著提高可读性，让任何成员都能快速理解代码逻辑；
其次，规范代码更易重构和扩展，有效减少技术债务；
第三，统一规范消除Code Review中关于格式的无谓争议，让审查聚焦在逻辑和性能上。
代码规范通常涵盖三个层面：
代码格式——缩进、空格、行长度等；
命名规则——变量、函数、类的命名约定；
文件结构——目录组织与模块划分。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FlagTree通过自动化工具强制执行这三个层面的规范，接下来几页逐一介绍。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FlagTree使用pre-commit框架，在代码提交前自动运行检查工具。
这是"防患于未然"的质量控制策略——在代码进入版本库之前，先在本地把问题找出来。
安装配置分四步：
pip install pre-commit 安装工具；
cd flagtree 进入项目目录；
pre-commit install 注册Git钩子；
此后每次git commit，钩子自动触发检查——通过则提交，失败则中止并提示修复。
pre-commit的核心价值：将质量检查前移到本地，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避免提交PR后才由CI发现格式问题，减少不必要的远程往返。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FlagTree对Python代码的静态检查使用ruff工具。
ruff用Rust编写，执行速度比传统flake8、pylint快数十倍，适合大型代码库的CI流程。
功能覆盖：检测语法错误、风格问题（符合PEP 8等规范）、潜在bug，并支持自动修复。
FlagTree的ruff配置：行长度限制120字符，启用自动修复。
三条常用命令：
ruff check . ——检查当前目录所有Python文件；
ruff check --fix . ——检查并自动修复可修复的问题；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ruff check --select E,W,F . ——指定特定规则集进行检查。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FlagTree使用yapf对Python代码进行自动格式化。
yapf是Google开源的Python格式化工具，核心理念是：
定义格式化算法，让工具自动将代码排版为规范格式，从根本上消除团队内风格不一致问题。
三个核心特点：遵循Google Python风格指南、一键格式化整个目录、确保团队风格绝对统一。
常用命令：
yapf -i file.py ——格式化单个文件，-i表示直接修改原文件；
yapf -i -r . ——递归格式化整个目录；
yapf -d file.py ——仅显示diff，不修改文件，用于确认格式化效果。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补充说明：ruff侧重linting（找问题），yapf侧重formatting（格式化），两者互补配合使用。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FlagTree底层有大量C++代码，使用clang-format进行格式化。
clang-format是LLVM项目的官方C++格式化工具。
由于FlagTree基于Triton编译器构建，Triton和LLVM均遵循LLVM编码规范，
因此FlagTree的C++代码同样采用LLVM风格。
两大优势：显著提高代码可读性；彻底消除格式争议，让Code Review专注于逻辑。
常用命令：
clang-format -i file.cpp ——格式化单个C++文件；
clang-format -i *.cpp *.h ——格式化多个文件；
clang-format --style=LLVM -i file.cpp ——显式指定LLVM风格。
值得关注：TVM、MLIR、FlagTree等主流AI编译器项目都使用clang-format加LLVM风格，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这已成为AI系统软件C++代码的事实标准。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接下来进入CI/CD话题。
CI/CD全称Continuous Integration / Continuous Deployment，持续集成与持续部署，
是现代开源项目工程实践的核心支柱。
CI的作用：每次代码提交自动触发构建和测试，快速验证修改是否破坏已有功能，
让问题在引入后的最短时间内被发现。
CD的作用：将通过CI验证的代码自动部署到目标环境，缩短从开发到上线的时间窗口。
在开源项目中，CI是比CD更核心的机制——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每个进入代码库的PR都必须通过CI的全面检验，这是保障主分支质量的最重要技术手段。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FlagTree的CI架构完美体现了其核心设计目标——多AI芯片统一支持。
CI流程覆盖当前主流AI加速芯片生态：
NVIDIA、AMD、天数智芯、摩尔线程、沐曦、华为昇腾、寒武纪，以及更多后端。
每当有代码修改提交，CI系统会在所有这些硬件平台上分别运行构建和测试，
验证代码在每个平台上的正确性——这是极具挑战性的工程任务，
因为不同芯片的指令集、内存模型、驱动接口差异极大。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核心目标：保证不同硬件平台都能正常运行，提供统一的开发体验。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我们来看FlagTree CI工作流的具体步骤，共五个阶段顺序执行。
第一，Setup环境配置：配置OS、CUDA或ROCm驱动、Python版本、依赖包等运行环境基准。
第二，Checkout代码检出：将PR中的代码拉取到CI运行环境。
第三，Docs文档检查：检查文档格式规范和链接有效性。
第四，Build构建项目：这是计算量最大的阶段，需要编译大量C++和CUDA代码。
构建命令：MAX_JOBS=32 python3 -m pip install . --no-build-isolation
其中MAX_JOBS=32表示32个并行编译任务，充分利用多核CPU加速构建；
--no-build-isolation直接使用当前环境依赖，避免重复安装。
第五，Test运行测试：执行单元测试和集成测试，验证代码正确性。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任何一个阶段失败，CI立即中止并将失败信息反馈给PR提交者。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CI流程最核心的阶段是运行单元测试。FlagTree针对不同硬件后端有不同测试路径。
对于NVIDIA和AMD后端，测试目录在 python/test/unit/，执行 pytest -s。
对于其他后端如昇腾、寒武纪等，测试目录在 third_party/backend/python/test/unit/，
同样执行 pytest -s。
解释一下-s参数：这是--capture=no的简写，禁用pytest默认的输出捕获，
将所有stdout和stderr直接打印到控制台，在CI日志分析和本地调试时非常重要。
建议大家在提交PR之前，先在本地运行单元测试确保全部通过，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这会极大提高PR被顺利合并的概率。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FlagTree的CI流程中还集成了自动代码安全扫描，这是成熟开源项目的重要实践。
触发条件：push到main分支时触发；提交新PR时触发。
确保所有进入代码库的代码都经过安全扫描。
扫描完成后生成详细报告，自动通知相关开发者。
目的有两个：
一是提高安全性——及时发现缓冲区溢出、注入风险等潜在漏洞；
二是保证合规性——确保符合开源许可证要求，避免引入不兼容依赖。
FlagTree作为跨多家芯片厂商的统一编译器，代码可能被集成到商业产品中，
安全漏洞和许可证冲突都会带来严重的法律和技术风险。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工业级开源项目的代码质量保障是多层次的——格式规范、功能测试、安全合规，缺一不可。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给同学们介绍一个重要的实践机会——FlagOS开放计算全球挑战赛。
本次挑战赛由众智FlagOS社区与北京智源人工智能研究院联合主办。
官方介绍：flagos.io/RaceDetail，报名入口：flagos.io/events。
参赛的价值体现在三个方面：
一，题目来源于真实工业需求，是检验AI系统软件能力的高质量练兵场；
二，比赛名次和解题过程是有分量的简历材料；
三，这是接触业界工程师、了解前沿技术动向的重要渠道。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修完本课程的同学，已经具备了参与此类挑战的知识储备，希望大家把握这个机会。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最后，布置本节课的作业。
核心要求：每位同学Fork FlagOS相关仓库，成功提交一个Pull Request。
任务类型二选一：Documentation Fix文档修改，或Bug Fix修复小问题。
提交内容：PR链接加修改说明。
这次作业的学习目标有三层：
第一，熟悉GitHub开源流程，掌握Fork到PR的完整操作链路；
第二，体验真实开源协作，感受Code Review和CI检查的工业级实践；
第三，通过亲身实践，深刻理解CI/CD与代码规范的实际作用。
最后强调：不要小看文档修复这类简单贡献，
很多著名开源贡献者都是从第一个文档PR开始的。
重要的是迈出第一步，建立起与开源社区交互的完整经验。
今天的课程到这里结束，祝同学们顺利完成作业，开启开源贡献之旅！最后，布置本节课的作业。
核心要求：每位同学Fork FlagOS相关仓库，成功提交一个Pull Request。
任务类型二选一：Documentation Fix文档修改，或Bug Fix修复小问题。
提交内容：PR链接加修改说明。
这次作业的学习目标有三层：
第一，熟悉GitHub开源流程，掌握Fork到PR的完整操作链路；
第二，体验真实开源协作，感受Code Review和CI检查的工业级实践；
第三，通过亲身实践，深刻理解CI/CD与代码规范的实际作用。
最后强调：不要小看文档修复这类简单贡献，
很多著名开源贡献者都是从第一个文档PR开始的。
重要的是迈出第一步，建立起与开源社区交互的完整经验。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今天的课程到这里结束，祝同学们顺利完成作业，开启开源贡献之旅！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统一、开源 AI 系统软件栈 FlagOS 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面向多芯片的统一、开源 AI 系统软件栈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AI 芯片使用的核心痛点问题，打造的包括通用算子库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FlagRelease和多芯片评测工具 FlagPerf 的系统软件生态。FlagOS 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最新1.6版本介绍：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真诚开源，欢迎Star-Watch-Fork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AI 算子库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AI 编译器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微信公众号：智源FlagOpen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视频号：智源FlagOpen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22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https://flagos.io/RaceDetail" TargetMode="External" Type="http://schemas.openxmlformats.org/officeDocument/2006/relationships/hyperlink"/><Relationship Id="rId3" Target="https://flagos.io/events?tab=competition" TargetMode="External" Type="http://schemas.openxmlformats.org/officeDocument/2006/relationships/hyperlink"/><Relationship Id="rId4" Target="../media/image11.png" Type="http://schemas.openxmlformats.org/officeDocument/2006/relationships/image"/><Relationship Id="rId5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8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19.jpeg" Type="http://schemas.openxmlformats.org/officeDocument/2006/relationships/image"/><Relationship Id="rId13" Target="../media/image20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5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2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45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：开源贡献与社区协作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8"/>
            <a:ext cx="30289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开源社区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9911" y="1640886"/>
            <a:ext cx="37909" cy="657225"/>
          </a:xfrm>
          <a:custGeom>
            <a:avLst/>
            <a:gdLst/>
            <a:ahLst/>
            <a:cxnLst/>
            <a:rect r="r" b="b" t="t" l="l"/>
            <a:pathLst>
              <a:path h="657225" w="37909">
                <a:moveTo>
                  <a:pt x="0" y="0"/>
                </a:moveTo>
                <a:lnTo>
                  <a:pt x="37909" y="0"/>
                </a:lnTo>
                <a:lnTo>
                  <a:pt x="37909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248" y="1640886"/>
            <a:ext cx="7219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开源软件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248" y="2021841"/>
            <a:ext cx="7210425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通过公开源代码促进全球开发者协作开发，任何人都可以查看、使用、修改和分发代码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99911" y="2529041"/>
            <a:ext cx="37909" cy="657225"/>
          </a:xfrm>
          <a:custGeom>
            <a:avLst/>
            <a:gdLst/>
            <a:ahLst/>
            <a:cxnLst/>
            <a:rect r="r" b="b" t="t" l="l"/>
            <a:pathLst>
              <a:path h="657225" w="37909">
                <a:moveTo>
                  <a:pt x="0" y="0"/>
                </a:moveTo>
                <a:lnTo>
                  <a:pt x="37909" y="0"/>
                </a:lnTo>
                <a:lnTo>
                  <a:pt x="37909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248" y="2529041"/>
            <a:ext cx="7219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协作模式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1248" y="2909997"/>
            <a:ext cx="7210425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全球开发者可以共同参与项目开发，通过代码审查、问题讨论等方式持续改进软件质量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399911" y="3417197"/>
            <a:ext cx="37909" cy="933450"/>
          </a:xfrm>
          <a:custGeom>
            <a:avLst/>
            <a:gdLst/>
            <a:ahLst/>
            <a:cxnLst/>
            <a:rect r="r" b="b" t="t" l="l"/>
            <a:pathLst>
              <a:path h="933450" w="37909">
                <a:moveTo>
                  <a:pt x="0" y="0"/>
                </a:moveTo>
                <a:lnTo>
                  <a:pt x="37909" y="0"/>
                </a:lnTo>
                <a:lnTo>
                  <a:pt x="37909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1248" y="3417197"/>
            <a:ext cx="7219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平台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248" y="3798153"/>
            <a:ext cx="7210425" cy="5619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目前最流行的开源协作平台，提供代码托管、版本控制、问题追踪、Pull Request等完整工具链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99911" y="4583980"/>
            <a:ext cx="37909" cy="657225"/>
          </a:xfrm>
          <a:custGeom>
            <a:avLst/>
            <a:gdLst/>
            <a:ahLst/>
            <a:cxnLst/>
            <a:rect r="r" b="b" t="t" l="l"/>
            <a:pathLst>
              <a:path h="657225" w="37909">
                <a:moveTo>
                  <a:pt x="0" y="0"/>
                </a:moveTo>
                <a:lnTo>
                  <a:pt x="37909" y="0"/>
                </a:lnTo>
                <a:lnTo>
                  <a:pt x="37909" y="657225"/>
                </a:lnTo>
                <a:lnTo>
                  <a:pt x="0" y="6572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248" y="4583980"/>
            <a:ext cx="7219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AI 领域开源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1248" y="4964936"/>
            <a:ext cx="7210425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PyTorch、TensorFlow、Hugging Face等AI核心软件均采用开源模式，推动行业快速发展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rcRect l="0" r="0" t="77" b="78"/>
          <a:stretch>
            <a:fillRect/>
          </a:stretch>
        </p:blipFill>
        <p:spPr>
          <a:xfrm rot="0" flipH="false" flipV="false">
            <a:off x="8001030" y="2254783"/>
            <a:ext cx="3810000" cy="2028825"/>
          </a:xfrm>
          <a:prstGeom prst="roundRect">
            <a:avLst>
              <a:gd name="adj" fmla="val 3755"/>
            </a:avLst>
          </a:prstGeom>
          <a:ln w="12700">
            <a:noFill/>
            <a:prstDash val="solid"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7967692" y="4439150"/>
            <a:ext cx="387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图片来源：GitHub Topics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53552" y="555146"/>
            <a:ext cx="3173379" cy="3112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FlagOS 与 FlagTree 项目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45832" y="1489599"/>
            <a:ext cx="5611779" cy="1980119"/>
          </a:xfrm>
          <a:custGeom>
            <a:avLst/>
            <a:gdLst/>
            <a:ahLst/>
            <a:cxnLst/>
            <a:rect r="r" b="b" t="t" l="l"/>
            <a:pathLst>
              <a:path h="1980119" w="5611779">
                <a:moveTo>
                  <a:pt x="69165" y="0"/>
                </a:moveTo>
                <a:lnTo>
                  <a:pt x="5542613" y="0"/>
                </a:lnTo>
                <a:cubicBezTo>
                  <a:pt x="5580812" y="0"/>
                  <a:pt x="5611779" y="30966"/>
                  <a:pt x="5611779" y="69165"/>
                </a:cubicBezTo>
                <a:lnTo>
                  <a:pt x="5611779" y="1910954"/>
                </a:lnTo>
                <a:cubicBezTo>
                  <a:pt x="5611779" y="1949153"/>
                  <a:pt x="5580812" y="1980119"/>
                  <a:pt x="5542613" y="1980119"/>
                </a:cubicBezTo>
                <a:lnTo>
                  <a:pt x="69165" y="1980119"/>
                </a:lnTo>
                <a:cubicBezTo>
                  <a:pt x="30966" y="1980119"/>
                  <a:pt x="0" y="1949153"/>
                  <a:pt x="0" y="1910954"/>
                </a:cubicBezTo>
                <a:lnTo>
                  <a:pt x="0" y="69165"/>
                </a:lnTo>
                <a:cubicBezTo>
                  <a:pt x="0" y="30966"/>
                  <a:pt x="30966" y="0"/>
                  <a:pt x="69165" y="0"/>
                </a:cubicBezTo>
                <a:close/>
              </a:path>
            </a:pathLst>
          </a:custGeom>
          <a:gradFill rotWithShape="true">
            <a:gsLst>
              <a:gs pos="0">
                <a:srgbClr val="8B0000">
                  <a:alpha val="100000"/>
                </a:srgbClr>
              </a:gs>
              <a:gs pos="100000">
                <a:srgbClr val="B22222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  <a:effectLst>
            <a:outerShdw dir="5400000" dist="76200" blurRad="1270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87918" y="1704840"/>
            <a:ext cx="259404" cy="261127"/>
          </a:xfrm>
          <a:custGeom>
            <a:avLst/>
            <a:gdLst/>
            <a:ahLst/>
            <a:cxnLst/>
            <a:rect r="r" b="b" t="t" l="l"/>
            <a:pathLst>
              <a:path h="261127" w="259404">
                <a:moveTo>
                  <a:pt x="117796" y="3496"/>
                </a:moveTo>
                <a:cubicBezTo>
                  <a:pt x="125345" y="0"/>
                  <a:pt x="134059" y="0"/>
                  <a:pt x="141608" y="3496"/>
                </a:cubicBezTo>
                <a:lnTo>
                  <a:pt x="252362" y="54667"/>
                </a:lnTo>
                <a:cubicBezTo>
                  <a:pt x="256668" y="56643"/>
                  <a:pt x="259404" y="60950"/>
                  <a:pt x="259404" y="65712"/>
                </a:cubicBezTo>
                <a:cubicBezTo>
                  <a:pt x="259404" y="70475"/>
                  <a:pt x="256668" y="74781"/>
                  <a:pt x="252362" y="76757"/>
                </a:cubicBezTo>
                <a:lnTo>
                  <a:pt x="141608" y="127930"/>
                </a:lnTo>
                <a:cubicBezTo>
                  <a:pt x="134059" y="131425"/>
                  <a:pt x="125345" y="131425"/>
                  <a:pt x="117796" y="127930"/>
                </a:cubicBezTo>
                <a:lnTo>
                  <a:pt x="7042" y="76757"/>
                </a:lnTo>
                <a:cubicBezTo>
                  <a:pt x="2736" y="74731"/>
                  <a:pt x="0" y="70424"/>
                  <a:pt x="0" y="65712"/>
                </a:cubicBezTo>
                <a:cubicBezTo>
                  <a:pt x="0" y="61001"/>
                  <a:pt x="2736" y="56643"/>
                  <a:pt x="7042" y="54667"/>
                </a:cubicBezTo>
                <a:lnTo>
                  <a:pt x="117796" y="3496"/>
                </a:lnTo>
                <a:close/>
                <a:moveTo>
                  <a:pt x="24370" y="111514"/>
                </a:moveTo>
                <a:lnTo>
                  <a:pt x="107612" y="149968"/>
                </a:lnTo>
                <a:cubicBezTo>
                  <a:pt x="121646" y="156453"/>
                  <a:pt x="137809" y="156453"/>
                  <a:pt x="151842" y="149968"/>
                </a:cubicBezTo>
                <a:lnTo>
                  <a:pt x="235085" y="111514"/>
                </a:lnTo>
                <a:lnTo>
                  <a:pt x="252362" y="119518"/>
                </a:lnTo>
                <a:cubicBezTo>
                  <a:pt x="256668" y="121494"/>
                  <a:pt x="259404" y="125801"/>
                  <a:pt x="259404" y="130564"/>
                </a:cubicBezTo>
                <a:cubicBezTo>
                  <a:pt x="259404" y="135326"/>
                  <a:pt x="256668" y="139633"/>
                  <a:pt x="252362" y="141607"/>
                </a:cubicBezTo>
                <a:lnTo>
                  <a:pt x="141608" y="192780"/>
                </a:lnTo>
                <a:cubicBezTo>
                  <a:pt x="134059" y="196275"/>
                  <a:pt x="125345" y="196275"/>
                  <a:pt x="117796" y="192780"/>
                </a:cubicBezTo>
                <a:lnTo>
                  <a:pt x="7042" y="141607"/>
                </a:lnTo>
                <a:cubicBezTo>
                  <a:pt x="2736" y="139581"/>
                  <a:pt x="0" y="135275"/>
                  <a:pt x="0" y="130564"/>
                </a:cubicBezTo>
                <a:cubicBezTo>
                  <a:pt x="0" y="125851"/>
                  <a:pt x="2736" y="121494"/>
                  <a:pt x="7042" y="119518"/>
                </a:cubicBezTo>
                <a:lnTo>
                  <a:pt x="24319" y="111514"/>
                </a:lnTo>
                <a:close/>
                <a:moveTo>
                  <a:pt x="7042" y="184368"/>
                </a:moveTo>
                <a:lnTo>
                  <a:pt x="24319" y="176364"/>
                </a:lnTo>
                <a:lnTo>
                  <a:pt x="107561" y="214819"/>
                </a:lnTo>
                <a:cubicBezTo>
                  <a:pt x="121596" y="221304"/>
                  <a:pt x="137758" y="221304"/>
                  <a:pt x="151792" y="214819"/>
                </a:cubicBezTo>
                <a:lnTo>
                  <a:pt x="235034" y="176364"/>
                </a:lnTo>
                <a:lnTo>
                  <a:pt x="252311" y="184368"/>
                </a:lnTo>
                <a:cubicBezTo>
                  <a:pt x="256617" y="186344"/>
                  <a:pt x="259354" y="190652"/>
                  <a:pt x="259354" y="195414"/>
                </a:cubicBezTo>
                <a:cubicBezTo>
                  <a:pt x="259354" y="200177"/>
                  <a:pt x="256617" y="204483"/>
                  <a:pt x="252311" y="206459"/>
                </a:cubicBezTo>
                <a:lnTo>
                  <a:pt x="141558" y="257631"/>
                </a:lnTo>
                <a:cubicBezTo>
                  <a:pt x="134009" y="261127"/>
                  <a:pt x="125294" y="261127"/>
                  <a:pt x="117746" y="257631"/>
                </a:cubicBezTo>
                <a:lnTo>
                  <a:pt x="7042" y="206459"/>
                </a:lnTo>
                <a:cubicBezTo>
                  <a:pt x="2736" y="204433"/>
                  <a:pt x="0" y="200127"/>
                  <a:pt x="0" y="195414"/>
                </a:cubicBezTo>
                <a:cubicBezTo>
                  <a:pt x="0" y="190702"/>
                  <a:pt x="2736" y="186344"/>
                  <a:pt x="7042" y="18436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81303" y="1697098"/>
            <a:ext cx="830094" cy="2766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FlagOS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53331" y="2112028"/>
            <a:ext cx="5274553" cy="2507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统一 AI 系统软件栈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70625" y="2533413"/>
            <a:ext cx="138349" cy="138349"/>
          </a:xfrm>
          <a:custGeom>
            <a:avLst/>
            <a:gdLst/>
            <a:ahLst/>
            <a:cxnLst/>
            <a:rect r="r" b="b" t="t" l="l"/>
            <a:pathLst>
              <a:path h="138349" w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73365" y="2503300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支持多种 AI 芯片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570625" y="2810079"/>
            <a:ext cx="138349" cy="138349"/>
          </a:xfrm>
          <a:custGeom>
            <a:avLst/>
            <a:gdLst/>
            <a:ahLst/>
            <a:cxnLst/>
            <a:rect r="r" b="b" t="t" l="l"/>
            <a:pathLst>
              <a:path h="138349" w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73365" y="2779965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支持多种计算平台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570625" y="3086744"/>
            <a:ext cx="138349" cy="138349"/>
          </a:xfrm>
          <a:custGeom>
            <a:avLst/>
            <a:gdLst/>
            <a:ahLst/>
            <a:cxnLst/>
            <a:rect r="r" b="b" t="t" l="l"/>
            <a:pathLst>
              <a:path h="138349" w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73365" y="3056631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统一编程接口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233311" y="1489599"/>
            <a:ext cx="5611779" cy="1980119"/>
          </a:xfrm>
          <a:custGeom>
            <a:avLst/>
            <a:gdLst/>
            <a:ahLst/>
            <a:cxnLst/>
            <a:rect r="r" b="b" t="t" l="l"/>
            <a:pathLst>
              <a:path h="1980119" w="5611779">
                <a:moveTo>
                  <a:pt x="69165" y="0"/>
                </a:moveTo>
                <a:lnTo>
                  <a:pt x="5542613" y="0"/>
                </a:lnTo>
                <a:cubicBezTo>
                  <a:pt x="5580812" y="0"/>
                  <a:pt x="5611779" y="30966"/>
                  <a:pt x="5611779" y="69165"/>
                </a:cubicBezTo>
                <a:lnTo>
                  <a:pt x="5611779" y="1910954"/>
                </a:lnTo>
                <a:cubicBezTo>
                  <a:pt x="5611779" y="1949153"/>
                  <a:pt x="5580812" y="1980119"/>
                  <a:pt x="5542613" y="1980119"/>
                </a:cubicBezTo>
                <a:lnTo>
                  <a:pt x="69165" y="1980119"/>
                </a:lnTo>
                <a:cubicBezTo>
                  <a:pt x="30966" y="1980119"/>
                  <a:pt x="0" y="1949153"/>
                  <a:pt x="0" y="1910954"/>
                </a:cubicBezTo>
                <a:lnTo>
                  <a:pt x="0" y="69165"/>
                </a:lnTo>
                <a:cubicBezTo>
                  <a:pt x="0" y="30966"/>
                  <a:pt x="30966" y="0"/>
                  <a:pt x="69165" y="0"/>
                </a:cubicBezTo>
                <a:close/>
              </a:path>
            </a:pathLst>
          </a:custGeom>
          <a:gradFill rotWithShape="true">
            <a:gsLst>
              <a:gs pos="0">
                <a:srgbClr val="333333">
                  <a:alpha val="100000"/>
                </a:srgbClr>
              </a:gs>
              <a:gs pos="100000">
                <a:srgbClr val="555555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  <a:effectLst>
            <a:outerShdw dir="5400000" dist="76200" blurRad="1270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490749" y="1689488"/>
            <a:ext cx="228702" cy="291829"/>
          </a:xfrm>
          <a:custGeom>
            <a:avLst/>
            <a:gdLst/>
            <a:ahLst/>
            <a:cxnLst/>
            <a:rect r="r" b="b" t="t" l="l"/>
            <a:pathLst>
              <a:path h="291829" w="228702">
                <a:moveTo>
                  <a:pt x="114349" y="0"/>
                </a:moveTo>
                <a:cubicBezTo>
                  <a:pt x="117897" y="0"/>
                  <a:pt x="121291" y="1571"/>
                  <a:pt x="123622" y="4307"/>
                </a:cubicBezTo>
                <a:lnTo>
                  <a:pt x="192526" y="85371"/>
                </a:lnTo>
                <a:cubicBezTo>
                  <a:pt x="195617" y="88967"/>
                  <a:pt x="196275" y="94034"/>
                  <a:pt x="194300" y="98341"/>
                </a:cubicBezTo>
                <a:cubicBezTo>
                  <a:pt x="192324" y="102647"/>
                  <a:pt x="188017" y="105384"/>
                  <a:pt x="183255" y="105384"/>
                </a:cubicBezTo>
                <a:lnTo>
                  <a:pt x="170638" y="105384"/>
                </a:lnTo>
                <a:lnTo>
                  <a:pt x="208738" y="150222"/>
                </a:lnTo>
                <a:cubicBezTo>
                  <a:pt x="211830" y="153819"/>
                  <a:pt x="212487" y="158885"/>
                  <a:pt x="210513" y="163191"/>
                </a:cubicBezTo>
                <a:cubicBezTo>
                  <a:pt x="208536" y="167498"/>
                  <a:pt x="204230" y="170234"/>
                  <a:pt x="199467" y="170234"/>
                </a:cubicBezTo>
                <a:lnTo>
                  <a:pt x="179961" y="170234"/>
                </a:lnTo>
                <a:lnTo>
                  <a:pt x="224953" y="223179"/>
                </a:lnTo>
                <a:cubicBezTo>
                  <a:pt x="228042" y="226776"/>
                  <a:pt x="228702" y="231842"/>
                  <a:pt x="226725" y="236149"/>
                </a:cubicBezTo>
                <a:cubicBezTo>
                  <a:pt x="224749" y="240456"/>
                  <a:pt x="220443" y="243192"/>
                  <a:pt x="215680" y="243192"/>
                </a:cubicBezTo>
                <a:lnTo>
                  <a:pt x="130564" y="243192"/>
                </a:lnTo>
                <a:lnTo>
                  <a:pt x="130564" y="275617"/>
                </a:lnTo>
                <a:cubicBezTo>
                  <a:pt x="130564" y="284586"/>
                  <a:pt x="123318" y="291830"/>
                  <a:pt x="114349" y="291830"/>
                </a:cubicBezTo>
                <a:cubicBezTo>
                  <a:pt x="105383" y="291830"/>
                  <a:pt x="98138" y="284586"/>
                  <a:pt x="98138" y="275617"/>
                </a:cubicBezTo>
                <a:lnTo>
                  <a:pt x="98138" y="243192"/>
                </a:lnTo>
                <a:lnTo>
                  <a:pt x="13021" y="243192"/>
                </a:lnTo>
                <a:cubicBezTo>
                  <a:pt x="8257" y="243192"/>
                  <a:pt x="3952" y="240456"/>
                  <a:pt x="1976" y="236149"/>
                </a:cubicBezTo>
                <a:cubicBezTo>
                  <a:pt x="0" y="231842"/>
                  <a:pt x="658" y="226776"/>
                  <a:pt x="3749" y="223179"/>
                </a:cubicBezTo>
                <a:lnTo>
                  <a:pt x="48739" y="170234"/>
                </a:lnTo>
                <a:lnTo>
                  <a:pt x="29233" y="170234"/>
                </a:lnTo>
                <a:cubicBezTo>
                  <a:pt x="24472" y="170234"/>
                  <a:pt x="20164" y="167498"/>
                  <a:pt x="18188" y="163191"/>
                </a:cubicBezTo>
                <a:cubicBezTo>
                  <a:pt x="16211" y="158885"/>
                  <a:pt x="16871" y="153819"/>
                  <a:pt x="19962" y="150222"/>
                </a:cubicBezTo>
                <a:lnTo>
                  <a:pt x="58062" y="105384"/>
                </a:lnTo>
                <a:lnTo>
                  <a:pt x="45446" y="105384"/>
                </a:lnTo>
                <a:cubicBezTo>
                  <a:pt x="40684" y="105384"/>
                  <a:pt x="36377" y="102647"/>
                  <a:pt x="34400" y="98341"/>
                </a:cubicBezTo>
                <a:cubicBezTo>
                  <a:pt x="32426" y="94034"/>
                  <a:pt x="33083" y="88967"/>
                  <a:pt x="36175" y="85371"/>
                </a:cubicBezTo>
                <a:lnTo>
                  <a:pt x="105078" y="4307"/>
                </a:lnTo>
                <a:cubicBezTo>
                  <a:pt x="107409" y="1571"/>
                  <a:pt x="110804" y="0"/>
                  <a:pt x="11434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868782" y="1697098"/>
            <a:ext cx="994383" cy="27669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FlagTree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40810" y="2112028"/>
            <a:ext cx="5274553" cy="2507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FlagOS 生态的重要组件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458104" y="2533413"/>
            <a:ext cx="138349" cy="138349"/>
          </a:xfrm>
          <a:custGeom>
            <a:avLst/>
            <a:gdLst/>
            <a:ahLst/>
            <a:cxnLst/>
            <a:rect r="r" b="b" t="t" l="l"/>
            <a:pathLst>
              <a:path h="138349" w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60844" y="2503300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多 AI 芯片统一编译器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458104" y="2810079"/>
            <a:ext cx="138349" cy="138349"/>
          </a:xfrm>
          <a:custGeom>
            <a:avLst/>
            <a:gdLst/>
            <a:ahLst/>
            <a:cxnLst/>
            <a:rect r="r" b="b" t="t" l="l"/>
            <a:pathLst>
              <a:path h="138349" w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60844" y="2779965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代码生成与优化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458104" y="3086744"/>
            <a:ext cx="138349" cy="138349"/>
          </a:xfrm>
          <a:custGeom>
            <a:avLst/>
            <a:gdLst/>
            <a:ahLst/>
            <a:cxnLst/>
            <a:rect r="r" b="b" t="t" l="l"/>
            <a:pathLst>
              <a:path h="138349" w="138349">
                <a:moveTo>
                  <a:pt x="69174" y="138349"/>
                </a:moveTo>
                <a:cubicBezTo>
                  <a:pt x="107353" y="138349"/>
                  <a:pt x="138349" y="107353"/>
                  <a:pt x="138349" y="69174"/>
                </a:cubicBezTo>
                <a:cubicBezTo>
                  <a:pt x="138349" y="30996"/>
                  <a:pt x="107353" y="0"/>
                  <a:pt x="69174" y="0"/>
                </a:cubicBezTo>
                <a:cubicBezTo>
                  <a:pt x="30996" y="0"/>
                  <a:pt x="0" y="30996"/>
                  <a:pt x="0" y="69174"/>
                </a:cubicBezTo>
                <a:cubicBezTo>
                  <a:pt x="0" y="107353"/>
                  <a:pt x="30996" y="138349"/>
                  <a:pt x="69174" y="138349"/>
                </a:cubicBezTo>
                <a:close/>
                <a:moveTo>
                  <a:pt x="91980" y="57474"/>
                </a:moveTo>
                <a:lnTo>
                  <a:pt x="70363" y="92061"/>
                </a:lnTo>
                <a:cubicBezTo>
                  <a:pt x="69229" y="93872"/>
                  <a:pt x="67283" y="95007"/>
                  <a:pt x="65148" y="95115"/>
                </a:cubicBezTo>
                <a:cubicBezTo>
                  <a:pt x="63014" y="95223"/>
                  <a:pt x="60960" y="94251"/>
                  <a:pt x="59690" y="92521"/>
                </a:cubicBezTo>
                <a:lnTo>
                  <a:pt x="46719" y="75227"/>
                </a:lnTo>
                <a:cubicBezTo>
                  <a:pt x="44558" y="72363"/>
                  <a:pt x="45154" y="68309"/>
                  <a:pt x="48017" y="66148"/>
                </a:cubicBezTo>
                <a:cubicBezTo>
                  <a:pt x="50881" y="63986"/>
                  <a:pt x="54934" y="64581"/>
                  <a:pt x="57095" y="67445"/>
                </a:cubicBezTo>
                <a:lnTo>
                  <a:pt x="64392" y="77173"/>
                </a:lnTo>
                <a:lnTo>
                  <a:pt x="80983" y="50611"/>
                </a:lnTo>
                <a:cubicBezTo>
                  <a:pt x="82874" y="47584"/>
                  <a:pt x="86873" y="46639"/>
                  <a:pt x="89927" y="48557"/>
                </a:cubicBezTo>
                <a:cubicBezTo>
                  <a:pt x="92981" y="50476"/>
                  <a:pt x="93899" y="54447"/>
                  <a:pt x="91980" y="5750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60844" y="3056631"/>
            <a:ext cx="5045873" cy="2075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跨平台兼容性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345832" y="3748294"/>
            <a:ext cx="11500255" cy="2766979"/>
          </a:xfrm>
          <a:custGeom>
            <a:avLst/>
            <a:gdLst/>
            <a:ahLst/>
            <a:cxnLst/>
            <a:rect r="r" b="b" t="t" l="l"/>
            <a:pathLst>
              <a:path h="2766979" w="11500255">
                <a:moveTo>
                  <a:pt x="69174" y="0"/>
                </a:moveTo>
                <a:lnTo>
                  <a:pt x="11431081" y="0"/>
                </a:lnTo>
                <a:cubicBezTo>
                  <a:pt x="11469285" y="0"/>
                  <a:pt x="11500255" y="30970"/>
                  <a:pt x="11500255" y="69174"/>
                </a:cubicBezTo>
                <a:lnTo>
                  <a:pt x="11500255" y="2697804"/>
                </a:lnTo>
                <a:cubicBezTo>
                  <a:pt x="11500255" y="2736008"/>
                  <a:pt x="11469285" y="2766979"/>
                  <a:pt x="11431081" y="2766979"/>
                </a:cubicBezTo>
                <a:lnTo>
                  <a:pt x="69174" y="2766979"/>
                </a:lnTo>
                <a:cubicBezTo>
                  <a:pt x="30970" y="2766979"/>
                  <a:pt x="0" y="2736008"/>
                  <a:pt x="0" y="2697804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53331" y="3955794"/>
            <a:ext cx="11171677" cy="24211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AI 软件栈架构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"/>
          <a:srcRect l="0" r="0" t="39746" b="39746"/>
          <a:stretch>
            <a:fillRect/>
          </a:stretch>
        </p:blipFill>
        <p:spPr>
          <a:xfrm rot="0" flipH="false" flipV="false">
            <a:off x="553331" y="4336243"/>
            <a:ext cx="11085209" cy="1729362"/>
          </a:xfrm>
          <a:prstGeom prst="roundRect">
            <a:avLst>
              <a:gd name="adj" fmla="val 1999"/>
            </a:avLst>
          </a:prstGeom>
          <a:ln w="12700">
            <a:noFill/>
            <a:prstDash val="solid"/>
          </a:ln>
        </p:spPr>
      </p:pic>
      <p:sp>
        <p:nvSpPr>
          <p:cNvPr name="AutoShape 26" id="26"/>
          <p:cNvSpPr/>
          <p:nvPr/>
        </p:nvSpPr>
        <p:spPr>
          <a:xfrm rot="0" flipH="false" flipV="false">
            <a:off x="553331" y="6134771"/>
            <a:ext cx="11145736" cy="1729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图片来源：The New Stack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8"/>
            <a:ext cx="271462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为什么参与开源贡献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64088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01220" y="1772787"/>
            <a:ext cx="216656" cy="193253"/>
          </a:xfrm>
          <a:custGeom>
            <a:avLst/>
            <a:gdLst/>
            <a:ahLst/>
            <a:cxnLst/>
            <a:rect r="r" b="b" t="t" l="l"/>
            <a:pathLst>
              <a:path h="193253" w="216656">
                <a:moveTo>
                  <a:pt x="135396" y="1823"/>
                </a:moveTo>
                <a:cubicBezTo>
                  <a:pt x="129071" y="0"/>
                  <a:pt x="122485" y="3685"/>
                  <a:pt x="120663" y="10009"/>
                </a:cubicBezTo>
                <a:lnTo>
                  <a:pt x="73038" y="176697"/>
                </a:lnTo>
                <a:cubicBezTo>
                  <a:pt x="71214" y="183023"/>
                  <a:pt x="74897" y="189608"/>
                  <a:pt x="81223" y="191431"/>
                </a:cubicBezTo>
                <a:cubicBezTo>
                  <a:pt x="87549" y="193254"/>
                  <a:pt x="94134" y="189569"/>
                  <a:pt x="95957" y="183245"/>
                </a:cubicBezTo>
                <a:lnTo>
                  <a:pt x="143582" y="16557"/>
                </a:lnTo>
                <a:cubicBezTo>
                  <a:pt x="145405" y="10231"/>
                  <a:pt x="141720" y="3646"/>
                  <a:pt x="135396" y="1823"/>
                </a:cubicBezTo>
                <a:close/>
                <a:moveTo>
                  <a:pt x="159432" y="52461"/>
                </a:moveTo>
                <a:cubicBezTo>
                  <a:pt x="154781" y="57113"/>
                  <a:pt x="154781" y="64666"/>
                  <a:pt x="159432" y="69317"/>
                </a:cubicBezTo>
                <a:lnTo>
                  <a:pt x="186742" y="96627"/>
                </a:lnTo>
                <a:lnTo>
                  <a:pt x="159432" y="123937"/>
                </a:lnTo>
                <a:cubicBezTo>
                  <a:pt x="154781" y="128588"/>
                  <a:pt x="154781" y="136141"/>
                  <a:pt x="159432" y="140793"/>
                </a:cubicBezTo>
                <a:cubicBezTo>
                  <a:pt x="164083" y="145443"/>
                  <a:pt x="171637" y="145443"/>
                  <a:pt x="176286" y="140793"/>
                </a:cubicBezTo>
                <a:lnTo>
                  <a:pt x="212005" y="105072"/>
                </a:lnTo>
                <a:cubicBezTo>
                  <a:pt x="216655" y="100422"/>
                  <a:pt x="216655" y="92869"/>
                  <a:pt x="212005" y="88218"/>
                </a:cubicBezTo>
                <a:lnTo>
                  <a:pt x="176286" y="52500"/>
                </a:lnTo>
                <a:cubicBezTo>
                  <a:pt x="171637" y="47849"/>
                  <a:pt x="164083" y="47849"/>
                  <a:pt x="159432" y="52500"/>
                </a:cubicBezTo>
                <a:close/>
                <a:moveTo>
                  <a:pt x="57224" y="52461"/>
                </a:moveTo>
                <a:cubicBezTo>
                  <a:pt x="52573" y="47811"/>
                  <a:pt x="45020" y="47811"/>
                  <a:pt x="40369" y="52461"/>
                </a:cubicBezTo>
                <a:lnTo>
                  <a:pt x="4651" y="88181"/>
                </a:lnTo>
                <a:cubicBezTo>
                  <a:pt x="0" y="92832"/>
                  <a:pt x="0" y="100385"/>
                  <a:pt x="4651" y="105036"/>
                </a:cubicBezTo>
                <a:lnTo>
                  <a:pt x="40369" y="140754"/>
                </a:lnTo>
                <a:cubicBezTo>
                  <a:pt x="45020" y="145405"/>
                  <a:pt x="52573" y="145405"/>
                  <a:pt x="57224" y="140754"/>
                </a:cubicBezTo>
                <a:cubicBezTo>
                  <a:pt x="61876" y="136104"/>
                  <a:pt x="61876" y="128551"/>
                  <a:pt x="57224" y="123900"/>
                </a:cubicBezTo>
                <a:lnTo>
                  <a:pt x="29913" y="96627"/>
                </a:lnTo>
                <a:lnTo>
                  <a:pt x="57187" y="69317"/>
                </a:lnTo>
                <a:cubicBezTo>
                  <a:pt x="61837" y="64666"/>
                  <a:pt x="61837" y="57113"/>
                  <a:pt x="57187" y="5246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352" y="1717077"/>
            <a:ext cx="10287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技术成长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1018297" y="2306570"/>
            <a:ext cx="68551" cy="116205"/>
          </a:xfrm>
          <a:custGeom>
            <a:avLst/>
            <a:gdLst/>
            <a:ahLst/>
            <a:cxnLst/>
            <a:rect r="r" b="b" t="t" l="l"/>
            <a:pathLst>
              <a:path h="116205" w="68551">
                <a:moveTo>
                  <a:pt x="64830" y="51376"/>
                </a:moveTo>
                <a:cubicBezTo>
                  <a:pt x="68551" y="55097"/>
                  <a:pt x="68551" y="61140"/>
                  <a:pt x="64830" y="64859"/>
                </a:cubicBezTo>
                <a:lnTo>
                  <a:pt x="17205" y="112484"/>
                </a:lnTo>
                <a:cubicBezTo>
                  <a:pt x="13484" y="116205"/>
                  <a:pt x="7442" y="116205"/>
                  <a:pt x="3721" y="112484"/>
                </a:cubicBezTo>
                <a:cubicBezTo>
                  <a:pt x="0" y="108765"/>
                  <a:pt x="0" y="102722"/>
                  <a:pt x="3721" y="99001"/>
                </a:cubicBezTo>
                <a:lnTo>
                  <a:pt x="44619" y="58103"/>
                </a:lnTo>
                <a:lnTo>
                  <a:pt x="3750" y="17205"/>
                </a:lnTo>
                <a:cubicBezTo>
                  <a:pt x="31" y="13484"/>
                  <a:pt x="31" y="7441"/>
                  <a:pt x="3750" y="3722"/>
                </a:cubicBezTo>
                <a:cubicBezTo>
                  <a:pt x="7471" y="0"/>
                  <a:pt x="13514" y="0"/>
                  <a:pt x="17235" y="3722"/>
                </a:cubicBezTo>
                <a:lnTo>
                  <a:pt x="64860" y="5134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116" y="2250414"/>
            <a:ext cx="3000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阅读真实工业代码，学习优秀代码实践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1018297" y="2687526"/>
            <a:ext cx="68551" cy="116205"/>
          </a:xfrm>
          <a:custGeom>
            <a:avLst/>
            <a:gdLst/>
            <a:ahLst/>
            <a:cxnLst/>
            <a:rect r="r" b="b" t="t" l="l"/>
            <a:pathLst>
              <a:path h="116205" w="68551">
                <a:moveTo>
                  <a:pt x="64830" y="51375"/>
                </a:moveTo>
                <a:cubicBezTo>
                  <a:pt x="68551" y="55096"/>
                  <a:pt x="68551" y="61139"/>
                  <a:pt x="64830" y="64858"/>
                </a:cubicBezTo>
                <a:lnTo>
                  <a:pt x="17205" y="112483"/>
                </a:lnTo>
                <a:cubicBezTo>
                  <a:pt x="13484" y="116204"/>
                  <a:pt x="7442" y="116204"/>
                  <a:pt x="3721" y="112483"/>
                </a:cubicBezTo>
                <a:cubicBezTo>
                  <a:pt x="0" y="108764"/>
                  <a:pt x="0" y="102721"/>
                  <a:pt x="3721" y="99000"/>
                </a:cubicBezTo>
                <a:lnTo>
                  <a:pt x="44619" y="58102"/>
                </a:lnTo>
                <a:lnTo>
                  <a:pt x="3750" y="17204"/>
                </a:lnTo>
                <a:cubicBezTo>
                  <a:pt x="31" y="13483"/>
                  <a:pt x="31" y="7440"/>
                  <a:pt x="3750" y="3721"/>
                </a:cubicBezTo>
                <a:cubicBezTo>
                  <a:pt x="7471" y="0"/>
                  <a:pt x="13514" y="0"/>
                  <a:pt x="17235" y="3721"/>
                </a:cubicBezTo>
                <a:lnTo>
                  <a:pt x="64860" y="51346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57116" y="2631370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学习大型系统架构设计思想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1018297" y="3068482"/>
            <a:ext cx="68551" cy="116205"/>
          </a:xfrm>
          <a:custGeom>
            <a:avLst/>
            <a:gdLst/>
            <a:ahLst/>
            <a:cxnLst/>
            <a:rect r="r" b="b" t="t" l="l"/>
            <a:pathLst>
              <a:path h="116205" w="68551">
                <a:moveTo>
                  <a:pt x="64830" y="51375"/>
                </a:moveTo>
                <a:cubicBezTo>
                  <a:pt x="68551" y="55096"/>
                  <a:pt x="68551" y="61139"/>
                  <a:pt x="64830" y="64858"/>
                </a:cubicBezTo>
                <a:lnTo>
                  <a:pt x="17205" y="112483"/>
                </a:lnTo>
                <a:cubicBezTo>
                  <a:pt x="13484" y="116204"/>
                  <a:pt x="7442" y="116204"/>
                  <a:pt x="3721" y="112483"/>
                </a:cubicBezTo>
                <a:cubicBezTo>
                  <a:pt x="0" y="108764"/>
                  <a:pt x="0" y="102721"/>
                  <a:pt x="3721" y="99000"/>
                </a:cubicBezTo>
                <a:lnTo>
                  <a:pt x="44619" y="58102"/>
                </a:lnTo>
                <a:lnTo>
                  <a:pt x="3750" y="17204"/>
                </a:lnTo>
                <a:cubicBezTo>
                  <a:pt x="31" y="13483"/>
                  <a:pt x="31" y="7440"/>
                  <a:pt x="3750" y="3721"/>
                </a:cubicBezTo>
                <a:cubicBezTo>
                  <a:pt x="7471" y="0"/>
                  <a:pt x="13514" y="0"/>
                  <a:pt x="17235" y="3721"/>
                </a:cubicBezTo>
                <a:lnTo>
                  <a:pt x="64860" y="51346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57116" y="3012325"/>
            <a:ext cx="23145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掌握协作开发流程和最佳实践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0956" y="3583795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514279" y="3717074"/>
            <a:ext cx="190500" cy="178594"/>
          </a:xfrm>
          <a:custGeom>
            <a:avLst/>
            <a:gdLst/>
            <a:ahLst/>
            <a:cxnLst/>
            <a:rect r="r" b="b" t="t" l="l"/>
            <a:pathLst>
              <a:path h="178594" w="190500">
                <a:moveTo>
                  <a:pt x="74414" y="17859"/>
                </a:moveTo>
                <a:lnTo>
                  <a:pt x="116086" y="17859"/>
                </a:lnTo>
                <a:cubicBezTo>
                  <a:pt x="117723" y="17859"/>
                  <a:pt x="119063" y="19199"/>
                  <a:pt x="119063" y="20836"/>
                </a:cubicBezTo>
                <a:lnTo>
                  <a:pt x="119063" y="35719"/>
                </a:lnTo>
                <a:lnTo>
                  <a:pt x="71437" y="35719"/>
                </a:lnTo>
                <a:lnTo>
                  <a:pt x="71437" y="20836"/>
                </a:lnTo>
                <a:cubicBezTo>
                  <a:pt x="71437" y="19199"/>
                  <a:pt x="72777" y="17859"/>
                  <a:pt x="74414" y="17859"/>
                </a:cubicBezTo>
                <a:close/>
                <a:moveTo>
                  <a:pt x="53577" y="20836"/>
                </a:moveTo>
                <a:lnTo>
                  <a:pt x="53577" y="35719"/>
                </a:lnTo>
                <a:lnTo>
                  <a:pt x="23813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95250"/>
                </a:lnTo>
                <a:lnTo>
                  <a:pt x="190500" y="95250"/>
                </a:lnTo>
                <a:lnTo>
                  <a:pt x="190500" y="59531"/>
                </a:lnTo>
                <a:cubicBezTo>
                  <a:pt x="190500" y="46397"/>
                  <a:pt x="179822" y="35719"/>
                  <a:pt x="166687" y="35719"/>
                </a:cubicBezTo>
                <a:lnTo>
                  <a:pt x="136923" y="35719"/>
                </a:lnTo>
                <a:lnTo>
                  <a:pt x="136923" y="20836"/>
                </a:lnTo>
                <a:cubicBezTo>
                  <a:pt x="136923" y="9340"/>
                  <a:pt x="127583" y="0"/>
                  <a:pt x="116086" y="0"/>
                </a:cubicBezTo>
                <a:lnTo>
                  <a:pt x="74414" y="0"/>
                </a:lnTo>
                <a:cubicBezTo>
                  <a:pt x="62917" y="0"/>
                  <a:pt x="53577" y="9340"/>
                  <a:pt x="53577" y="20836"/>
                </a:cubicBezTo>
                <a:close/>
                <a:moveTo>
                  <a:pt x="190500" y="113109"/>
                </a:moveTo>
                <a:lnTo>
                  <a:pt x="119063" y="113109"/>
                </a:lnTo>
                <a:lnTo>
                  <a:pt x="119063" y="119062"/>
                </a:lnTo>
                <a:cubicBezTo>
                  <a:pt x="119063" y="125647"/>
                  <a:pt x="113742" y="130969"/>
                  <a:pt x="107156" y="130969"/>
                </a:cubicBezTo>
                <a:lnTo>
                  <a:pt x="83344" y="130969"/>
                </a:lnTo>
                <a:cubicBezTo>
                  <a:pt x="76758" y="130969"/>
                  <a:pt x="71437" y="125647"/>
                  <a:pt x="71437" y="119062"/>
                </a:cubicBezTo>
                <a:lnTo>
                  <a:pt x="71437" y="113109"/>
                </a:lnTo>
                <a:lnTo>
                  <a:pt x="0" y="113109"/>
                </a:lnTo>
                <a:lnTo>
                  <a:pt x="0" y="154781"/>
                </a:lnTo>
                <a:cubicBezTo>
                  <a:pt x="0" y="167916"/>
                  <a:pt x="10678" y="178594"/>
                  <a:pt x="23813" y="178594"/>
                </a:cubicBezTo>
                <a:lnTo>
                  <a:pt x="166687" y="178594"/>
                </a:lnTo>
                <a:cubicBezTo>
                  <a:pt x="179822" y="178594"/>
                  <a:pt x="190500" y="167916"/>
                  <a:pt x="190500" y="154781"/>
                </a:cubicBezTo>
                <a:lnTo>
                  <a:pt x="190500" y="11310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352" y="3659987"/>
            <a:ext cx="10287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职业发展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1018297" y="4249480"/>
            <a:ext cx="68551" cy="116205"/>
          </a:xfrm>
          <a:custGeom>
            <a:avLst/>
            <a:gdLst/>
            <a:ahLst/>
            <a:cxnLst/>
            <a:rect r="r" b="b" t="t" l="l"/>
            <a:pathLst>
              <a:path h="116205" w="68551">
                <a:moveTo>
                  <a:pt x="64830" y="51375"/>
                </a:moveTo>
                <a:cubicBezTo>
                  <a:pt x="68551" y="55096"/>
                  <a:pt x="68551" y="61139"/>
                  <a:pt x="64830" y="64858"/>
                </a:cubicBezTo>
                <a:lnTo>
                  <a:pt x="17205" y="112483"/>
                </a:lnTo>
                <a:cubicBezTo>
                  <a:pt x="13484" y="116204"/>
                  <a:pt x="7442" y="116204"/>
                  <a:pt x="3721" y="112483"/>
                </a:cubicBezTo>
                <a:cubicBezTo>
                  <a:pt x="0" y="108764"/>
                  <a:pt x="0" y="102721"/>
                  <a:pt x="3721" y="99000"/>
                </a:cubicBezTo>
                <a:lnTo>
                  <a:pt x="44619" y="58102"/>
                </a:lnTo>
                <a:lnTo>
                  <a:pt x="3750" y="17204"/>
                </a:lnTo>
                <a:cubicBezTo>
                  <a:pt x="31" y="13483"/>
                  <a:pt x="31" y="7440"/>
                  <a:pt x="3750" y="3721"/>
                </a:cubicBezTo>
                <a:cubicBezTo>
                  <a:pt x="7471" y="0"/>
                  <a:pt x="13514" y="0"/>
                  <a:pt x="17235" y="3721"/>
                </a:cubicBezTo>
                <a:lnTo>
                  <a:pt x="64860" y="51346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57116" y="4193324"/>
            <a:ext cx="2781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GitHub 开源贡献记录成为技术名片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1018297" y="4630436"/>
            <a:ext cx="68551" cy="116205"/>
          </a:xfrm>
          <a:custGeom>
            <a:avLst/>
            <a:gdLst/>
            <a:ahLst/>
            <a:cxnLst/>
            <a:rect r="r" b="b" t="t" l="l"/>
            <a:pathLst>
              <a:path h="116205" w="68551">
                <a:moveTo>
                  <a:pt x="64830" y="51375"/>
                </a:moveTo>
                <a:cubicBezTo>
                  <a:pt x="68551" y="55096"/>
                  <a:pt x="68551" y="61139"/>
                  <a:pt x="64830" y="64858"/>
                </a:cubicBezTo>
                <a:lnTo>
                  <a:pt x="17205" y="112483"/>
                </a:lnTo>
                <a:cubicBezTo>
                  <a:pt x="13484" y="116204"/>
                  <a:pt x="7442" y="116204"/>
                  <a:pt x="3721" y="112483"/>
                </a:cubicBezTo>
                <a:cubicBezTo>
                  <a:pt x="0" y="108764"/>
                  <a:pt x="0" y="102721"/>
                  <a:pt x="3721" y="99000"/>
                </a:cubicBezTo>
                <a:lnTo>
                  <a:pt x="44619" y="58102"/>
                </a:lnTo>
                <a:lnTo>
                  <a:pt x="3750" y="17204"/>
                </a:lnTo>
                <a:cubicBezTo>
                  <a:pt x="31" y="13483"/>
                  <a:pt x="31" y="7440"/>
                  <a:pt x="3750" y="3721"/>
                </a:cubicBezTo>
                <a:cubicBezTo>
                  <a:pt x="7471" y="0"/>
                  <a:pt x="13514" y="0"/>
                  <a:pt x="17235" y="3721"/>
                </a:cubicBezTo>
                <a:lnTo>
                  <a:pt x="64860" y="51346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257116" y="4574280"/>
            <a:ext cx="23145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显著提升简历含金量和竞争力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1018297" y="5011392"/>
            <a:ext cx="68551" cy="116205"/>
          </a:xfrm>
          <a:custGeom>
            <a:avLst/>
            <a:gdLst/>
            <a:ahLst/>
            <a:cxnLst/>
            <a:rect r="r" b="b" t="t" l="l"/>
            <a:pathLst>
              <a:path h="116205" w="68551">
                <a:moveTo>
                  <a:pt x="64830" y="51375"/>
                </a:moveTo>
                <a:cubicBezTo>
                  <a:pt x="68551" y="55096"/>
                  <a:pt x="68551" y="61139"/>
                  <a:pt x="64830" y="64858"/>
                </a:cubicBezTo>
                <a:lnTo>
                  <a:pt x="17205" y="112483"/>
                </a:lnTo>
                <a:cubicBezTo>
                  <a:pt x="13484" y="116204"/>
                  <a:pt x="7442" y="116204"/>
                  <a:pt x="3721" y="112483"/>
                </a:cubicBezTo>
                <a:cubicBezTo>
                  <a:pt x="0" y="108764"/>
                  <a:pt x="0" y="102721"/>
                  <a:pt x="3721" y="99000"/>
                </a:cubicBezTo>
                <a:lnTo>
                  <a:pt x="44619" y="58102"/>
                </a:lnTo>
                <a:lnTo>
                  <a:pt x="3750" y="17204"/>
                </a:lnTo>
                <a:cubicBezTo>
                  <a:pt x="31" y="13483"/>
                  <a:pt x="31" y="7440"/>
                  <a:pt x="3750" y="3721"/>
                </a:cubicBezTo>
                <a:cubicBezTo>
                  <a:pt x="7471" y="0"/>
                  <a:pt x="13514" y="0"/>
                  <a:pt x="17235" y="3721"/>
                </a:cubicBezTo>
                <a:lnTo>
                  <a:pt x="64860" y="51346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257116" y="4955236"/>
            <a:ext cx="2486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建立技术社区影响力和人脉网络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"/>
          <a:srcRect l="169" r="170" t="0" b="0"/>
          <a:stretch>
            <a:fillRect/>
          </a:stretch>
        </p:blipFill>
        <p:spPr>
          <a:xfrm rot="0" flipH="false" flipV="false">
            <a:off x="7524780" y="2704673"/>
            <a:ext cx="4286250" cy="1114425"/>
          </a:xfrm>
          <a:prstGeom prst="roundRect">
            <a:avLst>
              <a:gd name="adj" fmla="val 6838"/>
            </a:avLst>
          </a:prstGeom>
          <a:ln w="12700">
            <a:noFill/>
            <a:prstDash val="solid"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7491442" y="3967639"/>
            <a:ext cx="43529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图片来源：GitHub Docs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8"/>
            <a:ext cx="18573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开源协作工具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0433" y="1650364"/>
            <a:ext cx="5543455" cy="2228755"/>
          </a:xfrm>
          <a:custGeom>
            <a:avLst/>
            <a:gdLst/>
            <a:ahLst/>
            <a:cxnLst/>
            <a:rect r="r" b="b" t="t" l="l"/>
            <a:pathLst>
              <a:path h="2228755" w="5543455">
                <a:moveTo>
                  <a:pt x="76201" y="0"/>
                </a:moveTo>
                <a:lnTo>
                  <a:pt x="5467253" y="0"/>
                </a:lnTo>
                <a:cubicBezTo>
                  <a:pt x="5509339" y="0"/>
                  <a:pt x="5543455" y="34116"/>
                  <a:pt x="5543455" y="76201"/>
                </a:cubicBezTo>
                <a:lnTo>
                  <a:pt x="5543455" y="2152553"/>
                </a:lnTo>
                <a:cubicBezTo>
                  <a:pt x="5543455" y="2194639"/>
                  <a:pt x="5509339" y="2228755"/>
                  <a:pt x="5467253" y="2228755"/>
                </a:cubicBezTo>
                <a:lnTo>
                  <a:pt x="76201" y="2228755"/>
                </a:lnTo>
                <a:cubicBezTo>
                  <a:pt x="34116" y="2228755"/>
                  <a:pt x="0" y="2194639"/>
                  <a:pt x="0" y="2152553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692778" y="1909844"/>
            <a:ext cx="300038" cy="300038"/>
          </a:xfrm>
          <a:custGeom>
            <a:avLst/>
            <a:gdLst/>
            <a:ahLst/>
            <a:cxnLst/>
            <a:rect r="r" b="b" t="t" l="l"/>
            <a:pathLst>
              <a:path h="300038" w="300038">
                <a:moveTo>
                  <a:pt x="294411" y="136692"/>
                </a:moveTo>
                <a:lnTo>
                  <a:pt x="163413" y="5692"/>
                </a:lnTo>
                <a:cubicBezTo>
                  <a:pt x="159796" y="2009"/>
                  <a:pt x="154841" y="0"/>
                  <a:pt x="149751" y="0"/>
                </a:cubicBezTo>
                <a:cubicBezTo>
                  <a:pt x="144661" y="0"/>
                  <a:pt x="139705" y="2009"/>
                  <a:pt x="136088" y="5626"/>
                </a:cubicBezTo>
                <a:lnTo>
                  <a:pt x="108831" y="32817"/>
                </a:lnTo>
                <a:lnTo>
                  <a:pt x="143321" y="67308"/>
                </a:lnTo>
                <a:cubicBezTo>
                  <a:pt x="161472" y="61213"/>
                  <a:pt x="178617" y="78559"/>
                  <a:pt x="172389" y="96575"/>
                </a:cubicBezTo>
                <a:lnTo>
                  <a:pt x="205673" y="129860"/>
                </a:lnTo>
                <a:cubicBezTo>
                  <a:pt x="228578" y="121957"/>
                  <a:pt x="246659" y="150622"/>
                  <a:pt x="229448" y="167835"/>
                </a:cubicBezTo>
                <a:cubicBezTo>
                  <a:pt x="211701" y="185582"/>
                  <a:pt x="182434" y="165891"/>
                  <a:pt x="191944" y="142852"/>
                </a:cubicBezTo>
                <a:lnTo>
                  <a:pt x="160934" y="111845"/>
                </a:lnTo>
                <a:lnTo>
                  <a:pt x="160934" y="193483"/>
                </a:lnTo>
                <a:cubicBezTo>
                  <a:pt x="177879" y="201857"/>
                  <a:pt x="175870" y="221479"/>
                  <a:pt x="167030" y="230319"/>
                </a:cubicBezTo>
                <a:cubicBezTo>
                  <a:pt x="162744" y="234605"/>
                  <a:pt x="156850" y="237083"/>
                  <a:pt x="150755" y="237083"/>
                </a:cubicBezTo>
                <a:cubicBezTo>
                  <a:pt x="144661" y="237083"/>
                  <a:pt x="138834" y="234672"/>
                  <a:pt x="134482" y="230319"/>
                </a:cubicBezTo>
                <a:cubicBezTo>
                  <a:pt x="122693" y="218532"/>
                  <a:pt x="127047" y="198909"/>
                  <a:pt x="141982" y="192815"/>
                </a:cubicBezTo>
                <a:lnTo>
                  <a:pt x="141982" y="110438"/>
                </a:lnTo>
                <a:cubicBezTo>
                  <a:pt x="128052" y="104745"/>
                  <a:pt x="125506" y="89878"/>
                  <a:pt x="129525" y="80300"/>
                </a:cubicBezTo>
                <a:lnTo>
                  <a:pt x="95503" y="46210"/>
                </a:lnTo>
                <a:lnTo>
                  <a:pt x="5693" y="136022"/>
                </a:lnTo>
                <a:cubicBezTo>
                  <a:pt x="2009" y="139705"/>
                  <a:pt x="0" y="144594"/>
                  <a:pt x="0" y="149684"/>
                </a:cubicBezTo>
                <a:cubicBezTo>
                  <a:pt x="0" y="154774"/>
                  <a:pt x="2009" y="159729"/>
                  <a:pt x="5693" y="163346"/>
                </a:cubicBezTo>
                <a:lnTo>
                  <a:pt x="136691" y="294412"/>
                </a:lnTo>
                <a:cubicBezTo>
                  <a:pt x="140308" y="298029"/>
                  <a:pt x="145197" y="300038"/>
                  <a:pt x="150354" y="300038"/>
                </a:cubicBezTo>
                <a:cubicBezTo>
                  <a:pt x="155512" y="300038"/>
                  <a:pt x="160400" y="298029"/>
                  <a:pt x="164015" y="294412"/>
                </a:cubicBezTo>
                <a:lnTo>
                  <a:pt x="294411" y="164016"/>
                </a:lnTo>
                <a:cubicBezTo>
                  <a:pt x="298028" y="160400"/>
                  <a:pt x="300038" y="155444"/>
                  <a:pt x="300038" y="150354"/>
                </a:cubicBezTo>
                <a:cubicBezTo>
                  <a:pt x="300038" y="145264"/>
                  <a:pt x="298028" y="140309"/>
                  <a:pt x="294411" y="13669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71300" y="1907516"/>
            <a:ext cx="4476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Git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8484" y="2383692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分布式版本控制系统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656136" y="2853693"/>
            <a:ext cx="135553" cy="125343"/>
          </a:xfrm>
          <a:custGeom>
            <a:avLst/>
            <a:gdLst/>
            <a:ahLst/>
            <a:cxnLst/>
            <a:rect r="r" b="b" t="t" l="l"/>
            <a:pathLst>
              <a:path h="125343" w="13555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6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2"/>
                  <a:pt x="13485" y="67032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76134" y="2802780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管理代码版本变化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56136" y="3158459"/>
            <a:ext cx="135553" cy="125343"/>
          </a:xfrm>
          <a:custGeom>
            <a:avLst/>
            <a:gdLst/>
            <a:ahLst/>
            <a:cxnLst/>
            <a:rect r="r" b="b" t="t" l="l"/>
            <a:pathLst>
              <a:path h="125343" w="13555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6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2"/>
                  <a:pt x="13485" y="67032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76134" y="3107545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支持分支开发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656136" y="3463221"/>
            <a:ext cx="135553" cy="125343"/>
          </a:xfrm>
          <a:custGeom>
            <a:avLst/>
            <a:gdLst/>
            <a:ahLst/>
            <a:cxnLst/>
            <a:rect r="r" b="b" t="t" l="l"/>
            <a:pathLst>
              <a:path h="125343" w="13555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6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1"/>
                  <a:pt x="13485" y="67031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76134" y="3412310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追踪修改历史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257815" y="1650364"/>
            <a:ext cx="5543455" cy="2228755"/>
          </a:xfrm>
          <a:custGeom>
            <a:avLst/>
            <a:gdLst/>
            <a:ahLst/>
            <a:cxnLst/>
            <a:rect r="r" b="b" t="t" l="l"/>
            <a:pathLst>
              <a:path h="2228755" w="5543455">
                <a:moveTo>
                  <a:pt x="76201" y="0"/>
                </a:moveTo>
                <a:lnTo>
                  <a:pt x="5467253" y="0"/>
                </a:lnTo>
                <a:cubicBezTo>
                  <a:pt x="5509339" y="0"/>
                  <a:pt x="5543455" y="34116"/>
                  <a:pt x="5543455" y="76201"/>
                </a:cubicBezTo>
                <a:lnTo>
                  <a:pt x="5543455" y="2152553"/>
                </a:lnTo>
                <a:cubicBezTo>
                  <a:pt x="5543455" y="2194639"/>
                  <a:pt x="5509339" y="2228755"/>
                  <a:pt x="5467253" y="2228755"/>
                </a:cubicBezTo>
                <a:lnTo>
                  <a:pt x="76201" y="2228755"/>
                </a:lnTo>
                <a:cubicBezTo>
                  <a:pt x="34116" y="2228755"/>
                  <a:pt x="0" y="2194639"/>
                  <a:pt x="0" y="2152553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33333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544087" y="1893771"/>
            <a:ext cx="332184" cy="325152"/>
          </a:xfrm>
          <a:custGeom>
            <a:avLst/>
            <a:gdLst/>
            <a:ahLst/>
            <a:cxnLst/>
            <a:rect r="r" b="b" t="t" l="l"/>
            <a:pathLst>
              <a:path h="325152" w="332184">
                <a:moveTo>
                  <a:pt x="111107" y="260791"/>
                </a:moveTo>
                <a:cubicBezTo>
                  <a:pt x="111107" y="262131"/>
                  <a:pt x="109567" y="263203"/>
                  <a:pt x="107625" y="263203"/>
                </a:cubicBezTo>
                <a:cubicBezTo>
                  <a:pt x="105415" y="263403"/>
                  <a:pt x="103873" y="262333"/>
                  <a:pt x="103873" y="260791"/>
                </a:cubicBezTo>
                <a:cubicBezTo>
                  <a:pt x="103873" y="259452"/>
                  <a:pt x="105415" y="258380"/>
                  <a:pt x="107357" y="258380"/>
                </a:cubicBezTo>
                <a:cubicBezTo>
                  <a:pt x="109366" y="258178"/>
                  <a:pt x="111107" y="259252"/>
                  <a:pt x="111107" y="260791"/>
                </a:cubicBezTo>
                <a:close/>
                <a:moveTo>
                  <a:pt x="90279" y="257778"/>
                </a:moveTo>
                <a:cubicBezTo>
                  <a:pt x="89809" y="259117"/>
                  <a:pt x="91151" y="260657"/>
                  <a:pt x="93158" y="261059"/>
                </a:cubicBezTo>
                <a:cubicBezTo>
                  <a:pt x="94900" y="261729"/>
                  <a:pt x="96909" y="261059"/>
                  <a:pt x="97311" y="259720"/>
                </a:cubicBezTo>
                <a:cubicBezTo>
                  <a:pt x="97713" y="258380"/>
                  <a:pt x="96440" y="256840"/>
                  <a:pt x="94431" y="256237"/>
                </a:cubicBezTo>
                <a:cubicBezTo>
                  <a:pt x="92690" y="255768"/>
                  <a:pt x="90748" y="256439"/>
                  <a:pt x="90279" y="257778"/>
                </a:cubicBezTo>
                <a:close/>
                <a:moveTo>
                  <a:pt x="119881" y="256639"/>
                </a:moveTo>
                <a:cubicBezTo>
                  <a:pt x="117939" y="257108"/>
                  <a:pt x="116599" y="258380"/>
                  <a:pt x="116799" y="259921"/>
                </a:cubicBezTo>
                <a:cubicBezTo>
                  <a:pt x="117001" y="261259"/>
                  <a:pt x="118743" y="262131"/>
                  <a:pt x="120752" y="261662"/>
                </a:cubicBezTo>
                <a:cubicBezTo>
                  <a:pt x="122694" y="261193"/>
                  <a:pt x="124033" y="259921"/>
                  <a:pt x="123831" y="258581"/>
                </a:cubicBezTo>
                <a:cubicBezTo>
                  <a:pt x="123631" y="257308"/>
                  <a:pt x="121824" y="256439"/>
                  <a:pt x="119881" y="256639"/>
                </a:cubicBezTo>
                <a:close/>
                <a:moveTo>
                  <a:pt x="163950" y="0"/>
                </a:moveTo>
                <a:cubicBezTo>
                  <a:pt x="71058" y="0"/>
                  <a:pt x="0" y="70522"/>
                  <a:pt x="0" y="163414"/>
                </a:cubicBezTo>
                <a:cubicBezTo>
                  <a:pt x="0" y="237686"/>
                  <a:pt x="46748" y="301243"/>
                  <a:pt x="113518" y="323611"/>
                </a:cubicBezTo>
                <a:cubicBezTo>
                  <a:pt x="122092" y="325152"/>
                  <a:pt x="125105" y="319861"/>
                  <a:pt x="125105" y="315507"/>
                </a:cubicBezTo>
                <a:cubicBezTo>
                  <a:pt x="125105" y="311356"/>
                  <a:pt x="124905" y="288451"/>
                  <a:pt x="124905" y="274387"/>
                </a:cubicBezTo>
                <a:cubicBezTo>
                  <a:pt x="124905" y="274387"/>
                  <a:pt x="78023" y="284433"/>
                  <a:pt x="68178" y="254429"/>
                </a:cubicBezTo>
                <a:cubicBezTo>
                  <a:pt x="68178" y="254429"/>
                  <a:pt x="60544" y="234940"/>
                  <a:pt x="49561" y="229917"/>
                </a:cubicBezTo>
                <a:cubicBezTo>
                  <a:pt x="49561" y="229917"/>
                  <a:pt x="34223" y="219402"/>
                  <a:pt x="50631" y="219603"/>
                </a:cubicBezTo>
                <a:cubicBezTo>
                  <a:pt x="50631" y="219603"/>
                  <a:pt x="67308" y="220943"/>
                  <a:pt x="76483" y="236882"/>
                </a:cubicBezTo>
                <a:cubicBezTo>
                  <a:pt x="91151" y="262734"/>
                  <a:pt x="115729" y="255301"/>
                  <a:pt x="125306" y="250878"/>
                </a:cubicBezTo>
                <a:cubicBezTo>
                  <a:pt x="126846" y="240163"/>
                  <a:pt x="131199" y="232730"/>
                  <a:pt x="136021" y="228311"/>
                </a:cubicBezTo>
                <a:cubicBezTo>
                  <a:pt x="98584" y="224156"/>
                  <a:pt x="60812" y="218733"/>
                  <a:pt x="60812" y="154305"/>
                </a:cubicBezTo>
                <a:cubicBezTo>
                  <a:pt x="60812" y="135888"/>
                  <a:pt x="65900" y="126645"/>
                  <a:pt x="76617" y="114858"/>
                </a:cubicBezTo>
                <a:cubicBezTo>
                  <a:pt x="74876" y="110505"/>
                  <a:pt x="69183" y="92556"/>
                  <a:pt x="78358" y="69383"/>
                </a:cubicBezTo>
                <a:cubicBezTo>
                  <a:pt x="92355" y="65030"/>
                  <a:pt x="124569" y="87466"/>
                  <a:pt x="124569" y="87466"/>
                </a:cubicBezTo>
                <a:cubicBezTo>
                  <a:pt x="137963" y="83716"/>
                  <a:pt x="152363" y="81773"/>
                  <a:pt x="166628" y="81773"/>
                </a:cubicBezTo>
                <a:cubicBezTo>
                  <a:pt x="180893" y="81773"/>
                  <a:pt x="195292" y="83716"/>
                  <a:pt x="208687" y="87466"/>
                </a:cubicBezTo>
                <a:cubicBezTo>
                  <a:pt x="208687" y="87466"/>
                  <a:pt x="240900" y="64963"/>
                  <a:pt x="254898" y="69383"/>
                </a:cubicBezTo>
                <a:cubicBezTo>
                  <a:pt x="264073" y="92623"/>
                  <a:pt x="258380" y="110505"/>
                  <a:pt x="256639" y="114858"/>
                </a:cubicBezTo>
                <a:cubicBezTo>
                  <a:pt x="267355" y="126712"/>
                  <a:pt x="273918" y="135954"/>
                  <a:pt x="273918" y="154305"/>
                </a:cubicBezTo>
                <a:cubicBezTo>
                  <a:pt x="273918" y="218933"/>
                  <a:pt x="234471" y="224090"/>
                  <a:pt x="197033" y="228311"/>
                </a:cubicBezTo>
                <a:cubicBezTo>
                  <a:pt x="203195" y="233600"/>
                  <a:pt x="208419" y="243646"/>
                  <a:pt x="208419" y="259385"/>
                </a:cubicBezTo>
                <a:cubicBezTo>
                  <a:pt x="208419" y="281955"/>
                  <a:pt x="208218" y="309881"/>
                  <a:pt x="208218" y="315374"/>
                </a:cubicBezTo>
                <a:cubicBezTo>
                  <a:pt x="208218" y="319726"/>
                  <a:pt x="211299" y="325019"/>
                  <a:pt x="219804" y="323478"/>
                </a:cubicBezTo>
                <a:cubicBezTo>
                  <a:pt x="286778" y="301243"/>
                  <a:pt x="332184" y="237686"/>
                  <a:pt x="332184" y="163414"/>
                </a:cubicBezTo>
                <a:cubicBezTo>
                  <a:pt x="332184" y="70522"/>
                  <a:pt x="256840" y="0"/>
                  <a:pt x="163950" y="0"/>
                </a:cubicBezTo>
                <a:close/>
                <a:moveTo>
                  <a:pt x="65097" y="230989"/>
                </a:moveTo>
                <a:cubicBezTo>
                  <a:pt x="64227" y="231658"/>
                  <a:pt x="64429" y="233199"/>
                  <a:pt x="65566" y="234471"/>
                </a:cubicBezTo>
                <a:cubicBezTo>
                  <a:pt x="66638" y="235543"/>
                  <a:pt x="68178" y="236011"/>
                  <a:pt x="69049" y="235141"/>
                </a:cubicBezTo>
                <a:cubicBezTo>
                  <a:pt x="69919" y="234471"/>
                  <a:pt x="69718" y="232931"/>
                  <a:pt x="68580" y="231658"/>
                </a:cubicBezTo>
                <a:cubicBezTo>
                  <a:pt x="67508" y="230586"/>
                  <a:pt x="65968" y="230118"/>
                  <a:pt x="65097" y="230989"/>
                </a:cubicBezTo>
                <a:close/>
                <a:moveTo>
                  <a:pt x="57864" y="225564"/>
                </a:moveTo>
                <a:cubicBezTo>
                  <a:pt x="57395" y="226434"/>
                  <a:pt x="58065" y="227505"/>
                  <a:pt x="59404" y="228176"/>
                </a:cubicBezTo>
                <a:cubicBezTo>
                  <a:pt x="60476" y="228845"/>
                  <a:pt x="61816" y="228645"/>
                  <a:pt x="62283" y="227707"/>
                </a:cubicBezTo>
                <a:cubicBezTo>
                  <a:pt x="62753" y="226836"/>
                  <a:pt x="62083" y="225765"/>
                  <a:pt x="60744" y="225095"/>
                </a:cubicBezTo>
                <a:cubicBezTo>
                  <a:pt x="59404" y="224694"/>
                  <a:pt x="58332" y="224894"/>
                  <a:pt x="57864" y="225564"/>
                </a:cubicBezTo>
                <a:close/>
                <a:moveTo>
                  <a:pt x="79563" y="249407"/>
                </a:moveTo>
                <a:cubicBezTo>
                  <a:pt x="78492" y="250276"/>
                  <a:pt x="78894" y="252286"/>
                  <a:pt x="80434" y="253558"/>
                </a:cubicBezTo>
                <a:cubicBezTo>
                  <a:pt x="81974" y="255099"/>
                  <a:pt x="83917" y="255301"/>
                  <a:pt x="84787" y="254227"/>
                </a:cubicBezTo>
                <a:cubicBezTo>
                  <a:pt x="85658" y="253358"/>
                  <a:pt x="85256" y="251348"/>
                  <a:pt x="83917" y="250076"/>
                </a:cubicBezTo>
                <a:cubicBezTo>
                  <a:pt x="82443" y="248535"/>
                  <a:pt x="80434" y="248333"/>
                  <a:pt x="79563" y="249407"/>
                </a:cubicBezTo>
                <a:close/>
                <a:moveTo>
                  <a:pt x="71928" y="239561"/>
                </a:moveTo>
                <a:cubicBezTo>
                  <a:pt x="70857" y="240231"/>
                  <a:pt x="70857" y="241972"/>
                  <a:pt x="71928" y="243512"/>
                </a:cubicBezTo>
                <a:cubicBezTo>
                  <a:pt x="73000" y="245053"/>
                  <a:pt x="74808" y="245722"/>
                  <a:pt x="75679" y="245053"/>
                </a:cubicBezTo>
                <a:cubicBezTo>
                  <a:pt x="76750" y="244182"/>
                  <a:pt x="76750" y="242441"/>
                  <a:pt x="75679" y="240900"/>
                </a:cubicBezTo>
                <a:cubicBezTo>
                  <a:pt x="74741" y="239360"/>
                  <a:pt x="73000" y="238690"/>
                  <a:pt x="71928" y="239561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038681" y="1907516"/>
            <a:ext cx="9429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GitHub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95866" y="2383692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开源代码托管平台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523518" y="2853693"/>
            <a:ext cx="135553" cy="125343"/>
          </a:xfrm>
          <a:custGeom>
            <a:avLst/>
            <a:gdLst/>
            <a:ahLst/>
            <a:cxnLst/>
            <a:rect r="r" b="b" t="t" l="l"/>
            <a:pathLst>
              <a:path h="125343" w="13555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5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2"/>
                  <a:pt x="13485" y="67032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43516" y="2802780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提供代码托管服务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523518" y="3158459"/>
            <a:ext cx="135553" cy="125343"/>
          </a:xfrm>
          <a:custGeom>
            <a:avLst/>
            <a:gdLst/>
            <a:ahLst/>
            <a:cxnLst/>
            <a:rect r="r" b="b" t="t" l="l"/>
            <a:pathLst>
              <a:path h="125343" w="13555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5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2"/>
                  <a:pt x="13485" y="67032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43516" y="3107545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协作开发工具集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523518" y="3463221"/>
            <a:ext cx="135553" cy="125343"/>
          </a:xfrm>
          <a:custGeom>
            <a:avLst/>
            <a:gdLst/>
            <a:ahLst/>
            <a:cxnLst/>
            <a:rect r="r" b="b" t="t" l="l"/>
            <a:pathLst>
              <a:path h="125343" w="135553">
                <a:moveTo>
                  <a:pt x="130344" y="3125"/>
                </a:moveTo>
                <a:cubicBezTo>
                  <a:pt x="134599" y="6220"/>
                  <a:pt x="135553" y="12173"/>
                  <a:pt x="132457" y="16430"/>
                </a:cubicBezTo>
                <a:lnTo>
                  <a:pt x="56257" y="121205"/>
                </a:lnTo>
                <a:cubicBezTo>
                  <a:pt x="54620" y="123466"/>
                  <a:pt x="52090" y="124866"/>
                  <a:pt x="49292" y="125104"/>
                </a:cubicBezTo>
                <a:cubicBezTo>
                  <a:pt x="46494" y="125342"/>
                  <a:pt x="43785" y="124301"/>
                  <a:pt x="41821" y="122336"/>
                </a:cubicBezTo>
                <a:lnTo>
                  <a:pt x="3721" y="84236"/>
                </a:lnTo>
                <a:cubicBezTo>
                  <a:pt x="0" y="80515"/>
                  <a:pt x="0" y="74472"/>
                  <a:pt x="3721" y="70753"/>
                </a:cubicBezTo>
                <a:cubicBezTo>
                  <a:pt x="7442" y="67031"/>
                  <a:pt x="13485" y="67031"/>
                  <a:pt x="17204" y="70753"/>
                </a:cubicBezTo>
                <a:lnTo>
                  <a:pt x="47416" y="100965"/>
                </a:lnTo>
                <a:lnTo>
                  <a:pt x="117068" y="5208"/>
                </a:lnTo>
                <a:cubicBezTo>
                  <a:pt x="120165" y="952"/>
                  <a:pt x="126117" y="0"/>
                  <a:pt x="130374" y="3095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743516" y="3412310"/>
            <a:ext cx="4895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社区交流平台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380956" y="4116986"/>
            <a:ext cx="11430000" cy="2000250"/>
          </a:xfrm>
          <a:custGeom>
            <a:avLst/>
            <a:gdLst/>
            <a:ahLst/>
            <a:cxnLst/>
            <a:rect r="r" b="b" t="t" l="l"/>
            <a:pathLst>
              <a:path h="2000250" w="11430000">
                <a:moveTo>
                  <a:pt x="76210" y="0"/>
                </a:moveTo>
                <a:lnTo>
                  <a:pt x="11353790" y="0"/>
                </a:lnTo>
                <a:cubicBezTo>
                  <a:pt x="11395880" y="0"/>
                  <a:pt x="11430000" y="34120"/>
                  <a:pt x="11430000" y="76210"/>
                </a:cubicBezTo>
                <a:lnTo>
                  <a:pt x="11430000" y="1924040"/>
                </a:lnTo>
                <a:cubicBezTo>
                  <a:pt x="11430000" y="1966130"/>
                  <a:pt x="11395880" y="2000250"/>
                  <a:pt x="11353790" y="2000250"/>
                </a:cubicBezTo>
                <a:lnTo>
                  <a:pt x="76210" y="2000250"/>
                </a:lnTo>
                <a:cubicBezTo>
                  <a:pt x="34120" y="2000250"/>
                  <a:pt x="0" y="1966130"/>
                  <a:pt x="0" y="19240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9529" y="4345558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09529" y="4764646"/>
            <a:ext cx="2628900" cy="1123950"/>
          </a:xfrm>
          <a:custGeom>
            <a:avLst/>
            <a:gdLst/>
            <a:ahLst/>
            <a:cxnLst/>
            <a:rect r="r" b="b" t="t" l="l"/>
            <a:pathLst>
              <a:path h="1123950" w="2628900">
                <a:moveTo>
                  <a:pt x="76204" y="0"/>
                </a:moveTo>
                <a:lnTo>
                  <a:pt x="2552696" y="0"/>
                </a:lnTo>
                <a:cubicBezTo>
                  <a:pt x="2594781" y="0"/>
                  <a:pt x="2628900" y="34119"/>
                  <a:pt x="2628900" y="76204"/>
                </a:cubicBezTo>
                <a:lnTo>
                  <a:pt x="2628900" y="1047746"/>
                </a:lnTo>
                <a:cubicBezTo>
                  <a:pt x="2628900" y="1089831"/>
                  <a:pt x="2594781" y="1123950"/>
                  <a:pt x="2552696" y="1123950"/>
                </a:cubicBezTo>
                <a:lnTo>
                  <a:pt x="76204" y="1123950"/>
                </a:lnTo>
                <a:cubicBezTo>
                  <a:pt x="34119" y="1123950"/>
                  <a:pt x="0" y="1089831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1783686" y="4934887"/>
            <a:ext cx="306567" cy="232173"/>
          </a:xfrm>
          <a:custGeom>
            <a:avLst/>
            <a:gdLst/>
            <a:ahLst/>
            <a:cxnLst/>
            <a:rect r="r" b="b" t="t" l="l"/>
            <a:pathLst>
              <a:path h="232173" w="306567">
                <a:moveTo>
                  <a:pt x="13169" y="108050"/>
                </a:moveTo>
                <a:lnTo>
                  <a:pt x="0" y="147452"/>
                </a:lnTo>
                <a:lnTo>
                  <a:pt x="0" y="35718"/>
                </a:lnTo>
                <a:cubicBezTo>
                  <a:pt x="0" y="16018"/>
                  <a:pt x="16015" y="0"/>
                  <a:pt x="35717" y="0"/>
                </a:cubicBezTo>
                <a:lnTo>
                  <a:pt x="113127" y="0"/>
                </a:lnTo>
                <a:cubicBezTo>
                  <a:pt x="120829" y="0"/>
                  <a:pt x="128364" y="2512"/>
                  <a:pt x="134559" y="7143"/>
                </a:cubicBezTo>
                <a:lnTo>
                  <a:pt x="155989" y="23218"/>
                </a:lnTo>
                <a:cubicBezTo>
                  <a:pt x="159059" y="25562"/>
                  <a:pt x="162854" y="26789"/>
                  <a:pt x="166705" y="26789"/>
                </a:cubicBezTo>
                <a:lnTo>
                  <a:pt x="232169" y="26789"/>
                </a:lnTo>
                <a:cubicBezTo>
                  <a:pt x="251872" y="26789"/>
                  <a:pt x="267890" y="42808"/>
                  <a:pt x="267890" y="62508"/>
                </a:cubicBezTo>
                <a:lnTo>
                  <a:pt x="267890" y="71439"/>
                </a:lnTo>
                <a:lnTo>
                  <a:pt x="63958" y="71439"/>
                </a:lnTo>
                <a:cubicBezTo>
                  <a:pt x="40908" y="71439"/>
                  <a:pt x="20425" y="86172"/>
                  <a:pt x="13114" y="108050"/>
                </a:cubicBezTo>
                <a:close/>
                <a:moveTo>
                  <a:pt x="248579" y="232172"/>
                </a:moveTo>
                <a:lnTo>
                  <a:pt x="37169" y="232172"/>
                </a:lnTo>
                <a:cubicBezTo>
                  <a:pt x="18863" y="232172"/>
                  <a:pt x="5970" y="214258"/>
                  <a:pt x="11775" y="196901"/>
                </a:cubicBezTo>
                <a:lnTo>
                  <a:pt x="38564" y="116532"/>
                </a:lnTo>
                <a:cubicBezTo>
                  <a:pt x="42191" y="105594"/>
                  <a:pt x="52461" y="98227"/>
                  <a:pt x="63958" y="98227"/>
                </a:cubicBezTo>
                <a:lnTo>
                  <a:pt x="275369" y="98227"/>
                </a:lnTo>
                <a:cubicBezTo>
                  <a:pt x="293674" y="98227"/>
                  <a:pt x="306566" y="116143"/>
                  <a:pt x="300762" y="133500"/>
                </a:cubicBezTo>
                <a:lnTo>
                  <a:pt x="273973" y="213866"/>
                </a:lnTo>
                <a:cubicBezTo>
                  <a:pt x="270344" y="224805"/>
                  <a:pt x="260076" y="232172"/>
                  <a:pt x="248579" y="23217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19049" y="5278955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Repository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28574" y="5545661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代码仓库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3390838" y="4764646"/>
            <a:ext cx="2628900" cy="1123950"/>
          </a:xfrm>
          <a:custGeom>
            <a:avLst/>
            <a:gdLst/>
            <a:ahLst/>
            <a:cxnLst/>
            <a:rect r="r" b="b" t="t" l="l"/>
            <a:pathLst>
              <a:path h="1123950" w="2628900">
                <a:moveTo>
                  <a:pt x="76204" y="0"/>
                </a:moveTo>
                <a:lnTo>
                  <a:pt x="2552696" y="0"/>
                </a:lnTo>
                <a:cubicBezTo>
                  <a:pt x="2594781" y="0"/>
                  <a:pt x="2628900" y="34119"/>
                  <a:pt x="2628900" y="76204"/>
                </a:cubicBezTo>
                <a:lnTo>
                  <a:pt x="2628900" y="1047746"/>
                </a:lnTo>
                <a:cubicBezTo>
                  <a:pt x="2628900" y="1089831"/>
                  <a:pt x="2594781" y="1123950"/>
                  <a:pt x="2552696" y="1123950"/>
                </a:cubicBezTo>
                <a:lnTo>
                  <a:pt x="76204" y="1123950"/>
                </a:lnTo>
                <a:cubicBezTo>
                  <a:pt x="34119" y="1123950"/>
                  <a:pt x="0" y="1089831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4582630" y="4934887"/>
            <a:ext cx="250031" cy="250033"/>
          </a:xfrm>
          <a:custGeom>
            <a:avLst/>
            <a:gdLst/>
            <a:ahLst/>
            <a:cxnLst/>
            <a:rect r="r" b="b" t="t" l="l"/>
            <a:pathLst>
              <a:path h="250033" w="250031">
                <a:moveTo>
                  <a:pt x="35719" y="0"/>
                </a:moveTo>
                <a:cubicBezTo>
                  <a:pt x="16019" y="0"/>
                  <a:pt x="0" y="16018"/>
                  <a:pt x="0" y="35718"/>
                </a:cubicBezTo>
                <a:lnTo>
                  <a:pt x="0" y="214314"/>
                </a:lnTo>
                <a:cubicBezTo>
                  <a:pt x="0" y="234014"/>
                  <a:pt x="16019" y="250032"/>
                  <a:pt x="35719" y="250032"/>
                </a:cubicBezTo>
                <a:lnTo>
                  <a:pt x="214312" y="250032"/>
                </a:lnTo>
                <a:cubicBezTo>
                  <a:pt x="234014" y="250032"/>
                  <a:pt x="250031" y="234014"/>
                  <a:pt x="250031" y="214314"/>
                </a:cubicBezTo>
                <a:lnTo>
                  <a:pt x="250031" y="78860"/>
                </a:lnTo>
                <a:cubicBezTo>
                  <a:pt x="250031" y="69373"/>
                  <a:pt x="246292" y="60276"/>
                  <a:pt x="239594" y="53579"/>
                </a:cubicBezTo>
                <a:lnTo>
                  <a:pt x="196452" y="10437"/>
                </a:lnTo>
                <a:cubicBezTo>
                  <a:pt x="189756" y="3740"/>
                  <a:pt x="180659" y="0"/>
                  <a:pt x="171171" y="0"/>
                </a:cubicBezTo>
                <a:lnTo>
                  <a:pt x="35719" y="0"/>
                </a:lnTo>
                <a:close/>
                <a:moveTo>
                  <a:pt x="53577" y="53579"/>
                </a:moveTo>
                <a:cubicBezTo>
                  <a:pt x="53577" y="43700"/>
                  <a:pt x="61559" y="35718"/>
                  <a:pt x="71438" y="35718"/>
                </a:cubicBezTo>
                <a:lnTo>
                  <a:pt x="160734" y="35718"/>
                </a:lnTo>
                <a:cubicBezTo>
                  <a:pt x="170613" y="35718"/>
                  <a:pt x="178594" y="43700"/>
                  <a:pt x="178594" y="53579"/>
                </a:cubicBezTo>
                <a:lnTo>
                  <a:pt x="178594" y="89297"/>
                </a:lnTo>
                <a:cubicBezTo>
                  <a:pt x="178594" y="99177"/>
                  <a:pt x="170613" y="107157"/>
                  <a:pt x="160734" y="107157"/>
                </a:cubicBezTo>
                <a:lnTo>
                  <a:pt x="71438" y="107157"/>
                </a:lnTo>
                <a:cubicBezTo>
                  <a:pt x="61559" y="107157"/>
                  <a:pt x="53577" y="99177"/>
                  <a:pt x="53577" y="89297"/>
                </a:cubicBezTo>
                <a:lnTo>
                  <a:pt x="53577" y="53579"/>
                </a:lnTo>
                <a:close/>
                <a:moveTo>
                  <a:pt x="125016" y="142875"/>
                </a:moveTo>
                <a:cubicBezTo>
                  <a:pt x="144729" y="142875"/>
                  <a:pt x="160734" y="158881"/>
                  <a:pt x="160734" y="178593"/>
                </a:cubicBezTo>
                <a:cubicBezTo>
                  <a:pt x="160734" y="198308"/>
                  <a:pt x="144729" y="214314"/>
                  <a:pt x="125016" y="214314"/>
                </a:cubicBezTo>
                <a:cubicBezTo>
                  <a:pt x="105302" y="214314"/>
                  <a:pt x="89298" y="198308"/>
                  <a:pt x="89298" y="178593"/>
                </a:cubicBezTo>
                <a:cubicBezTo>
                  <a:pt x="89298" y="158881"/>
                  <a:pt x="105302" y="142875"/>
                  <a:pt x="125016" y="142875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500358" y="5278955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Commit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509883" y="5545661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代码提交</a:t>
            </a:r>
            <a:endParaRPr lang="en-US" sz="1100"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6172147" y="4764646"/>
            <a:ext cx="2628900" cy="1123950"/>
          </a:xfrm>
          <a:custGeom>
            <a:avLst/>
            <a:gdLst/>
            <a:ahLst/>
            <a:cxnLst/>
            <a:rect r="r" b="b" t="t" l="l"/>
            <a:pathLst>
              <a:path h="1123950" w="2628900">
                <a:moveTo>
                  <a:pt x="76204" y="0"/>
                </a:moveTo>
                <a:lnTo>
                  <a:pt x="2552696" y="0"/>
                </a:lnTo>
                <a:cubicBezTo>
                  <a:pt x="2594781" y="0"/>
                  <a:pt x="2628900" y="34119"/>
                  <a:pt x="2628900" y="76204"/>
                </a:cubicBezTo>
                <a:lnTo>
                  <a:pt x="2628900" y="1047746"/>
                </a:lnTo>
                <a:cubicBezTo>
                  <a:pt x="2628900" y="1089831"/>
                  <a:pt x="2594781" y="1123950"/>
                  <a:pt x="2552696" y="1123950"/>
                </a:cubicBezTo>
                <a:lnTo>
                  <a:pt x="76204" y="1123950"/>
                </a:lnTo>
                <a:cubicBezTo>
                  <a:pt x="34119" y="1123950"/>
                  <a:pt x="0" y="1089831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7328220" y="4917028"/>
            <a:ext cx="321469" cy="284745"/>
          </a:xfrm>
          <a:custGeom>
            <a:avLst/>
            <a:gdLst/>
            <a:ahLst/>
            <a:cxnLst/>
            <a:rect r="r" b="b" t="t" l="l"/>
            <a:pathLst>
              <a:path h="284745" w="321469">
                <a:moveTo>
                  <a:pt x="107156" y="53577"/>
                </a:moveTo>
                <a:cubicBezTo>
                  <a:pt x="107156" y="23999"/>
                  <a:pt x="131155" y="0"/>
                  <a:pt x="160734" y="0"/>
                </a:cubicBezTo>
                <a:cubicBezTo>
                  <a:pt x="190315" y="0"/>
                  <a:pt x="214313" y="23999"/>
                  <a:pt x="214313" y="53577"/>
                </a:cubicBezTo>
                <a:lnTo>
                  <a:pt x="214313" y="55587"/>
                </a:lnTo>
                <a:cubicBezTo>
                  <a:pt x="214313" y="64350"/>
                  <a:pt x="207225" y="71438"/>
                  <a:pt x="198462" y="71438"/>
                </a:cubicBezTo>
                <a:lnTo>
                  <a:pt x="123062" y="71438"/>
                </a:lnTo>
                <a:cubicBezTo>
                  <a:pt x="114300" y="71438"/>
                  <a:pt x="107212" y="64350"/>
                  <a:pt x="107212" y="55587"/>
                </a:cubicBezTo>
                <a:lnTo>
                  <a:pt x="107212" y="53577"/>
                </a:lnTo>
                <a:close/>
                <a:moveTo>
                  <a:pt x="300038" y="60723"/>
                </a:moveTo>
                <a:cubicBezTo>
                  <a:pt x="305953" y="68591"/>
                  <a:pt x="304335" y="79809"/>
                  <a:pt x="296466" y="85725"/>
                </a:cubicBezTo>
                <a:lnTo>
                  <a:pt x="241883" y="126634"/>
                </a:lnTo>
                <a:cubicBezTo>
                  <a:pt x="244841" y="131601"/>
                  <a:pt x="247073" y="137071"/>
                  <a:pt x="248469" y="142875"/>
                </a:cubicBezTo>
                <a:lnTo>
                  <a:pt x="303609" y="142875"/>
                </a:lnTo>
                <a:cubicBezTo>
                  <a:pt x="313488" y="142875"/>
                  <a:pt x="321469" y="150856"/>
                  <a:pt x="321469" y="160734"/>
                </a:cubicBezTo>
                <a:cubicBezTo>
                  <a:pt x="321469" y="170613"/>
                  <a:pt x="313488" y="178594"/>
                  <a:pt x="303609" y="178594"/>
                </a:cubicBezTo>
                <a:lnTo>
                  <a:pt x="250031" y="178594"/>
                </a:lnTo>
                <a:lnTo>
                  <a:pt x="250031" y="196452"/>
                </a:lnTo>
                <a:cubicBezTo>
                  <a:pt x="250031" y="197904"/>
                  <a:pt x="249975" y="199412"/>
                  <a:pt x="249919" y="200862"/>
                </a:cubicBezTo>
                <a:lnTo>
                  <a:pt x="296466" y="235744"/>
                </a:lnTo>
                <a:cubicBezTo>
                  <a:pt x="304335" y="241659"/>
                  <a:pt x="305953" y="252879"/>
                  <a:pt x="300038" y="260748"/>
                </a:cubicBezTo>
                <a:cubicBezTo>
                  <a:pt x="294122" y="268616"/>
                  <a:pt x="282904" y="270234"/>
                  <a:pt x="275034" y="264319"/>
                </a:cubicBezTo>
                <a:lnTo>
                  <a:pt x="239818" y="237921"/>
                </a:lnTo>
                <a:cubicBezTo>
                  <a:pt x="226870" y="262589"/>
                  <a:pt x="202703" y="280448"/>
                  <a:pt x="174128" y="284745"/>
                </a:cubicBezTo>
                <a:lnTo>
                  <a:pt x="174128" y="156270"/>
                </a:lnTo>
                <a:cubicBezTo>
                  <a:pt x="174128" y="148847"/>
                  <a:pt x="168157" y="142875"/>
                  <a:pt x="160734" y="142875"/>
                </a:cubicBezTo>
                <a:cubicBezTo>
                  <a:pt x="153312" y="142875"/>
                  <a:pt x="147340" y="148847"/>
                  <a:pt x="147340" y="156270"/>
                </a:cubicBezTo>
                <a:lnTo>
                  <a:pt x="147340" y="284745"/>
                </a:lnTo>
                <a:cubicBezTo>
                  <a:pt x="118765" y="280448"/>
                  <a:pt x="94598" y="262589"/>
                  <a:pt x="81651" y="237921"/>
                </a:cubicBezTo>
                <a:lnTo>
                  <a:pt x="46434" y="264319"/>
                </a:lnTo>
                <a:cubicBezTo>
                  <a:pt x="38565" y="270234"/>
                  <a:pt x="27347" y="268616"/>
                  <a:pt x="21431" y="260748"/>
                </a:cubicBezTo>
                <a:cubicBezTo>
                  <a:pt x="15516" y="252879"/>
                  <a:pt x="17134" y="241659"/>
                  <a:pt x="25002" y="235744"/>
                </a:cubicBezTo>
                <a:lnTo>
                  <a:pt x="71549" y="200862"/>
                </a:lnTo>
                <a:cubicBezTo>
                  <a:pt x="71493" y="199412"/>
                  <a:pt x="71438" y="197960"/>
                  <a:pt x="71438" y="196452"/>
                </a:cubicBezTo>
                <a:lnTo>
                  <a:pt x="71438" y="178594"/>
                </a:lnTo>
                <a:lnTo>
                  <a:pt x="17859" y="178594"/>
                </a:lnTo>
                <a:cubicBezTo>
                  <a:pt x="7981" y="178594"/>
                  <a:pt x="0" y="170613"/>
                  <a:pt x="0" y="160734"/>
                </a:cubicBezTo>
                <a:cubicBezTo>
                  <a:pt x="0" y="150856"/>
                  <a:pt x="7981" y="142875"/>
                  <a:pt x="17859" y="142875"/>
                </a:cubicBezTo>
                <a:lnTo>
                  <a:pt x="73000" y="142875"/>
                </a:lnTo>
                <a:cubicBezTo>
                  <a:pt x="74395" y="137071"/>
                  <a:pt x="76628" y="131601"/>
                  <a:pt x="79586" y="126634"/>
                </a:cubicBezTo>
                <a:lnTo>
                  <a:pt x="25002" y="85725"/>
                </a:lnTo>
                <a:cubicBezTo>
                  <a:pt x="17134" y="79809"/>
                  <a:pt x="15516" y="68591"/>
                  <a:pt x="21431" y="60723"/>
                </a:cubicBezTo>
                <a:cubicBezTo>
                  <a:pt x="27347" y="52854"/>
                  <a:pt x="38565" y="51234"/>
                  <a:pt x="46434" y="57150"/>
                </a:cubicBezTo>
                <a:lnTo>
                  <a:pt x="107156" y="102691"/>
                </a:lnTo>
                <a:cubicBezTo>
                  <a:pt x="114021" y="99845"/>
                  <a:pt x="121556" y="98227"/>
                  <a:pt x="129480" y="98227"/>
                </a:cubicBezTo>
                <a:lnTo>
                  <a:pt x="191988" y="98227"/>
                </a:lnTo>
                <a:cubicBezTo>
                  <a:pt x="199913" y="98227"/>
                  <a:pt x="207448" y="99789"/>
                  <a:pt x="214313" y="102691"/>
                </a:cubicBezTo>
                <a:lnTo>
                  <a:pt x="275034" y="57150"/>
                </a:lnTo>
                <a:cubicBezTo>
                  <a:pt x="282904" y="51234"/>
                  <a:pt x="294122" y="52854"/>
                  <a:pt x="300038" y="6072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281667" y="5278955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Issue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291192" y="5545661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问题追踪</a:t>
            </a:r>
            <a:endParaRPr lang="en-US" sz="1100"/>
          </a:p>
        </p:txBody>
      </p:sp>
      <p:sp>
        <p:nvSpPr>
          <p:cNvPr name="Freeform 37" id="37"/>
          <p:cNvSpPr/>
          <p:nvPr/>
        </p:nvSpPr>
        <p:spPr>
          <a:xfrm rot="0" flipH="false" flipV="false">
            <a:off x="8953455" y="4764646"/>
            <a:ext cx="2628900" cy="1123950"/>
          </a:xfrm>
          <a:custGeom>
            <a:avLst/>
            <a:gdLst/>
            <a:ahLst/>
            <a:cxnLst/>
            <a:rect r="r" b="b" t="t" l="l"/>
            <a:pathLst>
              <a:path h="1123950" w="2628900">
                <a:moveTo>
                  <a:pt x="76204" y="0"/>
                </a:moveTo>
                <a:lnTo>
                  <a:pt x="2552696" y="0"/>
                </a:lnTo>
                <a:cubicBezTo>
                  <a:pt x="2594781" y="0"/>
                  <a:pt x="2628900" y="34119"/>
                  <a:pt x="2628900" y="76204"/>
                </a:cubicBezTo>
                <a:lnTo>
                  <a:pt x="2628900" y="1047746"/>
                </a:lnTo>
                <a:cubicBezTo>
                  <a:pt x="2628900" y="1089831"/>
                  <a:pt x="2594781" y="1123950"/>
                  <a:pt x="2552696" y="1123950"/>
                </a:cubicBezTo>
                <a:lnTo>
                  <a:pt x="76204" y="1123950"/>
                </a:lnTo>
                <a:cubicBezTo>
                  <a:pt x="34119" y="1123950"/>
                  <a:pt x="0" y="1089831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8" id="38"/>
          <p:cNvSpPr/>
          <p:nvPr/>
        </p:nvSpPr>
        <p:spPr>
          <a:xfrm rot="0" flipH="false" flipV="false">
            <a:off x="10145321" y="4917028"/>
            <a:ext cx="250031" cy="285750"/>
          </a:xfrm>
          <a:custGeom>
            <a:avLst/>
            <a:gdLst/>
            <a:ahLst/>
            <a:cxnLst/>
            <a:rect r="r" b="b" t="t" l="l"/>
            <a:pathLst>
              <a:path h="285750" w="250031">
                <a:moveTo>
                  <a:pt x="44648" y="58043"/>
                </a:moveTo>
                <a:cubicBezTo>
                  <a:pt x="52041" y="58043"/>
                  <a:pt x="58043" y="52041"/>
                  <a:pt x="58043" y="44648"/>
                </a:cubicBezTo>
                <a:cubicBezTo>
                  <a:pt x="58043" y="37255"/>
                  <a:pt x="52041" y="31253"/>
                  <a:pt x="44648" y="31253"/>
                </a:cubicBezTo>
                <a:cubicBezTo>
                  <a:pt x="37255" y="31253"/>
                  <a:pt x="31253" y="37255"/>
                  <a:pt x="31253" y="44648"/>
                </a:cubicBezTo>
                <a:cubicBezTo>
                  <a:pt x="31253" y="52041"/>
                  <a:pt x="37255" y="58043"/>
                  <a:pt x="44648" y="58043"/>
                </a:cubicBezTo>
                <a:close/>
                <a:moveTo>
                  <a:pt x="89298" y="44648"/>
                </a:moveTo>
                <a:cubicBezTo>
                  <a:pt x="89298" y="62954"/>
                  <a:pt x="78302" y="78693"/>
                  <a:pt x="62508" y="85559"/>
                </a:cubicBezTo>
                <a:lnTo>
                  <a:pt x="62508" y="125016"/>
                </a:lnTo>
                <a:lnTo>
                  <a:pt x="160734" y="125016"/>
                </a:lnTo>
                <a:cubicBezTo>
                  <a:pt x="175524" y="125016"/>
                  <a:pt x="187523" y="113016"/>
                  <a:pt x="187523" y="98227"/>
                </a:cubicBezTo>
                <a:lnTo>
                  <a:pt x="187523" y="85559"/>
                </a:lnTo>
                <a:cubicBezTo>
                  <a:pt x="171729" y="78693"/>
                  <a:pt x="160734" y="62954"/>
                  <a:pt x="160734" y="44648"/>
                </a:cubicBezTo>
                <a:cubicBezTo>
                  <a:pt x="160734" y="19980"/>
                  <a:pt x="180715" y="0"/>
                  <a:pt x="205383" y="0"/>
                </a:cubicBezTo>
                <a:cubicBezTo>
                  <a:pt x="230052" y="0"/>
                  <a:pt x="250031" y="19980"/>
                  <a:pt x="250031" y="44648"/>
                </a:cubicBezTo>
                <a:cubicBezTo>
                  <a:pt x="250031" y="62954"/>
                  <a:pt x="239037" y="78693"/>
                  <a:pt x="223242" y="85559"/>
                </a:cubicBezTo>
                <a:lnTo>
                  <a:pt x="223242" y="98227"/>
                </a:lnTo>
                <a:cubicBezTo>
                  <a:pt x="223242" y="132773"/>
                  <a:pt x="195282" y="160734"/>
                  <a:pt x="160734" y="160734"/>
                </a:cubicBezTo>
                <a:lnTo>
                  <a:pt x="62508" y="160734"/>
                </a:lnTo>
                <a:lnTo>
                  <a:pt x="62508" y="200191"/>
                </a:lnTo>
                <a:cubicBezTo>
                  <a:pt x="78302" y="207057"/>
                  <a:pt x="89298" y="222796"/>
                  <a:pt x="89298" y="241102"/>
                </a:cubicBezTo>
                <a:cubicBezTo>
                  <a:pt x="89298" y="265770"/>
                  <a:pt x="69317" y="285750"/>
                  <a:pt x="44648" y="285750"/>
                </a:cubicBezTo>
                <a:cubicBezTo>
                  <a:pt x="19980" y="285750"/>
                  <a:pt x="0" y="265770"/>
                  <a:pt x="0" y="241102"/>
                </a:cubicBezTo>
                <a:cubicBezTo>
                  <a:pt x="0" y="222796"/>
                  <a:pt x="10994" y="207057"/>
                  <a:pt x="26789" y="200191"/>
                </a:cubicBezTo>
                <a:lnTo>
                  <a:pt x="26789" y="85613"/>
                </a:lnTo>
                <a:cubicBezTo>
                  <a:pt x="10994" y="78693"/>
                  <a:pt x="0" y="62954"/>
                  <a:pt x="0" y="44648"/>
                </a:cubicBezTo>
                <a:cubicBezTo>
                  <a:pt x="0" y="19980"/>
                  <a:pt x="19980" y="0"/>
                  <a:pt x="44648" y="0"/>
                </a:cubicBezTo>
                <a:cubicBezTo>
                  <a:pt x="69317" y="0"/>
                  <a:pt x="89298" y="19980"/>
                  <a:pt x="89298" y="44648"/>
                </a:cubicBezTo>
                <a:close/>
                <a:moveTo>
                  <a:pt x="218777" y="44648"/>
                </a:moveTo>
                <a:cubicBezTo>
                  <a:pt x="218777" y="37255"/>
                  <a:pt x="212775" y="31253"/>
                  <a:pt x="205383" y="31253"/>
                </a:cubicBezTo>
                <a:cubicBezTo>
                  <a:pt x="197990" y="31253"/>
                  <a:pt x="191988" y="37255"/>
                  <a:pt x="191988" y="44648"/>
                </a:cubicBezTo>
                <a:cubicBezTo>
                  <a:pt x="191988" y="52041"/>
                  <a:pt x="197990" y="58043"/>
                  <a:pt x="205383" y="58043"/>
                </a:cubicBezTo>
                <a:cubicBezTo>
                  <a:pt x="212775" y="58043"/>
                  <a:pt x="218777" y="52041"/>
                  <a:pt x="218777" y="44648"/>
                </a:cubicBezTo>
                <a:close/>
                <a:moveTo>
                  <a:pt x="44648" y="254497"/>
                </a:moveTo>
                <a:cubicBezTo>
                  <a:pt x="52041" y="254497"/>
                  <a:pt x="58043" y="248495"/>
                  <a:pt x="58043" y="241102"/>
                </a:cubicBezTo>
                <a:cubicBezTo>
                  <a:pt x="58043" y="233709"/>
                  <a:pt x="52041" y="227707"/>
                  <a:pt x="44648" y="227707"/>
                </a:cubicBezTo>
                <a:cubicBezTo>
                  <a:pt x="37255" y="227707"/>
                  <a:pt x="31253" y="233709"/>
                  <a:pt x="31253" y="241102"/>
                </a:cubicBezTo>
                <a:cubicBezTo>
                  <a:pt x="31253" y="248495"/>
                  <a:pt x="37255" y="254497"/>
                  <a:pt x="44648" y="25449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062975" y="5278955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Pull Request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072500" y="5545661"/>
            <a:ext cx="2390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合并请求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8"/>
            <a:ext cx="37528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Pull Request（PR）是什么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640886"/>
            <a:ext cx="69342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PR 的作用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2059974"/>
            <a:ext cx="6838950" cy="495300"/>
          </a:xfrm>
          <a:custGeom>
            <a:avLst/>
            <a:gdLst/>
            <a:ahLst/>
            <a:cxnLst/>
            <a:rect r="r" b="b" t="t" l="l"/>
            <a:pathLst>
              <a:path h="495300" w="6838950">
                <a:moveTo>
                  <a:pt x="76203" y="0"/>
                </a:moveTo>
                <a:lnTo>
                  <a:pt x="6762747" y="0"/>
                </a:lnTo>
                <a:cubicBezTo>
                  <a:pt x="6804833" y="0"/>
                  <a:pt x="6838950" y="34117"/>
                  <a:pt x="6838950" y="76203"/>
                </a:cubicBezTo>
                <a:lnTo>
                  <a:pt x="6838950" y="419097"/>
                </a:lnTo>
                <a:cubicBezTo>
                  <a:pt x="6838950" y="461183"/>
                  <a:pt x="6804833" y="495300"/>
                  <a:pt x="676274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530924" y="2211128"/>
            <a:ext cx="166688" cy="179747"/>
          </a:xfrm>
          <a:custGeom>
            <a:avLst/>
            <a:gdLst/>
            <a:ahLst/>
            <a:cxnLst/>
            <a:rect r="r" b="b" t="t" l="l"/>
            <a:pathLst>
              <a:path h="179747" w="166688">
                <a:moveTo>
                  <a:pt x="95250" y="41820"/>
                </a:moveTo>
                <a:lnTo>
                  <a:pt x="95250" y="120216"/>
                </a:lnTo>
                <a:cubicBezTo>
                  <a:pt x="95250" y="126800"/>
                  <a:pt x="89929" y="132122"/>
                  <a:pt x="83344" y="132122"/>
                </a:cubicBezTo>
                <a:cubicBezTo>
                  <a:pt x="76758" y="132122"/>
                  <a:pt x="71438" y="126800"/>
                  <a:pt x="71438" y="120216"/>
                </a:cubicBezTo>
                <a:lnTo>
                  <a:pt x="71438" y="41820"/>
                </a:lnTo>
                <a:lnTo>
                  <a:pt x="56034" y="57224"/>
                </a:lnTo>
                <a:cubicBezTo>
                  <a:pt x="51383" y="61876"/>
                  <a:pt x="43830" y="61876"/>
                  <a:pt x="39180" y="57224"/>
                </a:cubicBezTo>
                <a:cubicBezTo>
                  <a:pt x="34527" y="52573"/>
                  <a:pt x="34527" y="45020"/>
                  <a:pt x="39180" y="40369"/>
                </a:cubicBezTo>
                <a:lnTo>
                  <a:pt x="74898" y="4651"/>
                </a:lnTo>
                <a:cubicBezTo>
                  <a:pt x="79549" y="0"/>
                  <a:pt x="87102" y="0"/>
                  <a:pt x="91752" y="4651"/>
                </a:cubicBezTo>
                <a:lnTo>
                  <a:pt x="127471" y="40369"/>
                </a:lnTo>
                <a:cubicBezTo>
                  <a:pt x="132122" y="45020"/>
                  <a:pt x="132122" y="52573"/>
                  <a:pt x="127471" y="57224"/>
                </a:cubicBezTo>
                <a:cubicBezTo>
                  <a:pt x="122820" y="61876"/>
                  <a:pt x="115266" y="61876"/>
                  <a:pt x="110617" y="57224"/>
                </a:cubicBezTo>
                <a:lnTo>
                  <a:pt x="95250" y="41820"/>
                </a:lnTo>
                <a:close/>
                <a:moveTo>
                  <a:pt x="83344" y="149980"/>
                </a:moveTo>
                <a:cubicBezTo>
                  <a:pt x="99789" y="149980"/>
                  <a:pt x="113109" y="136661"/>
                  <a:pt x="113109" y="120216"/>
                </a:cubicBezTo>
                <a:lnTo>
                  <a:pt x="142875" y="120216"/>
                </a:lnTo>
                <a:cubicBezTo>
                  <a:pt x="156009" y="120216"/>
                  <a:pt x="166688" y="130894"/>
                  <a:pt x="166688" y="144028"/>
                </a:cubicBezTo>
                <a:lnTo>
                  <a:pt x="166688" y="155934"/>
                </a:lnTo>
                <a:cubicBezTo>
                  <a:pt x="166688" y="169069"/>
                  <a:pt x="156009" y="179747"/>
                  <a:pt x="142875" y="179747"/>
                </a:cubicBezTo>
                <a:lnTo>
                  <a:pt x="23812" y="179747"/>
                </a:lnTo>
                <a:cubicBezTo>
                  <a:pt x="10678" y="179747"/>
                  <a:pt x="0" y="169069"/>
                  <a:pt x="0" y="155934"/>
                </a:cubicBezTo>
                <a:lnTo>
                  <a:pt x="0" y="144028"/>
                </a:lnTo>
                <a:cubicBezTo>
                  <a:pt x="0" y="130894"/>
                  <a:pt x="10678" y="120216"/>
                  <a:pt x="23812" y="120216"/>
                </a:cubicBezTo>
                <a:lnTo>
                  <a:pt x="53577" y="120216"/>
                </a:lnTo>
                <a:cubicBezTo>
                  <a:pt x="53577" y="136661"/>
                  <a:pt x="66899" y="149980"/>
                  <a:pt x="83344" y="149980"/>
                </a:cubicBezTo>
                <a:close/>
                <a:moveTo>
                  <a:pt x="136923" y="158911"/>
                </a:moveTo>
                <a:cubicBezTo>
                  <a:pt x="141850" y="158911"/>
                  <a:pt x="145852" y="154911"/>
                  <a:pt x="145852" y="149980"/>
                </a:cubicBezTo>
                <a:cubicBezTo>
                  <a:pt x="145852" y="145053"/>
                  <a:pt x="141850" y="141051"/>
                  <a:pt x="136923" y="141051"/>
                </a:cubicBezTo>
                <a:cubicBezTo>
                  <a:pt x="131992" y="141051"/>
                  <a:pt x="127992" y="145053"/>
                  <a:pt x="127992" y="149980"/>
                </a:cubicBezTo>
                <a:cubicBezTo>
                  <a:pt x="127992" y="154911"/>
                  <a:pt x="131992" y="158911"/>
                  <a:pt x="136923" y="158911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7580" y="2174223"/>
            <a:ext cx="1114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提交代码修改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80956" y="2669428"/>
            <a:ext cx="6838950" cy="495300"/>
          </a:xfrm>
          <a:custGeom>
            <a:avLst/>
            <a:gdLst/>
            <a:ahLst/>
            <a:cxnLst/>
            <a:rect r="r" b="b" t="t" l="l"/>
            <a:pathLst>
              <a:path h="495300" w="6838950">
                <a:moveTo>
                  <a:pt x="76203" y="0"/>
                </a:moveTo>
                <a:lnTo>
                  <a:pt x="6762747" y="0"/>
                </a:lnTo>
                <a:cubicBezTo>
                  <a:pt x="6804833" y="0"/>
                  <a:pt x="6838950" y="34117"/>
                  <a:pt x="6838950" y="76203"/>
                </a:cubicBezTo>
                <a:lnTo>
                  <a:pt x="6838950" y="419097"/>
                </a:lnTo>
                <a:cubicBezTo>
                  <a:pt x="6838950" y="461183"/>
                  <a:pt x="6804833" y="495300"/>
                  <a:pt x="676274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507111" y="2833643"/>
            <a:ext cx="214312" cy="166724"/>
          </a:xfrm>
          <a:custGeom>
            <a:avLst/>
            <a:gdLst/>
            <a:ahLst/>
            <a:cxnLst/>
            <a:rect r="r" b="b" t="t" l="l"/>
            <a:pathLst>
              <a:path h="166724" w="214312">
                <a:moveTo>
                  <a:pt x="100051" y="19794"/>
                </a:moveTo>
                <a:lnTo>
                  <a:pt x="56666" y="68015"/>
                </a:lnTo>
                <a:cubicBezTo>
                  <a:pt x="54955" y="69912"/>
                  <a:pt x="55029" y="72853"/>
                  <a:pt x="56852" y="74675"/>
                </a:cubicBezTo>
                <a:cubicBezTo>
                  <a:pt x="68200" y="86022"/>
                  <a:pt x="86618" y="86022"/>
                  <a:pt x="97967" y="74675"/>
                </a:cubicBezTo>
                <a:lnTo>
                  <a:pt x="109798" y="62842"/>
                </a:lnTo>
                <a:cubicBezTo>
                  <a:pt x="111361" y="61280"/>
                  <a:pt x="113334" y="60424"/>
                  <a:pt x="115341" y="60276"/>
                </a:cubicBezTo>
                <a:cubicBezTo>
                  <a:pt x="117873" y="60052"/>
                  <a:pt x="120476" y="60908"/>
                  <a:pt x="122411" y="62842"/>
                </a:cubicBezTo>
                <a:lnTo>
                  <a:pt x="188119" y="127992"/>
                </a:lnTo>
                <a:lnTo>
                  <a:pt x="214313" y="107157"/>
                </a:lnTo>
                <a:lnTo>
                  <a:pt x="214313" y="0"/>
                </a:lnTo>
                <a:lnTo>
                  <a:pt x="172641" y="23813"/>
                </a:lnTo>
                <a:lnTo>
                  <a:pt x="163786" y="17897"/>
                </a:lnTo>
                <a:cubicBezTo>
                  <a:pt x="157907" y="13991"/>
                  <a:pt x="151023" y="11907"/>
                  <a:pt x="143955" y="11907"/>
                </a:cubicBezTo>
                <a:lnTo>
                  <a:pt x="117759" y="11907"/>
                </a:lnTo>
                <a:cubicBezTo>
                  <a:pt x="117351" y="11907"/>
                  <a:pt x="116903" y="11907"/>
                  <a:pt x="116495" y="11945"/>
                </a:cubicBezTo>
                <a:cubicBezTo>
                  <a:pt x="110207" y="12279"/>
                  <a:pt x="104291" y="15106"/>
                  <a:pt x="100051" y="19794"/>
                </a:cubicBezTo>
                <a:close/>
                <a:moveTo>
                  <a:pt x="43383" y="56071"/>
                </a:moveTo>
                <a:lnTo>
                  <a:pt x="83121" y="11907"/>
                </a:lnTo>
                <a:lnTo>
                  <a:pt x="68387" y="11907"/>
                </a:lnTo>
                <a:cubicBezTo>
                  <a:pt x="58899" y="11907"/>
                  <a:pt x="49820" y="15664"/>
                  <a:pt x="43123" y="22362"/>
                </a:cubicBezTo>
                <a:lnTo>
                  <a:pt x="41673" y="23813"/>
                </a:lnTo>
                <a:lnTo>
                  <a:pt x="0" y="0"/>
                </a:lnTo>
                <a:lnTo>
                  <a:pt x="0" y="107157"/>
                </a:lnTo>
                <a:lnTo>
                  <a:pt x="58191" y="155637"/>
                </a:lnTo>
                <a:cubicBezTo>
                  <a:pt x="66749" y="162781"/>
                  <a:pt x="77539" y="166688"/>
                  <a:pt x="88664" y="166688"/>
                </a:cubicBezTo>
                <a:lnTo>
                  <a:pt x="94506" y="166688"/>
                </a:lnTo>
                <a:lnTo>
                  <a:pt x="91901" y="164083"/>
                </a:lnTo>
                <a:cubicBezTo>
                  <a:pt x="88403" y="160585"/>
                  <a:pt x="88403" y="154930"/>
                  <a:pt x="91901" y="151471"/>
                </a:cubicBezTo>
                <a:cubicBezTo>
                  <a:pt x="95399" y="148010"/>
                  <a:pt x="101054" y="147973"/>
                  <a:pt x="104515" y="151471"/>
                </a:cubicBezTo>
                <a:lnTo>
                  <a:pt x="119769" y="166725"/>
                </a:lnTo>
                <a:lnTo>
                  <a:pt x="123118" y="166725"/>
                </a:lnTo>
                <a:cubicBezTo>
                  <a:pt x="130225" y="166725"/>
                  <a:pt x="137182" y="165124"/>
                  <a:pt x="143507" y="162147"/>
                </a:cubicBezTo>
                <a:lnTo>
                  <a:pt x="133574" y="152177"/>
                </a:lnTo>
                <a:cubicBezTo>
                  <a:pt x="130076" y="148680"/>
                  <a:pt x="130076" y="143024"/>
                  <a:pt x="133574" y="139564"/>
                </a:cubicBezTo>
                <a:cubicBezTo>
                  <a:pt x="137071" y="136104"/>
                  <a:pt x="142726" y="136066"/>
                  <a:pt x="146186" y="139564"/>
                </a:cubicBezTo>
                <a:lnTo>
                  <a:pt x="158093" y="151471"/>
                </a:lnTo>
                <a:lnTo>
                  <a:pt x="164603" y="144959"/>
                </a:lnTo>
                <a:cubicBezTo>
                  <a:pt x="167916" y="141647"/>
                  <a:pt x="168883" y="136848"/>
                  <a:pt x="167432" y="132643"/>
                </a:cubicBezTo>
                <a:lnTo>
                  <a:pt x="116122" y="81744"/>
                </a:lnTo>
                <a:lnTo>
                  <a:pt x="110579" y="87289"/>
                </a:lnTo>
                <a:cubicBezTo>
                  <a:pt x="92236" y="105631"/>
                  <a:pt x="62545" y="105631"/>
                  <a:pt x="44202" y="87289"/>
                </a:cubicBezTo>
                <a:cubicBezTo>
                  <a:pt x="35644" y="78730"/>
                  <a:pt x="35309" y="65001"/>
                  <a:pt x="43383" y="56034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47580" y="2783679"/>
            <a:ext cx="19716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请求项目维护者合并代码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380956" y="3278884"/>
            <a:ext cx="6838950" cy="495300"/>
          </a:xfrm>
          <a:custGeom>
            <a:avLst/>
            <a:gdLst/>
            <a:ahLst/>
            <a:cxnLst/>
            <a:rect r="r" b="b" t="t" l="l"/>
            <a:pathLst>
              <a:path h="495300" w="6838950">
                <a:moveTo>
                  <a:pt x="76203" y="0"/>
                </a:moveTo>
                <a:lnTo>
                  <a:pt x="6762747" y="0"/>
                </a:lnTo>
                <a:cubicBezTo>
                  <a:pt x="6804833" y="0"/>
                  <a:pt x="6838950" y="34117"/>
                  <a:pt x="6838950" y="76203"/>
                </a:cubicBezTo>
                <a:lnTo>
                  <a:pt x="6838950" y="419097"/>
                </a:lnTo>
                <a:cubicBezTo>
                  <a:pt x="6838950" y="461183"/>
                  <a:pt x="6804833" y="495300"/>
                  <a:pt x="676274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506776" y="3443099"/>
            <a:ext cx="214982" cy="166688"/>
          </a:xfrm>
          <a:custGeom>
            <a:avLst/>
            <a:gdLst/>
            <a:ahLst/>
            <a:cxnLst/>
            <a:rect r="r" b="b" t="t" l="l"/>
            <a:pathLst>
              <a:path h="166688" w="214982">
                <a:moveTo>
                  <a:pt x="107491" y="0"/>
                </a:moveTo>
                <a:cubicBezTo>
                  <a:pt x="77428" y="0"/>
                  <a:pt x="53355" y="13692"/>
                  <a:pt x="35832" y="29989"/>
                </a:cubicBezTo>
                <a:cubicBezTo>
                  <a:pt x="18419" y="46174"/>
                  <a:pt x="6773" y="65485"/>
                  <a:pt x="1228" y="78768"/>
                </a:cubicBezTo>
                <a:cubicBezTo>
                  <a:pt x="0" y="81707"/>
                  <a:pt x="0" y="84981"/>
                  <a:pt x="1228" y="87920"/>
                </a:cubicBezTo>
                <a:cubicBezTo>
                  <a:pt x="6773" y="101203"/>
                  <a:pt x="18419" y="120551"/>
                  <a:pt x="35832" y="136699"/>
                </a:cubicBezTo>
                <a:cubicBezTo>
                  <a:pt x="53355" y="152958"/>
                  <a:pt x="77428" y="166688"/>
                  <a:pt x="107491" y="166688"/>
                </a:cubicBezTo>
                <a:cubicBezTo>
                  <a:pt x="137555" y="166688"/>
                  <a:pt x="161628" y="152996"/>
                  <a:pt x="179152" y="136699"/>
                </a:cubicBezTo>
                <a:cubicBezTo>
                  <a:pt x="196565" y="120514"/>
                  <a:pt x="208211" y="101203"/>
                  <a:pt x="213755" y="87920"/>
                </a:cubicBezTo>
                <a:cubicBezTo>
                  <a:pt x="214982" y="84981"/>
                  <a:pt x="214982" y="81707"/>
                  <a:pt x="213755" y="78768"/>
                </a:cubicBezTo>
                <a:cubicBezTo>
                  <a:pt x="208211" y="65485"/>
                  <a:pt x="196565" y="46137"/>
                  <a:pt x="179152" y="29989"/>
                </a:cubicBezTo>
                <a:cubicBezTo>
                  <a:pt x="161628" y="13730"/>
                  <a:pt x="137555" y="0"/>
                  <a:pt x="107491" y="0"/>
                </a:cubicBezTo>
                <a:close/>
                <a:moveTo>
                  <a:pt x="53912" y="83344"/>
                </a:moveTo>
                <a:cubicBezTo>
                  <a:pt x="53912" y="53773"/>
                  <a:pt x="77921" y="29767"/>
                  <a:pt x="107491" y="29767"/>
                </a:cubicBezTo>
                <a:cubicBezTo>
                  <a:pt x="137062" y="29767"/>
                  <a:pt x="161069" y="53773"/>
                  <a:pt x="161069" y="83344"/>
                </a:cubicBezTo>
                <a:cubicBezTo>
                  <a:pt x="161069" y="112915"/>
                  <a:pt x="137062" y="136921"/>
                  <a:pt x="107491" y="136921"/>
                </a:cubicBezTo>
                <a:cubicBezTo>
                  <a:pt x="77921" y="136921"/>
                  <a:pt x="53912" y="112915"/>
                  <a:pt x="53912" y="83344"/>
                </a:cubicBezTo>
                <a:close/>
                <a:moveTo>
                  <a:pt x="107491" y="59531"/>
                </a:moveTo>
                <a:cubicBezTo>
                  <a:pt x="107491" y="72666"/>
                  <a:pt x="96813" y="83344"/>
                  <a:pt x="83679" y="83344"/>
                </a:cubicBezTo>
                <a:cubicBezTo>
                  <a:pt x="79400" y="83344"/>
                  <a:pt x="75382" y="82228"/>
                  <a:pt x="71884" y="80219"/>
                </a:cubicBezTo>
                <a:cubicBezTo>
                  <a:pt x="71512" y="84274"/>
                  <a:pt x="71847" y="88441"/>
                  <a:pt x="72962" y="92571"/>
                </a:cubicBezTo>
                <a:cubicBezTo>
                  <a:pt x="78060" y="111621"/>
                  <a:pt x="97669" y="122932"/>
                  <a:pt x="116719" y="117835"/>
                </a:cubicBezTo>
                <a:cubicBezTo>
                  <a:pt x="135769" y="112738"/>
                  <a:pt x="147080" y="93129"/>
                  <a:pt x="141982" y="74079"/>
                </a:cubicBezTo>
                <a:cubicBezTo>
                  <a:pt x="137443" y="57077"/>
                  <a:pt x="121332" y="46249"/>
                  <a:pt x="104366" y="47737"/>
                </a:cubicBezTo>
                <a:cubicBezTo>
                  <a:pt x="106338" y="51196"/>
                  <a:pt x="107491" y="55215"/>
                  <a:pt x="107491" y="59531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47580" y="3393132"/>
            <a:ext cx="1628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代码审查的重要环节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0956" y="4002663"/>
            <a:ext cx="69342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PR 典型流程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380956" y="4421751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76203" y="0"/>
                </a:moveTo>
                <a:lnTo>
                  <a:pt x="1019172" y="0"/>
                </a:lnTo>
                <a:cubicBezTo>
                  <a:pt x="1061258" y="0"/>
                  <a:pt x="1095375" y="34117"/>
                  <a:pt x="1095375" y="76203"/>
                </a:cubicBezTo>
                <a:lnTo>
                  <a:pt x="1095375" y="571497"/>
                </a:lnTo>
                <a:cubicBezTo>
                  <a:pt x="1095375" y="613583"/>
                  <a:pt x="1061258" y="647700"/>
                  <a:pt x="1019172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105" y="4536000"/>
            <a:ext cx="9429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1. Fork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1868" y="4764574"/>
            <a:ext cx="9334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仓库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1569750" y="4687378"/>
            <a:ext cx="153323" cy="116205"/>
          </a:xfrm>
          <a:custGeom>
            <a:avLst/>
            <a:gdLst/>
            <a:ahLst/>
            <a:cxnLst/>
            <a:rect r="r" b="b" t="t" l="l"/>
            <a:pathLst>
              <a:path h="116205" w="153323">
                <a:moveTo>
                  <a:pt x="149602" y="64829"/>
                </a:moveTo>
                <a:cubicBezTo>
                  <a:pt x="153323" y="61108"/>
                  <a:pt x="153323" y="55065"/>
                  <a:pt x="149602" y="51346"/>
                </a:cubicBezTo>
                <a:lnTo>
                  <a:pt x="101977" y="3721"/>
                </a:lnTo>
                <a:cubicBezTo>
                  <a:pt x="98256" y="0"/>
                  <a:pt x="92213" y="0"/>
                  <a:pt x="88494" y="3721"/>
                </a:cubicBezTo>
                <a:cubicBezTo>
                  <a:pt x="84773" y="7440"/>
                  <a:pt x="84773" y="13483"/>
                  <a:pt x="88494" y="17204"/>
                </a:cubicBezTo>
                <a:lnTo>
                  <a:pt x="119866" y="48577"/>
                </a:lnTo>
                <a:lnTo>
                  <a:pt x="9525" y="48577"/>
                </a:lnTo>
                <a:cubicBezTo>
                  <a:pt x="4256" y="48577"/>
                  <a:pt x="0" y="52833"/>
                  <a:pt x="0" y="58102"/>
                </a:cubicBezTo>
                <a:cubicBezTo>
                  <a:pt x="0" y="63371"/>
                  <a:pt x="4256" y="67627"/>
                  <a:pt x="9525" y="67627"/>
                </a:cubicBezTo>
                <a:lnTo>
                  <a:pt x="119866" y="67627"/>
                </a:lnTo>
                <a:lnTo>
                  <a:pt x="88494" y="99000"/>
                </a:lnTo>
                <a:cubicBezTo>
                  <a:pt x="84773" y="102721"/>
                  <a:pt x="84773" y="108764"/>
                  <a:pt x="88494" y="112483"/>
                </a:cubicBezTo>
                <a:cubicBezTo>
                  <a:pt x="92213" y="116204"/>
                  <a:pt x="98256" y="116204"/>
                  <a:pt x="101977" y="112483"/>
                </a:cubicBezTo>
                <a:lnTo>
                  <a:pt x="149602" y="6485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1817332" y="4421751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76203" y="0"/>
                </a:moveTo>
                <a:lnTo>
                  <a:pt x="1019172" y="0"/>
                </a:lnTo>
                <a:cubicBezTo>
                  <a:pt x="1061258" y="0"/>
                  <a:pt x="1095375" y="34117"/>
                  <a:pt x="1095375" y="76203"/>
                </a:cubicBezTo>
                <a:lnTo>
                  <a:pt x="1095375" y="571497"/>
                </a:lnTo>
                <a:cubicBezTo>
                  <a:pt x="1095375" y="613583"/>
                  <a:pt x="1061258" y="647700"/>
                  <a:pt x="1019172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893482" y="4536000"/>
            <a:ext cx="9429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2. 修改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898244" y="4764574"/>
            <a:ext cx="9334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代码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3006127" y="4687378"/>
            <a:ext cx="153323" cy="116205"/>
          </a:xfrm>
          <a:custGeom>
            <a:avLst/>
            <a:gdLst/>
            <a:ahLst/>
            <a:cxnLst/>
            <a:rect r="r" b="b" t="t" l="l"/>
            <a:pathLst>
              <a:path h="116205" w="153323">
                <a:moveTo>
                  <a:pt x="149602" y="64829"/>
                </a:moveTo>
                <a:cubicBezTo>
                  <a:pt x="153323" y="61108"/>
                  <a:pt x="153323" y="55065"/>
                  <a:pt x="149602" y="51346"/>
                </a:cubicBezTo>
                <a:lnTo>
                  <a:pt x="101977" y="3721"/>
                </a:lnTo>
                <a:cubicBezTo>
                  <a:pt x="98256" y="0"/>
                  <a:pt x="92213" y="0"/>
                  <a:pt x="88494" y="3721"/>
                </a:cubicBezTo>
                <a:cubicBezTo>
                  <a:pt x="84773" y="7440"/>
                  <a:pt x="84773" y="13483"/>
                  <a:pt x="88494" y="17204"/>
                </a:cubicBezTo>
                <a:lnTo>
                  <a:pt x="119866" y="48577"/>
                </a:lnTo>
                <a:lnTo>
                  <a:pt x="9525" y="48577"/>
                </a:lnTo>
                <a:cubicBezTo>
                  <a:pt x="4256" y="48577"/>
                  <a:pt x="0" y="52833"/>
                  <a:pt x="0" y="58102"/>
                </a:cubicBezTo>
                <a:cubicBezTo>
                  <a:pt x="0" y="63371"/>
                  <a:pt x="4256" y="67627"/>
                  <a:pt x="9525" y="67627"/>
                </a:cubicBezTo>
                <a:lnTo>
                  <a:pt x="119866" y="67627"/>
                </a:lnTo>
                <a:lnTo>
                  <a:pt x="88494" y="99000"/>
                </a:lnTo>
                <a:cubicBezTo>
                  <a:pt x="84773" y="102721"/>
                  <a:pt x="84773" y="108764"/>
                  <a:pt x="88494" y="112483"/>
                </a:cubicBezTo>
                <a:cubicBezTo>
                  <a:pt x="92213" y="116204"/>
                  <a:pt x="98256" y="116204"/>
                  <a:pt x="101977" y="112483"/>
                </a:cubicBezTo>
                <a:lnTo>
                  <a:pt x="149602" y="6485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3253709" y="4421751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76203" y="0"/>
                </a:moveTo>
                <a:lnTo>
                  <a:pt x="1019172" y="0"/>
                </a:lnTo>
                <a:cubicBezTo>
                  <a:pt x="1061258" y="0"/>
                  <a:pt x="1095375" y="34117"/>
                  <a:pt x="1095375" y="76203"/>
                </a:cubicBezTo>
                <a:lnTo>
                  <a:pt x="1095375" y="571497"/>
                </a:lnTo>
                <a:cubicBezTo>
                  <a:pt x="1095375" y="613583"/>
                  <a:pt x="1061258" y="647700"/>
                  <a:pt x="1019172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329858" y="4536000"/>
            <a:ext cx="9429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3. 提交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334621" y="4764574"/>
            <a:ext cx="9334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PR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4442503" y="4687378"/>
            <a:ext cx="153323" cy="116205"/>
          </a:xfrm>
          <a:custGeom>
            <a:avLst/>
            <a:gdLst/>
            <a:ahLst/>
            <a:cxnLst/>
            <a:rect r="r" b="b" t="t" l="l"/>
            <a:pathLst>
              <a:path h="116205" w="153323">
                <a:moveTo>
                  <a:pt x="149602" y="64829"/>
                </a:moveTo>
                <a:cubicBezTo>
                  <a:pt x="153323" y="61108"/>
                  <a:pt x="153323" y="55065"/>
                  <a:pt x="149602" y="51346"/>
                </a:cubicBezTo>
                <a:lnTo>
                  <a:pt x="101977" y="3721"/>
                </a:lnTo>
                <a:cubicBezTo>
                  <a:pt x="98256" y="0"/>
                  <a:pt x="92213" y="0"/>
                  <a:pt x="88494" y="3721"/>
                </a:cubicBezTo>
                <a:cubicBezTo>
                  <a:pt x="84773" y="7440"/>
                  <a:pt x="84773" y="13483"/>
                  <a:pt x="88494" y="17204"/>
                </a:cubicBezTo>
                <a:lnTo>
                  <a:pt x="119866" y="48577"/>
                </a:lnTo>
                <a:lnTo>
                  <a:pt x="9525" y="48577"/>
                </a:lnTo>
                <a:cubicBezTo>
                  <a:pt x="4256" y="48577"/>
                  <a:pt x="0" y="52833"/>
                  <a:pt x="0" y="58102"/>
                </a:cubicBezTo>
                <a:cubicBezTo>
                  <a:pt x="0" y="63371"/>
                  <a:pt x="4256" y="67627"/>
                  <a:pt x="9525" y="67627"/>
                </a:cubicBezTo>
                <a:lnTo>
                  <a:pt x="119866" y="67627"/>
                </a:lnTo>
                <a:lnTo>
                  <a:pt x="88494" y="99000"/>
                </a:lnTo>
                <a:cubicBezTo>
                  <a:pt x="84773" y="102721"/>
                  <a:pt x="84773" y="108764"/>
                  <a:pt x="88494" y="112483"/>
                </a:cubicBezTo>
                <a:cubicBezTo>
                  <a:pt x="92213" y="116204"/>
                  <a:pt x="98256" y="116204"/>
                  <a:pt x="101977" y="112483"/>
                </a:cubicBezTo>
                <a:lnTo>
                  <a:pt x="149602" y="6485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4690085" y="4421751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76203" y="0"/>
                </a:moveTo>
                <a:lnTo>
                  <a:pt x="1019172" y="0"/>
                </a:lnTo>
                <a:cubicBezTo>
                  <a:pt x="1061258" y="0"/>
                  <a:pt x="1095375" y="34117"/>
                  <a:pt x="1095375" y="76203"/>
                </a:cubicBezTo>
                <a:lnTo>
                  <a:pt x="1095375" y="571497"/>
                </a:lnTo>
                <a:cubicBezTo>
                  <a:pt x="1095375" y="613583"/>
                  <a:pt x="1061258" y="647700"/>
                  <a:pt x="1019172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766235" y="4536000"/>
            <a:ext cx="9429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4. 审查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770997" y="4764574"/>
            <a:ext cx="9334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代码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5878880" y="4687378"/>
            <a:ext cx="153323" cy="116205"/>
          </a:xfrm>
          <a:custGeom>
            <a:avLst/>
            <a:gdLst/>
            <a:ahLst/>
            <a:cxnLst/>
            <a:rect r="r" b="b" t="t" l="l"/>
            <a:pathLst>
              <a:path h="116205" w="153323">
                <a:moveTo>
                  <a:pt x="149602" y="64829"/>
                </a:moveTo>
                <a:cubicBezTo>
                  <a:pt x="153323" y="61108"/>
                  <a:pt x="153323" y="55065"/>
                  <a:pt x="149602" y="51346"/>
                </a:cubicBezTo>
                <a:lnTo>
                  <a:pt x="101977" y="3721"/>
                </a:lnTo>
                <a:cubicBezTo>
                  <a:pt x="98256" y="0"/>
                  <a:pt x="92213" y="0"/>
                  <a:pt x="88494" y="3721"/>
                </a:cubicBezTo>
                <a:cubicBezTo>
                  <a:pt x="84772" y="7440"/>
                  <a:pt x="84772" y="13483"/>
                  <a:pt x="88494" y="17204"/>
                </a:cubicBezTo>
                <a:lnTo>
                  <a:pt x="119866" y="48577"/>
                </a:lnTo>
                <a:lnTo>
                  <a:pt x="9525" y="48577"/>
                </a:lnTo>
                <a:cubicBezTo>
                  <a:pt x="4256" y="48577"/>
                  <a:pt x="0" y="52833"/>
                  <a:pt x="0" y="58102"/>
                </a:cubicBezTo>
                <a:cubicBezTo>
                  <a:pt x="0" y="63371"/>
                  <a:pt x="4256" y="67627"/>
                  <a:pt x="9525" y="67627"/>
                </a:cubicBezTo>
                <a:lnTo>
                  <a:pt x="119866" y="67627"/>
                </a:lnTo>
                <a:lnTo>
                  <a:pt x="88494" y="99000"/>
                </a:lnTo>
                <a:cubicBezTo>
                  <a:pt x="84772" y="102721"/>
                  <a:pt x="84772" y="108764"/>
                  <a:pt x="88494" y="112483"/>
                </a:cubicBezTo>
                <a:cubicBezTo>
                  <a:pt x="92213" y="116204"/>
                  <a:pt x="98256" y="116204"/>
                  <a:pt x="101977" y="112483"/>
                </a:cubicBezTo>
                <a:lnTo>
                  <a:pt x="149602" y="6485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6126462" y="4421751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76203" y="0"/>
                </a:moveTo>
                <a:lnTo>
                  <a:pt x="1019172" y="0"/>
                </a:lnTo>
                <a:cubicBezTo>
                  <a:pt x="1061258" y="0"/>
                  <a:pt x="1095375" y="34117"/>
                  <a:pt x="1095375" y="76203"/>
                </a:cubicBezTo>
                <a:lnTo>
                  <a:pt x="1095375" y="571497"/>
                </a:lnTo>
                <a:cubicBezTo>
                  <a:pt x="1095375" y="613583"/>
                  <a:pt x="1061258" y="647700"/>
                  <a:pt x="1019172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202611" y="4536000"/>
            <a:ext cx="9429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5. 合并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207373" y="4764574"/>
            <a:ext cx="9334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代码</a:t>
            </a:r>
            <a:endParaRPr lang="en-US" sz="1100"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"/>
          <a:srcRect l="63" r="63" t="0" b="0"/>
          <a:stretch>
            <a:fillRect/>
          </a:stretch>
        </p:blipFill>
        <p:spPr>
          <a:xfrm rot="0" flipH="false" flipV="false">
            <a:off x="7524780" y="1785272"/>
            <a:ext cx="4286250" cy="2800350"/>
          </a:xfrm>
          <a:prstGeom prst="roundRect">
            <a:avLst>
              <a:gd name="adj" fmla="val 2720"/>
            </a:avLst>
          </a:prstGeom>
          <a:ln w="12700">
            <a:noFill/>
            <a:prstDash val="solid"/>
          </a:ln>
        </p:spPr>
      </p:pic>
      <p:sp>
        <p:nvSpPr>
          <p:cNvPr name="AutoShape 34" id="34"/>
          <p:cNvSpPr/>
          <p:nvPr/>
        </p:nvSpPr>
        <p:spPr>
          <a:xfrm rot="0" flipH="false" flipV="false">
            <a:off x="7491442" y="4734365"/>
            <a:ext cx="43529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图片来源：Nulab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30"/>
            <a:ext cx="416242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向 FlagOS 提交 PR 的基本流程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1104882" y="1640886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82007" y="1793270"/>
            <a:ext cx="2571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38093" y="2326607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Fork FlagOS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47618" y="2593311"/>
            <a:ext cx="21240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仓库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2466913" y="2125181"/>
            <a:ext cx="229984" cy="174308"/>
          </a:xfrm>
          <a:custGeom>
            <a:avLst/>
            <a:gdLst/>
            <a:ahLst/>
            <a:cxnLst/>
            <a:rect r="r" b="b" t="t" l="l"/>
            <a:pathLst>
              <a:path h="174308" w="229984">
                <a:moveTo>
                  <a:pt x="224403" y="97245"/>
                </a:moveTo>
                <a:cubicBezTo>
                  <a:pt x="229984" y="91663"/>
                  <a:pt x="229984" y="82600"/>
                  <a:pt x="224403" y="77019"/>
                </a:cubicBezTo>
                <a:lnTo>
                  <a:pt x="152966" y="5581"/>
                </a:lnTo>
                <a:cubicBezTo>
                  <a:pt x="147383" y="0"/>
                  <a:pt x="138321" y="0"/>
                  <a:pt x="132740" y="5581"/>
                </a:cubicBezTo>
                <a:cubicBezTo>
                  <a:pt x="127159" y="11162"/>
                  <a:pt x="127159" y="20226"/>
                  <a:pt x="132740" y="25807"/>
                </a:cubicBezTo>
                <a:lnTo>
                  <a:pt x="179799" y="72867"/>
                </a:lnTo>
                <a:lnTo>
                  <a:pt x="14287" y="72867"/>
                </a:lnTo>
                <a:cubicBezTo>
                  <a:pt x="6386" y="72867"/>
                  <a:pt x="0" y="79251"/>
                  <a:pt x="0" y="87154"/>
                </a:cubicBezTo>
                <a:cubicBezTo>
                  <a:pt x="0" y="95057"/>
                  <a:pt x="6386" y="101441"/>
                  <a:pt x="14287" y="101441"/>
                </a:cubicBezTo>
                <a:lnTo>
                  <a:pt x="179799" y="101441"/>
                </a:lnTo>
                <a:lnTo>
                  <a:pt x="132740" y="148501"/>
                </a:lnTo>
                <a:cubicBezTo>
                  <a:pt x="127159" y="154082"/>
                  <a:pt x="127159" y="163146"/>
                  <a:pt x="132740" y="168727"/>
                </a:cubicBezTo>
                <a:cubicBezTo>
                  <a:pt x="138321" y="174308"/>
                  <a:pt x="147383" y="174308"/>
                  <a:pt x="152966" y="168727"/>
                </a:cubicBezTo>
                <a:lnTo>
                  <a:pt x="224403" y="9728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448000" y="1640886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25124" y="1793270"/>
            <a:ext cx="2571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81210" y="2326607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创建新的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690735" y="2593311"/>
            <a:ext cx="21240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开发分支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4810104" y="2125181"/>
            <a:ext cx="229984" cy="174308"/>
          </a:xfrm>
          <a:custGeom>
            <a:avLst/>
            <a:gdLst/>
            <a:ahLst/>
            <a:cxnLst/>
            <a:rect r="r" b="b" t="t" l="l"/>
            <a:pathLst>
              <a:path h="174308" w="229984">
                <a:moveTo>
                  <a:pt x="224403" y="97245"/>
                </a:moveTo>
                <a:cubicBezTo>
                  <a:pt x="229984" y="91663"/>
                  <a:pt x="229984" y="82600"/>
                  <a:pt x="224403" y="77019"/>
                </a:cubicBezTo>
                <a:lnTo>
                  <a:pt x="152966" y="5581"/>
                </a:lnTo>
                <a:cubicBezTo>
                  <a:pt x="147384" y="0"/>
                  <a:pt x="138321" y="0"/>
                  <a:pt x="132740" y="5581"/>
                </a:cubicBezTo>
                <a:cubicBezTo>
                  <a:pt x="127159" y="11162"/>
                  <a:pt x="127159" y="20226"/>
                  <a:pt x="132740" y="25807"/>
                </a:cubicBezTo>
                <a:lnTo>
                  <a:pt x="179799" y="72867"/>
                </a:lnTo>
                <a:lnTo>
                  <a:pt x="14288" y="72867"/>
                </a:lnTo>
                <a:cubicBezTo>
                  <a:pt x="6386" y="72867"/>
                  <a:pt x="0" y="79251"/>
                  <a:pt x="0" y="87154"/>
                </a:cubicBezTo>
                <a:cubicBezTo>
                  <a:pt x="0" y="95057"/>
                  <a:pt x="6386" y="101441"/>
                  <a:pt x="14288" y="101441"/>
                </a:cubicBezTo>
                <a:lnTo>
                  <a:pt x="179799" y="101441"/>
                </a:lnTo>
                <a:lnTo>
                  <a:pt x="132740" y="148501"/>
                </a:lnTo>
                <a:cubicBezTo>
                  <a:pt x="127159" y="154082"/>
                  <a:pt x="127159" y="163146"/>
                  <a:pt x="132740" y="168727"/>
                </a:cubicBezTo>
                <a:cubicBezTo>
                  <a:pt x="138321" y="174308"/>
                  <a:pt x="147384" y="174308"/>
                  <a:pt x="152966" y="168727"/>
                </a:cubicBezTo>
                <a:lnTo>
                  <a:pt x="224403" y="9728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5791191" y="1640886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968316" y="1793270"/>
            <a:ext cx="2571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24402" y="2326607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修改代码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033927" y="2593311"/>
            <a:ext cx="21240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或文档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7153222" y="2125181"/>
            <a:ext cx="229984" cy="174308"/>
          </a:xfrm>
          <a:custGeom>
            <a:avLst/>
            <a:gdLst/>
            <a:ahLst/>
            <a:cxnLst/>
            <a:rect r="r" b="b" t="t" l="l"/>
            <a:pathLst>
              <a:path h="174308" w="229984">
                <a:moveTo>
                  <a:pt x="224403" y="97245"/>
                </a:moveTo>
                <a:cubicBezTo>
                  <a:pt x="229984" y="91663"/>
                  <a:pt x="229984" y="82600"/>
                  <a:pt x="224403" y="77019"/>
                </a:cubicBezTo>
                <a:lnTo>
                  <a:pt x="152966" y="5581"/>
                </a:lnTo>
                <a:cubicBezTo>
                  <a:pt x="147384" y="0"/>
                  <a:pt x="138321" y="0"/>
                  <a:pt x="132740" y="5581"/>
                </a:cubicBezTo>
                <a:cubicBezTo>
                  <a:pt x="127159" y="11162"/>
                  <a:pt x="127159" y="20226"/>
                  <a:pt x="132740" y="25807"/>
                </a:cubicBezTo>
                <a:lnTo>
                  <a:pt x="179799" y="72867"/>
                </a:lnTo>
                <a:lnTo>
                  <a:pt x="14288" y="72867"/>
                </a:lnTo>
                <a:cubicBezTo>
                  <a:pt x="6386" y="72867"/>
                  <a:pt x="0" y="79251"/>
                  <a:pt x="0" y="87154"/>
                </a:cubicBezTo>
                <a:cubicBezTo>
                  <a:pt x="0" y="95057"/>
                  <a:pt x="6386" y="101441"/>
                  <a:pt x="14288" y="101441"/>
                </a:cubicBezTo>
                <a:lnTo>
                  <a:pt x="179799" y="101441"/>
                </a:lnTo>
                <a:lnTo>
                  <a:pt x="132740" y="148501"/>
                </a:lnTo>
                <a:cubicBezTo>
                  <a:pt x="127159" y="154082"/>
                  <a:pt x="127159" y="163146"/>
                  <a:pt x="132740" y="168727"/>
                </a:cubicBezTo>
                <a:cubicBezTo>
                  <a:pt x="138321" y="174308"/>
                  <a:pt x="147384" y="174308"/>
                  <a:pt x="152966" y="168727"/>
                </a:cubicBezTo>
                <a:lnTo>
                  <a:pt x="224403" y="9728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8134308" y="1640886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11433" y="1793270"/>
            <a:ext cx="2571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367519" y="2326607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Commit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77044" y="2593311"/>
            <a:ext cx="21240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提交修改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9496413" y="2125181"/>
            <a:ext cx="229984" cy="174308"/>
          </a:xfrm>
          <a:custGeom>
            <a:avLst/>
            <a:gdLst/>
            <a:ahLst/>
            <a:cxnLst/>
            <a:rect r="r" b="b" t="t" l="l"/>
            <a:pathLst>
              <a:path h="174308" w="229984">
                <a:moveTo>
                  <a:pt x="224403" y="97245"/>
                </a:moveTo>
                <a:cubicBezTo>
                  <a:pt x="229984" y="91663"/>
                  <a:pt x="229984" y="82600"/>
                  <a:pt x="224403" y="77019"/>
                </a:cubicBezTo>
                <a:lnTo>
                  <a:pt x="152966" y="5581"/>
                </a:lnTo>
                <a:cubicBezTo>
                  <a:pt x="147383" y="0"/>
                  <a:pt x="138321" y="0"/>
                  <a:pt x="132740" y="5581"/>
                </a:cubicBezTo>
                <a:cubicBezTo>
                  <a:pt x="127159" y="11162"/>
                  <a:pt x="127159" y="20226"/>
                  <a:pt x="132740" y="25807"/>
                </a:cubicBezTo>
                <a:lnTo>
                  <a:pt x="179799" y="72867"/>
                </a:lnTo>
                <a:lnTo>
                  <a:pt x="14287" y="72867"/>
                </a:lnTo>
                <a:cubicBezTo>
                  <a:pt x="6386" y="72867"/>
                  <a:pt x="0" y="79251"/>
                  <a:pt x="0" y="87154"/>
                </a:cubicBezTo>
                <a:cubicBezTo>
                  <a:pt x="0" y="95057"/>
                  <a:pt x="6386" y="101441"/>
                  <a:pt x="14287" y="101441"/>
                </a:cubicBezTo>
                <a:lnTo>
                  <a:pt x="179799" y="101441"/>
                </a:lnTo>
                <a:lnTo>
                  <a:pt x="132740" y="148501"/>
                </a:lnTo>
                <a:cubicBezTo>
                  <a:pt x="127159" y="154082"/>
                  <a:pt x="127159" y="163146"/>
                  <a:pt x="132740" y="168727"/>
                </a:cubicBezTo>
                <a:cubicBezTo>
                  <a:pt x="138321" y="174308"/>
                  <a:pt x="147383" y="174308"/>
                  <a:pt x="152966" y="168727"/>
                </a:cubicBezTo>
                <a:lnTo>
                  <a:pt x="224403" y="9728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10477500" y="1640886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654624" y="1793270"/>
            <a:ext cx="2571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710711" y="2326607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提交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720236" y="2593311"/>
            <a:ext cx="21240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Pull Request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380956" y="3012328"/>
            <a:ext cx="11430000" cy="1333500"/>
          </a:xfrm>
          <a:custGeom>
            <a:avLst/>
            <a:gdLst/>
            <a:ahLst/>
            <a:cxnLst/>
            <a:rect r="r" b="b" t="t" l="l"/>
            <a:pathLst>
              <a:path h="1333500" w="11430000">
                <a:moveTo>
                  <a:pt x="76196" y="0"/>
                </a:moveTo>
                <a:lnTo>
                  <a:pt x="11353804" y="0"/>
                </a:lnTo>
                <a:cubicBezTo>
                  <a:pt x="11395887" y="0"/>
                  <a:pt x="11430000" y="34113"/>
                  <a:pt x="11430000" y="76196"/>
                </a:cubicBezTo>
                <a:lnTo>
                  <a:pt x="11430000" y="1257304"/>
                </a:lnTo>
                <a:cubicBezTo>
                  <a:pt x="11430000" y="1299387"/>
                  <a:pt x="11395887" y="1333500"/>
                  <a:pt x="113538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09529" y="3240900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 必须包含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666679" y="3698049"/>
            <a:ext cx="171450" cy="228600"/>
          </a:xfrm>
          <a:custGeom>
            <a:avLst/>
            <a:gdLst/>
            <a:ahLst/>
            <a:cxnLst/>
            <a:rect r="r" b="b" t="t" l="l"/>
            <a:pathLst>
              <a:path h="228600" w="17145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4" y="0"/>
                  <a:pt x="110192" y="2991"/>
                  <a:pt x="115550" y="8349"/>
                </a:cubicBezTo>
                <a:lnTo>
                  <a:pt x="163101" y="55943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7" y="114300"/>
                </a:moveTo>
                <a:cubicBezTo>
                  <a:pt x="47640" y="114300"/>
                  <a:pt x="42863" y="119076"/>
                  <a:pt x="42863" y="125016"/>
                </a:cubicBezTo>
                <a:cubicBezTo>
                  <a:pt x="42863" y="130954"/>
                  <a:pt x="47640" y="135731"/>
                  <a:pt x="53577" y="135731"/>
                </a:cubicBezTo>
                <a:lnTo>
                  <a:pt x="117873" y="135731"/>
                </a:lnTo>
                <a:cubicBezTo>
                  <a:pt x="123810" y="135731"/>
                  <a:pt x="128587" y="130954"/>
                  <a:pt x="128587" y="125016"/>
                </a:cubicBezTo>
                <a:cubicBezTo>
                  <a:pt x="128587" y="119076"/>
                  <a:pt x="123810" y="114300"/>
                  <a:pt x="117873" y="114300"/>
                </a:cubicBezTo>
                <a:lnTo>
                  <a:pt x="53577" y="114300"/>
                </a:lnTo>
                <a:close/>
                <a:moveTo>
                  <a:pt x="53577" y="157163"/>
                </a:moveTo>
                <a:cubicBezTo>
                  <a:pt x="47640" y="157163"/>
                  <a:pt x="42863" y="161940"/>
                  <a:pt x="42863" y="167877"/>
                </a:cubicBezTo>
                <a:cubicBezTo>
                  <a:pt x="42863" y="173816"/>
                  <a:pt x="47640" y="178594"/>
                  <a:pt x="53577" y="178594"/>
                </a:cubicBezTo>
                <a:lnTo>
                  <a:pt x="117873" y="178594"/>
                </a:lnTo>
                <a:cubicBezTo>
                  <a:pt x="123810" y="178594"/>
                  <a:pt x="128587" y="173816"/>
                  <a:pt x="128587" y="167877"/>
                </a:cubicBezTo>
                <a:cubicBezTo>
                  <a:pt x="128587" y="161940"/>
                  <a:pt x="123810" y="157163"/>
                  <a:pt x="117873" y="157163"/>
                </a:cubicBezTo>
                <a:lnTo>
                  <a:pt x="53577" y="1571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009514" y="3659991"/>
            <a:ext cx="18192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修改内容说明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09514" y="3926695"/>
            <a:ext cx="18002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清晰描述本次修改的具体内容</a:t>
            </a:r>
            <a:endParaRPr lang="en-US" sz="1100"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4371913" y="3698049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114300" y="228600"/>
                </a:moveTo>
                <a:cubicBezTo>
                  <a:pt x="177383" y="228600"/>
                  <a:pt x="228600" y="177383"/>
                  <a:pt x="228600" y="114300"/>
                </a:cubicBezTo>
                <a:cubicBezTo>
                  <a:pt x="228600" y="51217"/>
                  <a:pt x="177383" y="0"/>
                  <a:pt x="114300" y="0"/>
                </a:cubicBezTo>
                <a:cubicBezTo>
                  <a:pt x="51217" y="0"/>
                  <a:pt x="0" y="51217"/>
                  <a:pt x="0" y="114300"/>
                </a:cubicBezTo>
                <a:cubicBezTo>
                  <a:pt x="0" y="177383"/>
                  <a:pt x="51217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8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6" y="122873"/>
                  <a:pt x="125016" y="126133"/>
                </a:cubicBezTo>
                <a:lnTo>
                  <a:pt x="125016" y="127828"/>
                </a:lnTo>
                <a:cubicBezTo>
                  <a:pt x="125016" y="133767"/>
                  <a:pt x="120239" y="138544"/>
                  <a:pt x="114300" y="138544"/>
                </a:cubicBezTo>
                <a:cubicBezTo>
                  <a:pt x="108361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0" y="105326"/>
                  <a:pt x="122917" y="103809"/>
                  <a:pt x="125150" y="101663"/>
                </a:cubicBezTo>
                <a:cubicBezTo>
                  <a:pt x="127069" y="99789"/>
                  <a:pt x="128587" y="97199"/>
                  <a:pt x="128587" y="92913"/>
                </a:cubicBezTo>
                <a:cubicBezTo>
                  <a:pt x="128587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7" y="156421"/>
                  <a:pt x="128587" y="164306"/>
                </a:cubicBezTo>
                <a:cubicBezTo>
                  <a:pt x="128587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743323" y="3659991"/>
            <a:ext cx="16859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修改原因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743323" y="3926695"/>
            <a:ext cx="16668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说明为什么要进行这项修改</a:t>
            </a:r>
            <a:endParaRPr lang="en-US" sz="1100"/>
          </a:p>
        </p:txBody>
      </p:sp>
      <p:sp>
        <p:nvSpPr>
          <p:cNvPr name="Freeform 35" id="35"/>
          <p:cNvSpPr/>
          <p:nvPr/>
        </p:nvSpPr>
        <p:spPr>
          <a:xfrm rot="0" flipH="false" flipV="false">
            <a:off x="8105722" y="3696665"/>
            <a:ext cx="230029" cy="229984"/>
          </a:xfrm>
          <a:custGeom>
            <a:avLst/>
            <a:gdLst/>
            <a:ahLst/>
            <a:cxnLst/>
            <a:rect r="r" b="b" t="t" l="l"/>
            <a:pathLst>
              <a:path h="229984" w="230029">
                <a:moveTo>
                  <a:pt x="152966" y="5581"/>
                </a:moveTo>
                <a:cubicBezTo>
                  <a:pt x="147384" y="0"/>
                  <a:pt x="138321" y="0"/>
                  <a:pt x="132740" y="5581"/>
                </a:cubicBezTo>
                <a:cubicBezTo>
                  <a:pt x="127159" y="11162"/>
                  <a:pt x="127159" y="20226"/>
                  <a:pt x="132740" y="25807"/>
                </a:cubicBezTo>
                <a:lnTo>
                  <a:pt x="136936" y="29959"/>
                </a:lnTo>
                <a:lnTo>
                  <a:pt x="12546" y="154350"/>
                </a:lnTo>
                <a:cubicBezTo>
                  <a:pt x="4509" y="162386"/>
                  <a:pt x="0" y="173280"/>
                  <a:pt x="0" y="184667"/>
                </a:cubicBezTo>
                <a:lnTo>
                  <a:pt x="0" y="187121"/>
                </a:lnTo>
                <a:cubicBezTo>
                  <a:pt x="0" y="210785"/>
                  <a:pt x="19199" y="229984"/>
                  <a:pt x="42863" y="229984"/>
                </a:cubicBezTo>
                <a:lnTo>
                  <a:pt x="45317" y="229984"/>
                </a:lnTo>
                <a:cubicBezTo>
                  <a:pt x="56704" y="229984"/>
                  <a:pt x="67598" y="225475"/>
                  <a:pt x="75634" y="217438"/>
                </a:cubicBezTo>
                <a:lnTo>
                  <a:pt x="200025" y="93048"/>
                </a:lnTo>
                <a:lnTo>
                  <a:pt x="204222" y="97244"/>
                </a:lnTo>
                <a:cubicBezTo>
                  <a:pt x="209803" y="102825"/>
                  <a:pt x="218867" y="102825"/>
                  <a:pt x="224448" y="97244"/>
                </a:cubicBezTo>
                <a:cubicBezTo>
                  <a:pt x="230029" y="91663"/>
                  <a:pt x="230029" y="82600"/>
                  <a:pt x="224448" y="77018"/>
                </a:cubicBezTo>
                <a:lnTo>
                  <a:pt x="153010" y="5581"/>
                </a:lnTo>
                <a:close/>
                <a:moveTo>
                  <a:pt x="91664" y="115684"/>
                </a:moveTo>
                <a:lnTo>
                  <a:pt x="157163" y="50185"/>
                </a:lnTo>
                <a:lnTo>
                  <a:pt x="179799" y="72821"/>
                </a:lnTo>
                <a:lnTo>
                  <a:pt x="136936" y="115684"/>
                </a:lnTo>
                <a:lnTo>
                  <a:pt x="91619" y="11568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477131" y="3659991"/>
            <a:ext cx="15525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相关测试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477131" y="3926695"/>
            <a:ext cx="15335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如果适用，提供测试用例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5"/>
            <a:ext cx="29527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Issue：如何报告 Bug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640886"/>
            <a:ext cx="6457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 GitHub Issues 报告 Bug 时需要提供：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9911" y="2059972"/>
            <a:ext cx="6343555" cy="495300"/>
          </a:xfrm>
          <a:custGeom>
            <a:avLst/>
            <a:gdLst/>
            <a:ahLst/>
            <a:cxnLst/>
            <a:rect r="r" b="b" t="t" l="l"/>
            <a:pathLst>
              <a:path h="495300" w="6343555">
                <a:moveTo>
                  <a:pt x="37909" y="0"/>
                </a:moveTo>
                <a:lnTo>
                  <a:pt x="6267353" y="0"/>
                </a:lnTo>
                <a:cubicBezTo>
                  <a:pt x="6309437" y="0"/>
                  <a:pt x="6343555" y="34117"/>
                  <a:pt x="6343555" y="76203"/>
                </a:cubicBezTo>
                <a:lnTo>
                  <a:pt x="6343555" y="419097"/>
                </a:lnTo>
                <a:cubicBezTo>
                  <a:pt x="6343555" y="461183"/>
                  <a:pt x="6309437" y="495300"/>
                  <a:pt x="6267353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399911" y="2059972"/>
            <a:ext cx="37909" cy="495300"/>
          </a:xfrm>
          <a:custGeom>
            <a:avLst/>
            <a:gdLst/>
            <a:ahLst/>
            <a:cxnLst/>
            <a:rect r="r" b="b" t="t" l="l"/>
            <a:pathLst>
              <a:path h="495300" w="37909">
                <a:moveTo>
                  <a:pt x="37909" y="0"/>
                </a:moveTo>
                <a:lnTo>
                  <a:pt x="37909" y="0"/>
                </a:lnTo>
                <a:lnTo>
                  <a:pt x="37909" y="495300"/>
                </a:ln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568834" y="2224190"/>
            <a:ext cx="166688" cy="166688"/>
          </a:xfrm>
          <a:custGeom>
            <a:avLst/>
            <a:gdLst/>
            <a:ahLst/>
            <a:cxnLst/>
            <a:rect r="r" b="b" t="t" l="l"/>
            <a:pathLst>
              <a:path h="166688" w="166688">
                <a:moveTo>
                  <a:pt x="0" y="11906"/>
                </a:moveTo>
                <a:cubicBezTo>
                  <a:pt x="0" y="5322"/>
                  <a:pt x="5321" y="0"/>
                  <a:pt x="11906" y="0"/>
                </a:cubicBezTo>
                <a:lnTo>
                  <a:pt x="47625" y="0"/>
                </a:lnTo>
                <a:cubicBezTo>
                  <a:pt x="54211" y="0"/>
                  <a:pt x="59531" y="5322"/>
                  <a:pt x="59531" y="11906"/>
                </a:cubicBezTo>
                <a:cubicBezTo>
                  <a:pt x="59531" y="18491"/>
                  <a:pt x="54211" y="23813"/>
                  <a:pt x="47625" y="23813"/>
                </a:cubicBezTo>
                <a:lnTo>
                  <a:pt x="41673" y="23813"/>
                </a:lnTo>
                <a:lnTo>
                  <a:pt x="41673" y="65485"/>
                </a:lnTo>
                <a:lnTo>
                  <a:pt x="125016" y="65485"/>
                </a:lnTo>
                <a:lnTo>
                  <a:pt x="125016" y="23813"/>
                </a:lnTo>
                <a:lnTo>
                  <a:pt x="119062" y="23813"/>
                </a:lnTo>
                <a:cubicBezTo>
                  <a:pt x="112478" y="23813"/>
                  <a:pt x="107156" y="18491"/>
                  <a:pt x="107156" y="11906"/>
                </a:cubicBezTo>
                <a:cubicBezTo>
                  <a:pt x="107156" y="5322"/>
                  <a:pt x="112478" y="0"/>
                  <a:pt x="119062" y="0"/>
                </a:cubicBezTo>
                <a:lnTo>
                  <a:pt x="154781" y="0"/>
                </a:lnTo>
                <a:cubicBezTo>
                  <a:pt x="161367" y="0"/>
                  <a:pt x="166688" y="5322"/>
                  <a:pt x="166688" y="11906"/>
                </a:cubicBezTo>
                <a:cubicBezTo>
                  <a:pt x="166688" y="18491"/>
                  <a:pt x="161367" y="23813"/>
                  <a:pt x="154781" y="23813"/>
                </a:cubicBezTo>
                <a:lnTo>
                  <a:pt x="148827" y="23813"/>
                </a:lnTo>
                <a:lnTo>
                  <a:pt x="148827" y="142875"/>
                </a:lnTo>
                <a:lnTo>
                  <a:pt x="154781" y="142875"/>
                </a:lnTo>
                <a:cubicBezTo>
                  <a:pt x="161367" y="142875"/>
                  <a:pt x="166688" y="148197"/>
                  <a:pt x="166688" y="154782"/>
                </a:cubicBezTo>
                <a:cubicBezTo>
                  <a:pt x="166688" y="161366"/>
                  <a:pt x="161367" y="166688"/>
                  <a:pt x="154781" y="166688"/>
                </a:cubicBezTo>
                <a:lnTo>
                  <a:pt x="119062" y="166688"/>
                </a:lnTo>
                <a:cubicBezTo>
                  <a:pt x="112478" y="166688"/>
                  <a:pt x="107156" y="161366"/>
                  <a:pt x="107156" y="154782"/>
                </a:cubicBezTo>
                <a:cubicBezTo>
                  <a:pt x="107156" y="148197"/>
                  <a:pt x="112478" y="142875"/>
                  <a:pt x="119062" y="142875"/>
                </a:cubicBezTo>
                <a:lnTo>
                  <a:pt x="125016" y="142875"/>
                </a:lnTo>
                <a:lnTo>
                  <a:pt x="125016" y="89296"/>
                </a:lnTo>
                <a:lnTo>
                  <a:pt x="41673" y="89296"/>
                </a:lnTo>
                <a:lnTo>
                  <a:pt x="41673" y="142875"/>
                </a:lnTo>
                <a:lnTo>
                  <a:pt x="47625" y="142875"/>
                </a:lnTo>
                <a:cubicBezTo>
                  <a:pt x="54211" y="142875"/>
                  <a:pt x="59531" y="148197"/>
                  <a:pt x="59531" y="154782"/>
                </a:cubicBezTo>
                <a:cubicBezTo>
                  <a:pt x="59531" y="161366"/>
                  <a:pt x="54211" y="166688"/>
                  <a:pt x="47625" y="166688"/>
                </a:cubicBezTo>
                <a:lnTo>
                  <a:pt x="11906" y="166688"/>
                </a:lnTo>
                <a:cubicBezTo>
                  <a:pt x="5321" y="166688"/>
                  <a:pt x="0" y="161366"/>
                  <a:pt x="0" y="154782"/>
                </a:cubicBezTo>
                <a:cubicBezTo>
                  <a:pt x="0" y="148197"/>
                  <a:pt x="5321" y="142875"/>
                  <a:pt x="11906" y="142875"/>
                </a:cubicBezTo>
                <a:lnTo>
                  <a:pt x="17859" y="142875"/>
                </a:lnTo>
                <a:lnTo>
                  <a:pt x="17859" y="23813"/>
                </a:lnTo>
                <a:lnTo>
                  <a:pt x="11906" y="23813"/>
                </a:lnTo>
                <a:cubicBezTo>
                  <a:pt x="5321" y="23813"/>
                  <a:pt x="0" y="18491"/>
                  <a:pt x="0" y="11906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5490" y="2174221"/>
            <a:ext cx="1114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简要问题描述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99911" y="2669428"/>
            <a:ext cx="6343555" cy="495300"/>
          </a:xfrm>
          <a:custGeom>
            <a:avLst/>
            <a:gdLst/>
            <a:ahLst/>
            <a:cxnLst/>
            <a:rect r="r" b="b" t="t" l="l"/>
            <a:pathLst>
              <a:path h="495300" w="6343555">
                <a:moveTo>
                  <a:pt x="37909" y="0"/>
                </a:moveTo>
                <a:lnTo>
                  <a:pt x="6267353" y="0"/>
                </a:lnTo>
                <a:cubicBezTo>
                  <a:pt x="6309437" y="0"/>
                  <a:pt x="6343555" y="34117"/>
                  <a:pt x="6343555" y="76203"/>
                </a:cubicBezTo>
                <a:lnTo>
                  <a:pt x="6343555" y="419097"/>
                </a:lnTo>
                <a:cubicBezTo>
                  <a:pt x="6343555" y="461183"/>
                  <a:pt x="6309437" y="495300"/>
                  <a:pt x="6267353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399911" y="2669428"/>
            <a:ext cx="37909" cy="495300"/>
          </a:xfrm>
          <a:custGeom>
            <a:avLst/>
            <a:gdLst/>
            <a:ahLst/>
            <a:cxnLst/>
            <a:rect r="r" b="b" t="t" l="l"/>
            <a:pathLst>
              <a:path h="495300" w="37909">
                <a:moveTo>
                  <a:pt x="37909" y="0"/>
                </a:moveTo>
                <a:lnTo>
                  <a:pt x="37909" y="0"/>
                </a:lnTo>
                <a:lnTo>
                  <a:pt x="37909" y="495300"/>
                </a:ln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555737" y="2839594"/>
            <a:ext cx="191691" cy="154783"/>
          </a:xfrm>
          <a:custGeom>
            <a:avLst/>
            <a:gdLst/>
            <a:ahLst/>
            <a:cxnLst/>
            <a:rect r="r" b="b" t="t" l="l"/>
            <a:pathLst>
              <a:path h="154783" w="191691">
                <a:moveTo>
                  <a:pt x="1191" y="8930"/>
                </a:moveTo>
                <a:cubicBezTo>
                  <a:pt x="1191" y="4019"/>
                  <a:pt x="5172" y="0"/>
                  <a:pt x="10120" y="0"/>
                </a:cubicBezTo>
                <a:lnTo>
                  <a:pt x="27980" y="0"/>
                </a:lnTo>
                <a:cubicBezTo>
                  <a:pt x="32930" y="0"/>
                  <a:pt x="36910" y="3982"/>
                  <a:pt x="36910" y="8930"/>
                </a:cubicBezTo>
                <a:lnTo>
                  <a:pt x="36910" y="47625"/>
                </a:lnTo>
                <a:lnTo>
                  <a:pt x="45839" y="47625"/>
                </a:lnTo>
                <a:cubicBezTo>
                  <a:pt x="50788" y="47625"/>
                  <a:pt x="54768" y="51607"/>
                  <a:pt x="54768" y="56555"/>
                </a:cubicBezTo>
                <a:cubicBezTo>
                  <a:pt x="54768" y="61505"/>
                  <a:pt x="50788" y="65485"/>
                  <a:pt x="45839" y="65485"/>
                </a:cubicBezTo>
                <a:lnTo>
                  <a:pt x="10120" y="65485"/>
                </a:lnTo>
                <a:cubicBezTo>
                  <a:pt x="5172" y="65485"/>
                  <a:pt x="1191" y="61505"/>
                  <a:pt x="1191" y="56555"/>
                </a:cubicBezTo>
                <a:cubicBezTo>
                  <a:pt x="1191" y="51607"/>
                  <a:pt x="5172" y="47625"/>
                  <a:pt x="10120" y="47625"/>
                </a:cubicBezTo>
                <a:lnTo>
                  <a:pt x="19050" y="47625"/>
                </a:lnTo>
                <a:lnTo>
                  <a:pt x="19050" y="17860"/>
                </a:lnTo>
                <a:lnTo>
                  <a:pt x="10120" y="17860"/>
                </a:lnTo>
                <a:cubicBezTo>
                  <a:pt x="5172" y="17860"/>
                  <a:pt x="1191" y="13880"/>
                  <a:pt x="1191" y="8930"/>
                </a:cubicBezTo>
                <a:close/>
                <a:moveTo>
                  <a:pt x="12502" y="94210"/>
                </a:moveTo>
                <a:cubicBezTo>
                  <a:pt x="16743" y="91009"/>
                  <a:pt x="21915" y="89297"/>
                  <a:pt x="27236" y="89297"/>
                </a:cubicBezTo>
                <a:lnTo>
                  <a:pt x="29059" y="89297"/>
                </a:lnTo>
                <a:cubicBezTo>
                  <a:pt x="41599" y="89297"/>
                  <a:pt x="51793" y="99492"/>
                  <a:pt x="51793" y="112032"/>
                </a:cubicBezTo>
                <a:cubicBezTo>
                  <a:pt x="51793" y="119323"/>
                  <a:pt x="48295" y="126132"/>
                  <a:pt x="42416" y="130411"/>
                </a:cubicBezTo>
                <a:lnTo>
                  <a:pt x="33487" y="136922"/>
                </a:lnTo>
                <a:lnTo>
                  <a:pt x="45839" y="136922"/>
                </a:lnTo>
                <a:cubicBezTo>
                  <a:pt x="50788" y="136922"/>
                  <a:pt x="54768" y="140902"/>
                  <a:pt x="54768" y="145852"/>
                </a:cubicBezTo>
                <a:cubicBezTo>
                  <a:pt x="54768" y="150800"/>
                  <a:pt x="50788" y="154782"/>
                  <a:pt x="45839" y="154782"/>
                </a:cubicBezTo>
                <a:lnTo>
                  <a:pt x="12093" y="154782"/>
                </a:lnTo>
                <a:cubicBezTo>
                  <a:pt x="6065" y="154782"/>
                  <a:pt x="1191" y="149908"/>
                  <a:pt x="1191" y="143881"/>
                </a:cubicBezTo>
                <a:cubicBezTo>
                  <a:pt x="1191" y="140383"/>
                  <a:pt x="2865" y="137108"/>
                  <a:pt x="5693" y="135062"/>
                </a:cubicBezTo>
                <a:lnTo>
                  <a:pt x="31924" y="115975"/>
                </a:lnTo>
                <a:cubicBezTo>
                  <a:pt x="33189" y="115045"/>
                  <a:pt x="33933" y="113594"/>
                  <a:pt x="33933" y="112032"/>
                </a:cubicBezTo>
                <a:cubicBezTo>
                  <a:pt x="33933" y="109352"/>
                  <a:pt x="31738" y="107157"/>
                  <a:pt x="29059" y="107157"/>
                </a:cubicBezTo>
                <a:lnTo>
                  <a:pt x="27236" y="107157"/>
                </a:lnTo>
                <a:cubicBezTo>
                  <a:pt x="25785" y="107157"/>
                  <a:pt x="24371" y="107640"/>
                  <a:pt x="23218" y="108496"/>
                </a:cubicBezTo>
                <a:lnTo>
                  <a:pt x="15479" y="114300"/>
                </a:lnTo>
                <a:cubicBezTo>
                  <a:pt x="11535" y="117277"/>
                  <a:pt x="5953" y="116457"/>
                  <a:pt x="2977" y="112514"/>
                </a:cubicBezTo>
                <a:cubicBezTo>
                  <a:pt x="0" y="108570"/>
                  <a:pt x="819" y="102989"/>
                  <a:pt x="4764" y="100014"/>
                </a:cubicBezTo>
                <a:lnTo>
                  <a:pt x="12502" y="94210"/>
                </a:lnTo>
                <a:close/>
                <a:moveTo>
                  <a:pt x="84535" y="5954"/>
                </a:moveTo>
                <a:lnTo>
                  <a:pt x="179785" y="5954"/>
                </a:lnTo>
                <a:cubicBezTo>
                  <a:pt x="186370" y="5954"/>
                  <a:pt x="191691" y="11274"/>
                  <a:pt x="191691" y="17860"/>
                </a:cubicBezTo>
                <a:cubicBezTo>
                  <a:pt x="191691" y="24445"/>
                  <a:pt x="186370" y="29766"/>
                  <a:pt x="179785" y="29766"/>
                </a:cubicBezTo>
                <a:lnTo>
                  <a:pt x="84535" y="29766"/>
                </a:lnTo>
                <a:cubicBezTo>
                  <a:pt x="77949" y="29766"/>
                  <a:pt x="72629" y="24445"/>
                  <a:pt x="72629" y="17860"/>
                </a:cubicBezTo>
                <a:cubicBezTo>
                  <a:pt x="72629" y="11274"/>
                  <a:pt x="77949" y="5954"/>
                  <a:pt x="84535" y="5954"/>
                </a:cubicBezTo>
                <a:close/>
                <a:moveTo>
                  <a:pt x="84535" y="65485"/>
                </a:moveTo>
                <a:lnTo>
                  <a:pt x="179785" y="65485"/>
                </a:lnTo>
                <a:cubicBezTo>
                  <a:pt x="186370" y="65485"/>
                  <a:pt x="191691" y="70805"/>
                  <a:pt x="191691" y="77391"/>
                </a:cubicBezTo>
                <a:cubicBezTo>
                  <a:pt x="191691" y="83977"/>
                  <a:pt x="186370" y="89297"/>
                  <a:pt x="179785" y="89297"/>
                </a:cubicBezTo>
                <a:lnTo>
                  <a:pt x="84535" y="89297"/>
                </a:lnTo>
                <a:cubicBezTo>
                  <a:pt x="77949" y="89297"/>
                  <a:pt x="72629" y="83977"/>
                  <a:pt x="72629" y="77391"/>
                </a:cubicBezTo>
                <a:cubicBezTo>
                  <a:pt x="72629" y="70805"/>
                  <a:pt x="77949" y="65485"/>
                  <a:pt x="84535" y="65485"/>
                </a:cubicBezTo>
                <a:close/>
                <a:moveTo>
                  <a:pt x="84535" y="125016"/>
                </a:moveTo>
                <a:lnTo>
                  <a:pt x="179785" y="125016"/>
                </a:lnTo>
                <a:cubicBezTo>
                  <a:pt x="186370" y="125016"/>
                  <a:pt x="191691" y="130337"/>
                  <a:pt x="191691" y="136922"/>
                </a:cubicBezTo>
                <a:cubicBezTo>
                  <a:pt x="191691" y="143508"/>
                  <a:pt x="186370" y="148828"/>
                  <a:pt x="179785" y="148828"/>
                </a:cubicBezTo>
                <a:lnTo>
                  <a:pt x="84535" y="148828"/>
                </a:lnTo>
                <a:cubicBezTo>
                  <a:pt x="77949" y="148828"/>
                  <a:pt x="72629" y="143508"/>
                  <a:pt x="72629" y="136922"/>
                </a:cubicBezTo>
                <a:cubicBezTo>
                  <a:pt x="72629" y="130337"/>
                  <a:pt x="77949" y="125016"/>
                  <a:pt x="84535" y="125016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5490" y="2783677"/>
            <a:ext cx="771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复现步骤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99911" y="3278884"/>
            <a:ext cx="6343555" cy="495300"/>
          </a:xfrm>
          <a:custGeom>
            <a:avLst/>
            <a:gdLst/>
            <a:ahLst/>
            <a:cxnLst/>
            <a:rect r="r" b="b" t="t" l="l"/>
            <a:pathLst>
              <a:path h="495300" w="6343555">
                <a:moveTo>
                  <a:pt x="37909" y="0"/>
                </a:moveTo>
                <a:lnTo>
                  <a:pt x="6267353" y="0"/>
                </a:lnTo>
                <a:cubicBezTo>
                  <a:pt x="6309437" y="0"/>
                  <a:pt x="6343555" y="34117"/>
                  <a:pt x="6343555" y="76203"/>
                </a:cubicBezTo>
                <a:lnTo>
                  <a:pt x="6343555" y="419097"/>
                </a:lnTo>
                <a:cubicBezTo>
                  <a:pt x="6343555" y="461183"/>
                  <a:pt x="6309437" y="495300"/>
                  <a:pt x="6267353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99911" y="3278884"/>
            <a:ext cx="37909" cy="495300"/>
          </a:xfrm>
          <a:custGeom>
            <a:avLst/>
            <a:gdLst/>
            <a:ahLst/>
            <a:cxnLst/>
            <a:rect r="r" b="b" t="t" l="l"/>
            <a:pathLst>
              <a:path h="495300" w="37909">
                <a:moveTo>
                  <a:pt x="37909" y="0"/>
                </a:moveTo>
                <a:lnTo>
                  <a:pt x="37909" y="0"/>
                </a:lnTo>
                <a:lnTo>
                  <a:pt x="37909" y="495300"/>
                </a:ln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556928" y="3431191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2" y="128996"/>
                  <a:pt x="119062" y="133946"/>
                </a:cubicBezTo>
                <a:cubicBezTo>
                  <a:pt x="119062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6"/>
                </a:cubicBezTo>
                <a:cubicBezTo>
                  <a:pt x="71438" y="128996"/>
                  <a:pt x="75419" y="125016"/>
                  <a:pt x="80367" y="125016"/>
                </a:cubicBezTo>
                <a:lnTo>
                  <a:pt x="89298" y="125016"/>
                </a:lnTo>
                <a:lnTo>
                  <a:pt x="89298" y="101202"/>
                </a:lnTo>
                <a:lnTo>
                  <a:pt x="80367" y="101202"/>
                </a:lnTo>
                <a:cubicBezTo>
                  <a:pt x="75419" y="101202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5490" y="3393132"/>
            <a:ext cx="1285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准确的问题说明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99911" y="3888339"/>
            <a:ext cx="6343555" cy="495300"/>
          </a:xfrm>
          <a:custGeom>
            <a:avLst/>
            <a:gdLst/>
            <a:ahLst/>
            <a:cxnLst/>
            <a:rect r="r" b="b" t="t" l="l"/>
            <a:pathLst>
              <a:path h="495300" w="6343555">
                <a:moveTo>
                  <a:pt x="37909" y="0"/>
                </a:moveTo>
                <a:lnTo>
                  <a:pt x="6267353" y="0"/>
                </a:lnTo>
                <a:cubicBezTo>
                  <a:pt x="6309437" y="0"/>
                  <a:pt x="6343555" y="34117"/>
                  <a:pt x="6343555" y="76203"/>
                </a:cubicBezTo>
                <a:lnTo>
                  <a:pt x="6343555" y="419097"/>
                </a:lnTo>
                <a:cubicBezTo>
                  <a:pt x="6343555" y="461183"/>
                  <a:pt x="6309437" y="495300"/>
                  <a:pt x="6267353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399911" y="3888339"/>
            <a:ext cx="37909" cy="495300"/>
          </a:xfrm>
          <a:custGeom>
            <a:avLst/>
            <a:gdLst/>
            <a:ahLst/>
            <a:cxnLst/>
            <a:rect r="r" b="b" t="t" l="l"/>
            <a:pathLst>
              <a:path h="495300" w="37909">
                <a:moveTo>
                  <a:pt x="37909" y="0"/>
                </a:moveTo>
                <a:lnTo>
                  <a:pt x="37909" y="0"/>
                </a:lnTo>
                <a:lnTo>
                  <a:pt x="37909" y="495300"/>
                </a:lnTo>
                <a:lnTo>
                  <a:pt x="37909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543869" y="4039269"/>
            <a:ext cx="216656" cy="193253"/>
          </a:xfrm>
          <a:custGeom>
            <a:avLst/>
            <a:gdLst/>
            <a:ahLst/>
            <a:cxnLst/>
            <a:rect r="r" b="b" t="t" l="l"/>
            <a:pathLst>
              <a:path h="193253" w="216656">
                <a:moveTo>
                  <a:pt x="135396" y="1823"/>
                </a:moveTo>
                <a:cubicBezTo>
                  <a:pt x="129071" y="0"/>
                  <a:pt x="122485" y="3685"/>
                  <a:pt x="120663" y="10009"/>
                </a:cubicBezTo>
                <a:lnTo>
                  <a:pt x="73038" y="176697"/>
                </a:lnTo>
                <a:cubicBezTo>
                  <a:pt x="71214" y="183023"/>
                  <a:pt x="74897" y="189608"/>
                  <a:pt x="81223" y="191431"/>
                </a:cubicBezTo>
                <a:cubicBezTo>
                  <a:pt x="87549" y="193254"/>
                  <a:pt x="94134" y="189569"/>
                  <a:pt x="95957" y="183245"/>
                </a:cubicBezTo>
                <a:lnTo>
                  <a:pt x="143582" y="16557"/>
                </a:lnTo>
                <a:cubicBezTo>
                  <a:pt x="145405" y="10231"/>
                  <a:pt x="141720" y="3646"/>
                  <a:pt x="135396" y="1823"/>
                </a:cubicBezTo>
                <a:close/>
                <a:moveTo>
                  <a:pt x="159432" y="52461"/>
                </a:moveTo>
                <a:cubicBezTo>
                  <a:pt x="154781" y="57113"/>
                  <a:pt x="154781" y="64666"/>
                  <a:pt x="159432" y="69317"/>
                </a:cubicBezTo>
                <a:lnTo>
                  <a:pt x="186742" y="96627"/>
                </a:lnTo>
                <a:lnTo>
                  <a:pt x="159432" y="123937"/>
                </a:lnTo>
                <a:cubicBezTo>
                  <a:pt x="154781" y="128588"/>
                  <a:pt x="154781" y="136141"/>
                  <a:pt x="159432" y="140793"/>
                </a:cubicBezTo>
                <a:cubicBezTo>
                  <a:pt x="164083" y="145443"/>
                  <a:pt x="171637" y="145443"/>
                  <a:pt x="176286" y="140793"/>
                </a:cubicBezTo>
                <a:lnTo>
                  <a:pt x="212005" y="105073"/>
                </a:lnTo>
                <a:cubicBezTo>
                  <a:pt x="216655" y="100422"/>
                  <a:pt x="216655" y="92869"/>
                  <a:pt x="212005" y="88218"/>
                </a:cubicBezTo>
                <a:lnTo>
                  <a:pt x="176286" y="52500"/>
                </a:lnTo>
                <a:cubicBezTo>
                  <a:pt x="171637" y="47849"/>
                  <a:pt x="164083" y="47849"/>
                  <a:pt x="159432" y="52500"/>
                </a:cubicBezTo>
                <a:close/>
                <a:moveTo>
                  <a:pt x="57223" y="52461"/>
                </a:moveTo>
                <a:cubicBezTo>
                  <a:pt x="52573" y="47811"/>
                  <a:pt x="45020" y="47811"/>
                  <a:pt x="40369" y="52461"/>
                </a:cubicBezTo>
                <a:lnTo>
                  <a:pt x="4651" y="88181"/>
                </a:lnTo>
                <a:cubicBezTo>
                  <a:pt x="0" y="92832"/>
                  <a:pt x="0" y="100385"/>
                  <a:pt x="4651" y="105036"/>
                </a:cubicBezTo>
                <a:lnTo>
                  <a:pt x="40369" y="140754"/>
                </a:lnTo>
                <a:cubicBezTo>
                  <a:pt x="45020" y="145405"/>
                  <a:pt x="52573" y="145405"/>
                  <a:pt x="57223" y="140754"/>
                </a:cubicBezTo>
                <a:cubicBezTo>
                  <a:pt x="61876" y="136104"/>
                  <a:pt x="61876" y="128551"/>
                  <a:pt x="57223" y="123900"/>
                </a:cubicBezTo>
                <a:lnTo>
                  <a:pt x="29913" y="96627"/>
                </a:lnTo>
                <a:lnTo>
                  <a:pt x="57187" y="69317"/>
                </a:lnTo>
                <a:cubicBezTo>
                  <a:pt x="61837" y="64666"/>
                  <a:pt x="61837" y="57113"/>
                  <a:pt x="57187" y="52461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5490" y="4002588"/>
            <a:ext cx="1800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示例代码（如果可能）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7048530" y="1640886"/>
            <a:ext cx="4762500" cy="3124200"/>
          </a:xfrm>
          <a:custGeom>
            <a:avLst/>
            <a:gdLst/>
            <a:ahLst/>
            <a:cxnLst/>
            <a:rect r="r" b="b" t="t" l="l"/>
            <a:pathLst>
              <a:path h="3124200" w="4762500">
                <a:moveTo>
                  <a:pt x="76199" y="0"/>
                </a:moveTo>
                <a:lnTo>
                  <a:pt x="4686301" y="0"/>
                </a:lnTo>
                <a:cubicBezTo>
                  <a:pt x="4728384" y="0"/>
                  <a:pt x="4762500" y="34116"/>
                  <a:pt x="4762500" y="76199"/>
                </a:cubicBezTo>
                <a:lnTo>
                  <a:pt x="4762500" y="3048001"/>
                </a:lnTo>
                <a:cubicBezTo>
                  <a:pt x="4762500" y="3090084"/>
                  <a:pt x="4728384" y="3124200"/>
                  <a:pt x="4686301" y="3124200"/>
                </a:cubicBezTo>
                <a:lnTo>
                  <a:pt x="76199" y="3124200"/>
                </a:lnTo>
                <a:cubicBezTo>
                  <a:pt x="34116" y="3124200"/>
                  <a:pt x="0" y="3090084"/>
                  <a:pt x="0" y="30480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  <a:effectLst>
            <a:outerShdw dir="5400000" dist="88900" blurRad="139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77103" y="1869458"/>
            <a:ext cx="4400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B22222"/>
                </a:solidFill>
                <a:latin typeface="Noto Sans SC"/>
                <a:ea typeface="Noto Sans SC"/>
                <a:cs typeface="Noto Sans SC"/>
                <a:sym typeface="Noto Sans SC"/>
              </a:rPr>
              <a:t>示例结构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7286581" y="2288549"/>
            <a:ext cx="18955" cy="381000"/>
          </a:xfrm>
          <a:custGeom>
            <a:avLst/>
            <a:gdLst/>
            <a:ahLst/>
            <a:cxnLst/>
            <a:rect r="r" b="b" t="t" l="l"/>
            <a:pathLst>
              <a:path h="381000" w="18955">
                <a:moveTo>
                  <a:pt x="0" y="0"/>
                </a:moveTo>
                <a:lnTo>
                  <a:pt x="18955" y="0"/>
                </a:lnTo>
                <a:lnTo>
                  <a:pt x="18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410308" y="2288549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B22222"/>
                </a:solidFill>
                <a:latin typeface="MiSans"/>
                <a:ea typeface="MiSans"/>
                <a:cs typeface="MiSans"/>
                <a:sym typeface="MiSans"/>
              </a:rPr>
              <a:t>## Summary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410308" y="2478988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D1D5DC"/>
                </a:solidFill>
                <a:latin typeface="MiSans"/>
                <a:ea typeface="MiSans"/>
                <a:cs typeface="MiSans"/>
                <a:sym typeface="MiSans"/>
              </a:rPr>
              <a:t>简要描述问题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7286581" y="2783677"/>
            <a:ext cx="18955" cy="762000"/>
          </a:xfrm>
          <a:custGeom>
            <a:avLst/>
            <a:gdLst/>
            <a:ahLst/>
            <a:cxnLst/>
            <a:rect r="r" b="b" t="t" l="l"/>
            <a:pathLst>
              <a:path h="762000" w="18955">
                <a:moveTo>
                  <a:pt x="0" y="0"/>
                </a:moveTo>
                <a:lnTo>
                  <a:pt x="18955" y="0"/>
                </a:lnTo>
                <a:lnTo>
                  <a:pt x="1895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410308" y="2783677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B22222"/>
                </a:solidFill>
                <a:latin typeface="MiSans"/>
                <a:ea typeface="MiSans"/>
                <a:cs typeface="MiSans"/>
                <a:sym typeface="MiSans"/>
              </a:rPr>
              <a:t>## Steps to reproduce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410308" y="2974121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D1D5DC"/>
                </a:solidFill>
                <a:latin typeface="MiSans"/>
                <a:ea typeface="MiSans"/>
                <a:cs typeface="MiSans"/>
                <a:sym typeface="MiSans"/>
              </a:rPr>
              <a:t>1. 步骤一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410308" y="3164560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D1D5DC"/>
                </a:solidFill>
                <a:latin typeface="MiSans"/>
                <a:ea typeface="MiSans"/>
                <a:cs typeface="MiSans"/>
                <a:sym typeface="MiSans"/>
              </a:rPr>
              <a:t>2. 步骤二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410308" y="3355000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D1D5DC"/>
                </a:solidFill>
                <a:latin typeface="MiSans"/>
                <a:ea typeface="MiSans"/>
                <a:cs typeface="MiSans"/>
                <a:sym typeface="MiSans"/>
              </a:rPr>
              <a:t>3. 步骤三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7286581" y="3659693"/>
            <a:ext cx="18955" cy="381000"/>
          </a:xfrm>
          <a:custGeom>
            <a:avLst/>
            <a:gdLst/>
            <a:ahLst/>
            <a:cxnLst/>
            <a:rect r="r" b="b" t="t" l="l"/>
            <a:pathLst>
              <a:path h="381000" w="18955">
                <a:moveTo>
                  <a:pt x="0" y="0"/>
                </a:moveTo>
                <a:lnTo>
                  <a:pt x="18955" y="0"/>
                </a:lnTo>
                <a:lnTo>
                  <a:pt x="18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410308" y="3659693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B22222"/>
                </a:solidFill>
                <a:latin typeface="MiSans"/>
                <a:ea typeface="MiSans"/>
                <a:cs typeface="MiSans"/>
                <a:sym typeface="MiSans"/>
              </a:rPr>
              <a:t>## Expected behavior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410308" y="3850132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D1D5DC"/>
                </a:solidFill>
                <a:latin typeface="MiSans"/>
                <a:ea typeface="MiSans"/>
                <a:cs typeface="MiSans"/>
                <a:sym typeface="MiSans"/>
              </a:rPr>
              <a:t>预期行为描述</a:t>
            </a:r>
            <a:endParaRPr lang="en-US" sz="1100"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7286581" y="4154821"/>
            <a:ext cx="18955" cy="381000"/>
          </a:xfrm>
          <a:custGeom>
            <a:avLst/>
            <a:gdLst/>
            <a:ahLst/>
            <a:cxnLst/>
            <a:rect r="r" b="b" t="t" l="l"/>
            <a:pathLst>
              <a:path h="381000" w="18955">
                <a:moveTo>
                  <a:pt x="0" y="0"/>
                </a:moveTo>
                <a:lnTo>
                  <a:pt x="18955" y="0"/>
                </a:lnTo>
                <a:lnTo>
                  <a:pt x="1895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410308" y="4154821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B22222"/>
                </a:solidFill>
                <a:latin typeface="MiSans"/>
                <a:ea typeface="MiSans"/>
                <a:cs typeface="MiSans"/>
                <a:sym typeface="MiSans"/>
              </a:rPr>
              <a:t>## Actual behavior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410308" y="4345260"/>
            <a:ext cx="4238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D1D5DC"/>
                </a:solidFill>
                <a:latin typeface="MiSans"/>
                <a:ea typeface="MiSans"/>
                <a:cs typeface="MiSans"/>
                <a:sym typeface="MiSans"/>
              </a:rPr>
              <a:t>实际行为描述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291578" y="6474722"/>
            <a:ext cx="5469829" cy="3077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参考FlagTree：https://github.com/flagos-ai/FlagTree/issues</a:t>
            </a:r>
            <a:endParaRPr lang="en-US" sz="1100"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80956" y="5141459"/>
            <a:ext cx="4672494" cy="1218911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277852" y="5136649"/>
            <a:ext cx="2369607" cy="1244616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5"/>
            <a:ext cx="18573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代码贡献要求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640886"/>
            <a:ext cx="5657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在提交 PR 时需要：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2059972"/>
            <a:ext cx="5562600" cy="800100"/>
          </a:xfrm>
          <a:custGeom>
            <a:avLst/>
            <a:gdLst/>
            <a:ahLst/>
            <a:cxnLst/>
            <a:rect r="r" b="b" t="t" l="l"/>
            <a:pathLst>
              <a:path h="8001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580963" y="2250411"/>
            <a:ext cx="142875" cy="190500"/>
          </a:xfrm>
          <a:custGeom>
            <a:avLst/>
            <a:gdLst/>
            <a:ahLst/>
            <a:cxnLst/>
            <a:rect r="r" b="b" t="t" l="l"/>
            <a:pathLst>
              <a:path h="190500" w="142875">
                <a:moveTo>
                  <a:pt x="0" y="23813"/>
                </a:moveTo>
                <a:cubicBezTo>
                  <a:pt x="0" y="10678"/>
                  <a:pt x="10678" y="0"/>
                  <a:pt x="23813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1" y="6958"/>
                </a:cubicBezTo>
                <a:lnTo>
                  <a:pt x="135917" y="46620"/>
                </a:lnTo>
                <a:cubicBezTo>
                  <a:pt x="140382" y="51084"/>
                  <a:pt x="142875" y="57150"/>
                  <a:pt x="142875" y="63475"/>
                </a:cubicBezTo>
                <a:lnTo>
                  <a:pt x="142875" y="166687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3" y="190500"/>
                </a:lnTo>
                <a:cubicBezTo>
                  <a:pt x="10678" y="190500"/>
                  <a:pt x="0" y="179822"/>
                  <a:pt x="0" y="166687"/>
                </a:cubicBezTo>
                <a:lnTo>
                  <a:pt x="0" y="23813"/>
                </a:lnTo>
                <a:close/>
                <a:moveTo>
                  <a:pt x="77391" y="21767"/>
                </a:moveTo>
                <a:lnTo>
                  <a:pt x="77391" y="56554"/>
                </a:lnTo>
                <a:cubicBezTo>
                  <a:pt x="77391" y="61504"/>
                  <a:pt x="81371" y="65484"/>
                  <a:pt x="86321" y="65484"/>
                </a:cubicBezTo>
                <a:lnTo>
                  <a:pt x="121108" y="65484"/>
                </a:lnTo>
                <a:lnTo>
                  <a:pt x="77391" y="21767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79"/>
                </a:cubicBezTo>
                <a:cubicBezTo>
                  <a:pt x="35719" y="109129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9"/>
                  <a:pt x="107156" y="104179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7"/>
                  <a:pt x="44648" y="148827"/>
                </a:cubicBezTo>
                <a:lnTo>
                  <a:pt x="98227" y="148827"/>
                </a:lnTo>
                <a:cubicBezTo>
                  <a:pt x="103175" y="148827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5712" y="2212353"/>
            <a:ext cx="2524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清晰描述修改内容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5712" y="2479058"/>
            <a:ext cx="2514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详细说明本次修改涉及的文件和功能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2974265"/>
            <a:ext cx="5562600" cy="800100"/>
          </a:xfrm>
          <a:custGeom>
            <a:avLst/>
            <a:gdLst/>
            <a:ahLst/>
            <a:cxnLst/>
            <a:rect r="r" b="b" t="t" l="l"/>
            <a:pathLst>
              <a:path h="8001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557150" y="316470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4" y="86321"/>
                  <a:pt x="74414" y="86321"/>
                </a:cubicBezTo>
                <a:cubicBezTo>
                  <a:pt x="69466" y="86321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2" y="102394"/>
                  <a:pt x="104179" y="105110"/>
                </a:cubicBezTo>
                <a:lnTo>
                  <a:pt x="104179" y="106524"/>
                </a:lnTo>
                <a:cubicBezTo>
                  <a:pt x="104179" y="111472"/>
                  <a:pt x="100199" y="115453"/>
                  <a:pt x="95250" y="115453"/>
                </a:cubicBezTo>
                <a:cubicBezTo>
                  <a:pt x="90301" y="115453"/>
                  <a:pt x="86321" y="111472"/>
                  <a:pt x="86321" y="106524"/>
                </a:cubicBezTo>
                <a:lnTo>
                  <a:pt x="86321" y="103510"/>
                </a:lnTo>
                <a:cubicBezTo>
                  <a:pt x="86321" y="95882"/>
                  <a:pt x="91827" y="90413"/>
                  <a:pt x="97519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1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3"/>
                </a:moveTo>
                <a:cubicBezTo>
                  <a:pt x="83344" y="130352"/>
                  <a:pt x="88679" y="125016"/>
                  <a:pt x="95250" y="125016"/>
                </a:cubicBezTo>
                <a:cubicBezTo>
                  <a:pt x="101821" y="125016"/>
                  <a:pt x="107156" y="130352"/>
                  <a:pt x="107156" y="136923"/>
                </a:cubicBezTo>
                <a:cubicBezTo>
                  <a:pt x="107156" y="143493"/>
                  <a:pt x="101821" y="148827"/>
                  <a:pt x="95250" y="148827"/>
                </a:cubicBezTo>
                <a:cubicBezTo>
                  <a:pt x="88679" y="148827"/>
                  <a:pt x="83344" y="143493"/>
                  <a:pt x="83344" y="13692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5712" y="3126646"/>
            <a:ext cx="1914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说明修改原因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5712" y="3393356"/>
            <a:ext cx="1905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解释为什么要进行这项修改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0956" y="3888558"/>
            <a:ext cx="5562600" cy="800100"/>
          </a:xfrm>
          <a:custGeom>
            <a:avLst/>
            <a:gdLst/>
            <a:ahLst/>
            <a:cxnLst/>
            <a:rect r="r" b="b" t="t" l="l"/>
            <a:pathLst>
              <a:path h="8001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557150" y="4077845"/>
            <a:ext cx="191691" cy="191653"/>
          </a:xfrm>
          <a:custGeom>
            <a:avLst/>
            <a:gdLst/>
            <a:ahLst/>
            <a:cxnLst/>
            <a:rect r="r" b="b" t="t" l="l"/>
            <a:pathLst>
              <a:path h="191653" w="191691">
                <a:moveTo>
                  <a:pt x="127471" y="4651"/>
                </a:moveTo>
                <a:cubicBezTo>
                  <a:pt x="122820" y="0"/>
                  <a:pt x="115266" y="0"/>
                  <a:pt x="110617" y="4651"/>
                </a:cubicBezTo>
                <a:cubicBezTo>
                  <a:pt x="105966" y="9301"/>
                  <a:pt x="105966" y="16854"/>
                  <a:pt x="110617" y="21505"/>
                </a:cubicBezTo>
                <a:lnTo>
                  <a:pt x="114115" y="24966"/>
                </a:lnTo>
                <a:lnTo>
                  <a:pt x="10455" y="128624"/>
                </a:lnTo>
                <a:cubicBezTo>
                  <a:pt x="3758" y="135322"/>
                  <a:pt x="0" y="144400"/>
                  <a:pt x="0" y="153888"/>
                </a:cubicBezTo>
                <a:lnTo>
                  <a:pt x="0" y="155934"/>
                </a:lnTo>
                <a:cubicBezTo>
                  <a:pt x="0" y="175654"/>
                  <a:pt x="15999" y="191653"/>
                  <a:pt x="35719" y="191653"/>
                </a:cubicBezTo>
                <a:lnTo>
                  <a:pt x="37765" y="191653"/>
                </a:lnTo>
                <a:cubicBezTo>
                  <a:pt x="47253" y="191653"/>
                  <a:pt x="56331" y="187895"/>
                  <a:pt x="63029" y="181198"/>
                </a:cubicBezTo>
                <a:lnTo>
                  <a:pt x="166688" y="77538"/>
                </a:lnTo>
                <a:lnTo>
                  <a:pt x="170185" y="81036"/>
                </a:lnTo>
                <a:cubicBezTo>
                  <a:pt x="174836" y="85687"/>
                  <a:pt x="182389" y="85687"/>
                  <a:pt x="187041" y="81036"/>
                </a:cubicBezTo>
                <a:cubicBezTo>
                  <a:pt x="191691" y="76387"/>
                  <a:pt x="191691" y="68833"/>
                  <a:pt x="187041" y="64182"/>
                </a:cubicBezTo>
                <a:lnTo>
                  <a:pt x="127508" y="4651"/>
                </a:lnTo>
                <a:close/>
                <a:moveTo>
                  <a:pt x="76385" y="96403"/>
                </a:moveTo>
                <a:lnTo>
                  <a:pt x="130969" y="41820"/>
                </a:lnTo>
                <a:lnTo>
                  <a:pt x="149833" y="60684"/>
                </a:lnTo>
                <a:lnTo>
                  <a:pt x="114115" y="96403"/>
                </a:lnTo>
                <a:lnTo>
                  <a:pt x="76349" y="96403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5712" y="4040939"/>
            <a:ext cx="20669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提供测试用例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5712" y="4307649"/>
            <a:ext cx="2057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如果可以，提供相关测试用例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80956" y="4802851"/>
            <a:ext cx="5562600" cy="800100"/>
          </a:xfrm>
          <a:custGeom>
            <a:avLst/>
            <a:gdLst/>
            <a:ahLst/>
            <a:cxnLst/>
            <a:rect r="r" b="b" t="t" l="l"/>
            <a:pathLst>
              <a:path h="8001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723897"/>
                </a:lnTo>
                <a:cubicBezTo>
                  <a:pt x="5562600" y="765983"/>
                  <a:pt x="5528483" y="800100"/>
                  <a:pt x="5486397" y="800100"/>
                </a:cubicBezTo>
                <a:lnTo>
                  <a:pt x="76203" y="800100"/>
                </a:lnTo>
                <a:cubicBezTo>
                  <a:pt x="34117" y="800100"/>
                  <a:pt x="0" y="765983"/>
                  <a:pt x="0" y="723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557150" y="4993291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1" y="44648"/>
                </a:moveTo>
                <a:lnTo>
                  <a:pt x="86321" y="95250"/>
                </a:lnTo>
                <a:cubicBezTo>
                  <a:pt x="86321" y="98227"/>
                  <a:pt x="87809" y="101017"/>
                  <a:pt x="90301" y="102691"/>
                </a:cubicBezTo>
                <a:lnTo>
                  <a:pt x="126020" y="126503"/>
                </a:lnTo>
                <a:cubicBezTo>
                  <a:pt x="130113" y="129257"/>
                  <a:pt x="135658" y="128140"/>
                  <a:pt x="138410" y="124010"/>
                </a:cubicBezTo>
                <a:cubicBezTo>
                  <a:pt x="141163" y="119880"/>
                  <a:pt x="140047" y="114374"/>
                  <a:pt x="135917" y="111622"/>
                </a:cubicBezTo>
                <a:lnTo>
                  <a:pt x="104179" y="90487"/>
                </a:lnTo>
                <a:lnTo>
                  <a:pt x="104179" y="44648"/>
                </a:lnTo>
                <a:cubicBezTo>
                  <a:pt x="104179" y="39700"/>
                  <a:pt x="100199" y="35719"/>
                  <a:pt x="95250" y="35719"/>
                </a:cubicBezTo>
                <a:cubicBezTo>
                  <a:pt x="90301" y="35719"/>
                  <a:pt x="86321" y="39700"/>
                  <a:pt x="86321" y="4464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5712" y="4955232"/>
            <a:ext cx="17811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等待团队成员 Review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5712" y="5221942"/>
            <a:ext cx="17716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耐心等待代码审查反馈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48338" y="1640886"/>
            <a:ext cx="5657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PR 合并前必须：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248338" y="2059972"/>
            <a:ext cx="5562600" cy="3581400"/>
          </a:xfrm>
          <a:custGeom>
            <a:avLst/>
            <a:gdLst/>
            <a:ahLst/>
            <a:cxnLst/>
            <a:rect r="r" b="b" t="t" l="l"/>
            <a:pathLst>
              <a:path h="3581400" w="5562600">
                <a:moveTo>
                  <a:pt x="76211" y="0"/>
                </a:moveTo>
                <a:lnTo>
                  <a:pt x="5486389" y="0"/>
                </a:lnTo>
                <a:cubicBezTo>
                  <a:pt x="5528479" y="0"/>
                  <a:pt x="5562600" y="34121"/>
                  <a:pt x="5562600" y="76211"/>
                </a:cubicBezTo>
                <a:lnTo>
                  <a:pt x="5562600" y="3505189"/>
                </a:lnTo>
                <a:cubicBezTo>
                  <a:pt x="5562600" y="3547279"/>
                  <a:pt x="5528479" y="3581400"/>
                  <a:pt x="5486389" y="3581400"/>
                </a:cubicBezTo>
                <a:lnTo>
                  <a:pt x="76211" y="3581400"/>
                </a:lnTo>
                <a:cubicBezTo>
                  <a:pt x="34121" y="3581400"/>
                  <a:pt x="0" y="3547279"/>
                  <a:pt x="0" y="3505189"/>
                </a:cubicBezTo>
                <a:lnTo>
                  <a:pt x="0" y="76211"/>
                </a:lnTo>
                <a:cubicBezTo>
                  <a:pt x="0" y="34150"/>
                  <a:pt x="34150" y="0"/>
                  <a:pt x="76211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6476911" y="3202837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622143" y="3358796"/>
            <a:ext cx="255166" cy="225027"/>
          </a:xfrm>
          <a:custGeom>
            <a:avLst/>
            <a:gdLst/>
            <a:ahLst/>
            <a:cxnLst/>
            <a:rect r="r" b="b" t="t" l="l"/>
            <a:pathLst>
              <a:path h="225027" w="255166">
                <a:moveTo>
                  <a:pt x="39292" y="53577"/>
                </a:moveTo>
                <a:cubicBezTo>
                  <a:pt x="39292" y="24006"/>
                  <a:pt x="63298" y="0"/>
                  <a:pt x="92869" y="0"/>
                </a:cubicBezTo>
                <a:cubicBezTo>
                  <a:pt x="122440" y="0"/>
                  <a:pt x="146446" y="24006"/>
                  <a:pt x="146446" y="53577"/>
                </a:cubicBezTo>
                <a:cubicBezTo>
                  <a:pt x="146446" y="83148"/>
                  <a:pt x="122440" y="107154"/>
                  <a:pt x="92869" y="107154"/>
                </a:cubicBezTo>
                <a:cubicBezTo>
                  <a:pt x="63298" y="107154"/>
                  <a:pt x="39292" y="83148"/>
                  <a:pt x="39292" y="53577"/>
                </a:cubicBezTo>
                <a:close/>
                <a:moveTo>
                  <a:pt x="0" y="211766"/>
                </a:moveTo>
                <a:cubicBezTo>
                  <a:pt x="0" y="167788"/>
                  <a:pt x="35630" y="132158"/>
                  <a:pt x="79608" y="132158"/>
                </a:cubicBezTo>
                <a:lnTo>
                  <a:pt x="106130" y="132158"/>
                </a:lnTo>
                <a:cubicBezTo>
                  <a:pt x="150108" y="132158"/>
                  <a:pt x="185738" y="167788"/>
                  <a:pt x="185738" y="211766"/>
                </a:cubicBezTo>
                <a:cubicBezTo>
                  <a:pt x="185738" y="219088"/>
                  <a:pt x="179801" y="225027"/>
                  <a:pt x="172476" y="225027"/>
                </a:cubicBezTo>
                <a:lnTo>
                  <a:pt x="13262" y="225027"/>
                </a:lnTo>
                <a:cubicBezTo>
                  <a:pt x="5937" y="225027"/>
                  <a:pt x="0" y="219088"/>
                  <a:pt x="0" y="211766"/>
                </a:cubicBezTo>
                <a:close/>
                <a:moveTo>
                  <a:pt x="251996" y="55675"/>
                </a:moveTo>
                <a:lnTo>
                  <a:pt x="216277" y="112825"/>
                </a:lnTo>
                <a:cubicBezTo>
                  <a:pt x="214402" y="115817"/>
                  <a:pt x="211187" y="117692"/>
                  <a:pt x="207660" y="117871"/>
                </a:cubicBezTo>
                <a:cubicBezTo>
                  <a:pt x="204132" y="118049"/>
                  <a:pt x="200740" y="116442"/>
                  <a:pt x="198641" y="113585"/>
                </a:cubicBezTo>
                <a:lnTo>
                  <a:pt x="177210" y="85010"/>
                </a:lnTo>
                <a:cubicBezTo>
                  <a:pt x="173638" y="80277"/>
                  <a:pt x="174620" y="73580"/>
                  <a:pt x="179353" y="70008"/>
                </a:cubicBezTo>
                <a:cubicBezTo>
                  <a:pt x="184085" y="66436"/>
                  <a:pt x="190783" y="67417"/>
                  <a:pt x="194355" y="72151"/>
                </a:cubicBezTo>
                <a:lnTo>
                  <a:pt x="206410" y="88224"/>
                </a:lnTo>
                <a:lnTo>
                  <a:pt x="233824" y="44335"/>
                </a:lnTo>
                <a:cubicBezTo>
                  <a:pt x="236951" y="39334"/>
                  <a:pt x="243557" y="37771"/>
                  <a:pt x="248603" y="40940"/>
                </a:cubicBezTo>
                <a:cubicBezTo>
                  <a:pt x="253648" y="44112"/>
                  <a:pt x="255166" y="50675"/>
                  <a:pt x="251996" y="55719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162631" y="3221868"/>
            <a:ext cx="2228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至少一名成员批准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162631" y="3488573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需要项目维护者的代码审查通过</a:t>
            </a:r>
            <a:endParaRPr lang="en-US" sz="1100"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6476911" y="3964749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656433" y="4122354"/>
            <a:ext cx="174799" cy="209401"/>
          </a:xfrm>
          <a:custGeom>
            <a:avLst/>
            <a:gdLst/>
            <a:ahLst/>
            <a:cxnLst/>
            <a:rect r="r" b="b" t="t" l="l"/>
            <a:pathLst>
              <a:path h="209401" w="174799">
                <a:moveTo>
                  <a:pt x="113005" y="24601"/>
                </a:moveTo>
                <a:cubicBezTo>
                  <a:pt x="117649" y="18216"/>
                  <a:pt x="116220" y="9287"/>
                  <a:pt x="109835" y="4643"/>
                </a:cubicBezTo>
                <a:cubicBezTo>
                  <a:pt x="103451" y="0"/>
                  <a:pt x="94521" y="1430"/>
                  <a:pt x="89878" y="7813"/>
                </a:cubicBezTo>
                <a:lnTo>
                  <a:pt x="42550" y="72866"/>
                </a:lnTo>
                <a:lnTo>
                  <a:pt x="25807" y="56123"/>
                </a:lnTo>
                <a:cubicBezTo>
                  <a:pt x="20226" y="50542"/>
                  <a:pt x="11162" y="50542"/>
                  <a:pt x="5581" y="56123"/>
                </a:cubicBezTo>
                <a:cubicBezTo>
                  <a:pt x="0" y="61704"/>
                  <a:pt x="0" y="70768"/>
                  <a:pt x="5581" y="76349"/>
                </a:cubicBezTo>
                <a:lnTo>
                  <a:pt x="34156" y="104924"/>
                </a:lnTo>
                <a:cubicBezTo>
                  <a:pt x="37103" y="107870"/>
                  <a:pt x="41210" y="109388"/>
                  <a:pt x="45363" y="109076"/>
                </a:cubicBezTo>
                <a:cubicBezTo>
                  <a:pt x="49515" y="108764"/>
                  <a:pt x="53355" y="106620"/>
                  <a:pt x="55810" y="103226"/>
                </a:cubicBezTo>
                <a:lnTo>
                  <a:pt x="112960" y="24646"/>
                </a:lnTo>
                <a:close/>
                <a:moveTo>
                  <a:pt x="170155" y="85323"/>
                </a:moveTo>
                <a:cubicBezTo>
                  <a:pt x="174799" y="78938"/>
                  <a:pt x="173370" y="70010"/>
                  <a:pt x="166985" y="65365"/>
                </a:cubicBezTo>
                <a:cubicBezTo>
                  <a:pt x="160601" y="60722"/>
                  <a:pt x="151671" y="62150"/>
                  <a:pt x="147028" y="68535"/>
                </a:cubicBezTo>
                <a:lnTo>
                  <a:pt x="71125" y="172880"/>
                </a:lnTo>
                <a:lnTo>
                  <a:pt x="40095" y="141848"/>
                </a:lnTo>
                <a:cubicBezTo>
                  <a:pt x="34513" y="136267"/>
                  <a:pt x="25450" y="136267"/>
                  <a:pt x="19869" y="141848"/>
                </a:cubicBezTo>
                <a:cubicBezTo>
                  <a:pt x="14288" y="147429"/>
                  <a:pt x="14288" y="156493"/>
                  <a:pt x="19869" y="162074"/>
                </a:cubicBezTo>
                <a:lnTo>
                  <a:pt x="62731" y="204936"/>
                </a:lnTo>
                <a:cubicBezTo>
                  <a:pt x="65678" y="207883"/>
                  <a:pt x="69785" y="209401"/>
                  <a:pt x="73938" y="209088"/>
                </a:cubicBezTo>
                <a:cubicBezTo>
                  <a:pt x="78090" y="208776"/>
                  <a:pt x="81930" y="206634"/>
                  <a:pt x="84385" y="203240"/>
                </a:cubicBezTo>
                <a:lnTo>
                  <a:pt x="170110" y="8536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162631" y="3983780"/>
            <a:ext cx="2228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CI 检查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162631" y="4250485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必须通过自动化测试和代码检查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45150" y="5907979"/>
            <a:ext cx="11350300" cy="33855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参考FlagTree中的贡献要求：https://github.com/flagos-ai/FlagTree/blob/cc6a3158/CONTRIBUTING_cn.md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30"/>
            <a:ext cx="24288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代码规范的重要性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640886"/>
            <a:ext cx="11525250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大型开源项目需要统一代码风格，这是保证代码质量和协作效率的基础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2197994"/>
            <a:ext cx="3657600" cy="1733455"/>
          </a:xfrm>
          <a:custGeom>
            <a:avLst/>
            <a:gdLst/>
            <a:ahLst/>
            <a:cxnLst/>
            <a:rect r="r" b="b" t="t" l="l"/>
            <a:pathLst>
              <a:path h="1733455" w="3657600">
                <a:moveTo>
                  <a:pt x="37910" y="0"/>
                </a:moveTo>
                <a:lnTo>
                  <a:pt x="3619691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1657253"/>
                </a:lnTo>
                <a:cubicBezTo>
                  <a:pt x="3657600" y="1699337"/>
                  <a:pt x="3623483" y="1733455"/>
                  <a:pt x="3581397" y="1733455"/>
                </a:cubicBezTo>
                <a:lnTo>
                  <a:pt x="76203" y="1733455"/>
                </a:lnTo>
                <a:cubicBezTo>
                  <a:pt x="34117" y="1733455"/>
                  <a:pt x="0" y="1699337"/>
                  <a:pt x="0" y="1657253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380956" y="2197994"/>
            <a:ext cx="3657600" cy="37910"/>
          </a:xfrm>
          <a:custGeom>
            <a:avLst/>
            <a:gdLst/>
            <a:ahLst/>
            <a:cxnLst/>
            <a:rect r="r" b="b" t="t" l="l"/>
            <a:pathLst>
              <a:path h="37910" w="3657600">
                <a:moveTo>
                  <a:pt x="37910" y="0"/>
                </a:moveTo>
                <a:lnTo>
                  <a:pt x="3619691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37910"/>
                </a:lnTo>
                <a:lnTo>
                  <a:pt x="0" y="37910"/>
                </a:ln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2016310" y="2466951"/>
            <a:ext cx="386968" cy="300038"/>
          </a:xfrm>
          <a:custGeom>
            <a:avLst/>
            <a:gdLst/>
            <a:ahLst/>
            <a:cxnLst/>
            <a:rect r="r" b="b" t="t" l="l"/>
            <a:pathLst>
              <a:path h="300038" w="386968">
                <a:moveTo>
                  <a:pt x="193484" y="0"/>
                </a:moveTo>
                <a:cubicBezTo>
                  <a:pt x="139370" y="0"/>
                  <a:pt x="96038" y="24646"/>
                  <a:pt x="64495" y="53980"/>
                </a:cubicBezTo>
                <a:cubicBezTo>
                  <a:pt x="33152" y="83113"/>
                  <a:pt x="12189" y="117871"/>
                  <a:pt x="2210" y="141781"/>
                </a:cubicBezTo>
                <a:cubicBezTo>
                  <a:pt x="0" y="147073"/>
                  <a:pt x="0" y="152965"/>
                  <a:pt x="2210" y="158257"/>
                </a:cubicBezTo>
                <a:cubicBezTo>
                  <a:pt x="12189" y="182167"/>
                  <a:pt x="33152" y="216992"/>
                  <a:pt x="64495" y="246058"/>
                </a:cubicBezTo>
                <a:cubicBezTo>
                  <a:pt x="96038" y="275325"/>
                  <a:pt x="139370" y="300038"/>
                  <a:pt x="193484" y="300038"/>
                </a:cubicBezTo>
                <a:cubicBezTo>
                  <a:pt x="247598" y="300038"/>
                  <a:pt x="290929" y="275392"/>
                  <a:pt x="322474" y="246058"/>
                </a:cubicBezTo>
                <a:cubicBezTo>
                  <a:pt x="353817" y="216925"/>
                  <a:pt x="374779" y="182167"/>
                  <a:pt x="384758" y="158257"/>
                </a:cubicBezTo>
                <a:cubicBezTo>
                  <a:pt x="386967" y="152965"/>
                  <a:pt x="386967" y="147073"/>
                  <a:pt x="384758" y="141781"/>
                </a:cubicBezTo>
                <a:cubicBezTo>
                  <a:pt x="374779" y="117871"/>
                  <a:pt x="353817" y="83046"/>
                  <a:pt x="322474" y="53980"/>
                </a:cubicBezTo>
                <a:cubicBezTo>
                  <a:pt x="290929" y="24713"/>
                  <a:pt x="247598" y="0"/>
                  <a:pt x="193484" y="0"/>
                </a:cubicBezTo>
                <a:close/>
                <a:moveTo>
                  <a:pt x="97044" y="150019"/>
                </a:moveTo>
                <a:cubicBezTo>
                  <a:pt x="97044" y="96792"/>
                  <a:pt x="140257" y="53578"/>
                  <a:pt x="193484" y="53578"/>
                </a:cubicBezTo>
                <a:cubicBezTo>
                  <a:pt x="246711" y="53578"/>
                  <a:pt x="289926" y="96792"/>
                  <a:pt x="289926" y="150019"/>
                </a:cubicBezTo>
                <a:cubicBezTo>
                  <a:pt x="289926" y="203246"/>
                  <a:pt x="246711" y="246460"/>
                  <a:pt x="193484" y="246460"/>
                </a:cubicBezTo>
                <a:cubicBezTo>
                  <a:pt x="140257" y="246460"/>
                  <a:pt x="97044" y="203246"/>
                  <a:pt x="97044" y="150019"/>
                </a:cubicBezTo>
                <a:close/>
                <a:moveTo>
                  <a:pt x="193484" y="107157"/>
                </a:moveTo>
                <a:cubicBezTo>
                  <a:pt x="193484" y="130798"/>
                  <a:pt x="174263" y="150019"/>
                  <a:pt x="150622" y="150019"/>
                </a:cubicBezTo>
                <a:cubicBezTo>
                  <a:pt x="142920" y="150019"/>
                  <a:pt x="135687" y="148010"/>
                  <a:pt x="129391" y="144393"/>
                </a:cubicBezTo>
                <a:cubicBezTo>
                  <a:pt x="128722" y="151693"/>
                  <a:pt x="129324" y="159193"/>
                  <a:pt x="131334" y="166628"/>
                </a:cubicBezTo>
                <a:cubicBezTo>
                  <a:pt x="140509" y="200918"/>
                  <a:pt x="175803" y="221277"/>
                  <a:pt x="210093" y="212103"/>
                </a:cubicBezTo>
                <a:cubicBezTo>
                  <a:pt x="244383" y="202927"/>
                  <a:pt x="264743" y="167633"/>
                  <a:pt x="255568" y="133343"/>
                </a:cubicBezTo>
                <a:cubicBezTo>
                  <a:pt x="247397" y="102736"/>
                  <a:pt x="218398" y="83247"/>
                  <a:pt x="187859" y="85926"/>
                </a:cubicBezTo>
                <a:cubicBezTo>
                  <a:pt x="191408" y="92155"/>
                  <a:pt x="193484" y="99388"/>
                  <a:pt x="193484" y="10715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1904" y="2902669"/>
            <a:ext cx="3295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提高代码可读性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1429" y="3245565"/>
            <a:ext cx="32766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统一的代码风格让团队成员能够快速理解代码逻辑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4267147" y="2197994"/>
            <a:ext cx="3657600" cy="1733455"/>
          </a:xfrm>
          <a:custGeom>
            <a:avLst/>
            <a:gdLst/>
            <a:ahLst/>
            <a:cxnLst/>
            <a:rect r="r" b="b" t="t" l="l"/>
            <a:pathLst>
              <a:path h="1733455" w="3657600">
                <a:moveTo>
                  <a:pt x="37909" y="0"/>
                </a:moveTo>
                <a:lnTo>
                  <a:pt x="3619690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1657253"/>
                </a:lnTo>
                <a:cubicBezTo>
                  <a:pt x="3657600" y="1699337"/>
                  <a:pt x="3623483" y="1733455"/>
                  <a:pt x="3581397" y="1733455"/>
                </a:cubicBezTo>
                <a:lnTo>
                  <a:pt x="76203" y="1733455"/>
                </a:lnTo>
                <a:cubicBezTo>
                  <a:pt x="34117" y="1733455"/>
                  <a:pt x="0" y="1699337"/>
                  <a:pt x="0" y="1657253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4267147" y="2197994"/>
            <a:ext cx="3657600" cy="37910"/>
          </a:xfrm>
          <a:custGeom>
            <a:avLst/>
            <a:gdLst/>
            <a:ahLst/>
            <a:cxnLst/>
            <a:rect r="r" b="b" t="t" l="l"/>
            <a:pathLst>
              <a:path h="37910" w="3657600">
                <a:moveTo>
                  <a:pt x="37909" y="0"/>
                </a:moveTo>
                <a:lnTo>
                  <a:pt x="3619690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37910"/>
                </a:lnTo>
                <a:lnTo>
                  <a:pt x="0" y="37910"/>
                </a:ln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5914556" y="2436881"/>
            <a:ext cx="364132" cy="362722"/>
          </a:xfrm>
          <a:custGeom>
            <a:avLst/>
            <a:gdLst/>
            <a:ahLst/>
            <a:cxnLst/>
            <a:rect r="r" b="b" t="t" l="l"/>
            <a:pathLst>
              <a:path h="362722" w="364132">
                <a:moveTo>
                  <a:pt x="138634" y="73669"/>
                </a:moveTo>
                <a:lnTo>
                  <a:pt x="138634" y="106887"/>
                </a:lnTo>
                <a:lnTo>
                  <a:pt x="138969" y="107223"/>
                </a:lnTo>
                <a:cubicBezTo>
                  <a:pt x="143322" y="52037"/>
                  <a:pt x="189466" y="8639"/>
                  <a:pt x="245790" y="8639"/>
                </a:cubicBezTo>
                <a:cubicBezTo>
                  <a:pt x="259251" y="8639"/>
                  <a:pt x="272177" y="11117"/>
                  <a:pt x="284031" y="15671"/>
                </a:cubicBezTo>
                <a:cubicBezTo>
                  <a:pt x="290729" y="18216"/>
                  <a:pt x="291934" y="26723"/>
                  <a:pt x="286910" y="31811"/>
                </a:cubicBezTo>
                <a:lnTo>
                  <a:pt x="227506" y="91216"/>
                </a:lnTo>
                <a:cubicBezTo>
                  <a:pt x="225497" y="93225"/>
                  <a:pt x="224359" y="95971"/>
                  <a:pt x="224359" y="98784"/>
                </a:cubicBezTo>
                <a:lnTo>
                  <a:pt x="224359" y="126512"/>
                </a:lnTo>
                <a:cubicBezTo>
                  <a:pt x="224359" y="132404"/>
                  <a:pt x="229181" y="137227"/>
                  <a:pt x="235074" y="137227"/>
                </a:cubicBezTo>
                <a:lnTo>
                  <a:pt x="262801" y="137227"/>
                </a:lnTo>
                <a:cubicBezTo>
                  <a:pt x="265614" y="137227"/>
                  <a:pt x="268359" y="136089"/>
                  <a:pt x="270369" y="134079"/>
                </a:cubicBezTo>
                <a:lnTo>
                  <a:pt x="329774" y="74674"/>
                </a:lnTo>
                <a:cubicBezTo>
                  <a:pt x="334864" y="69584"/>
                  <a:pt x="343369" y="70858"/>
                  <a:pt x="345915" y="77554"/>
                </a:cubicBezTo>
                <a:cubicBezTo>
                  <a:pt x="350468" y="89408"/>
                  <a:pt x="352947" y="102335"/>
                  <a:pt x="352947" y="115795"/>
                </a:cubicBezTo>
                <a:cubicBezTo>
                  <a:pt x="352947" y="156381"/>
                  <a:pt x="330376" y="191743"/>
                  <a:pt x="297023" y="209892"/>
                </a:cubicBezTo>
                <a:lnTo>
                  <a:pt x="351607" y="264475"/>
                </a:lnTo>
                <a:cubicBezTo>
                  <a:pt x="364131" y="276998"/>
                  <a:pt x="364131" y="297358"/>
                  <a:pt x="351607" y="309949"/>
                </a:cubicBezTo>
                <a:lnTo>
                  <a:pt x="311357" y="350200"/>
                </a:lnTo>
                <a:cubicBezTo>
                  <a:pt x="298832" y="362723"/>
                  <a:pt x="278472" y="362723"/>
                  <a:pt x="265882" y="350200"/>
                </a:cubicBezTo>
                <a:lnTo>
                  <a:pt x="181497" y="265814"/>
                </a:lnTo>
                <a:cubicBezTo>
                  <a:pt x="163146" y="247463"/>
                  <a:pt x="158993" y="220340"/>
                  <a:pt x="169106" y="197971"/>
                </a:cubicBezTo>
                <a:lnTo>
                  <a:pt x="108362" y="137227"/>
                </a:lnTo>
                <a:lnTo>
                  <a:pt x="75144" y="137227"/>
                </a:lnTo>
                <a:cubicBezTo>
                  <a:pt x="67978" y="137227"/>
                  <a:pt x="61280" y="133677"/>
                  <a:pt x="57329" y="127715"/>
                </a:cubicBezTo>
                <a:lnTo>
                  <a:pt x="4220" y="48086"/>
                </a:lnTo>
                <a:cubicBezTo>
                  <a:pt x="1407" y="43868"/>
                  <a:pt x="1943" y="38174"/>
                  <a:pt x="5558" y="34557"/>
                </a:cubicBezTo>
                <a:lnTo>
                  <a:pt x="35965" y="4152"/>
                </a:lnTo>
                <a:cubicBezTo>
                  <a:pt x="39580" y="535"/>
                  <a:pt x="45207" y="0"/>
                  <a:pt x="49493" y="2812"/>
                </a:cubicBezTo>
                <a:lnTo>
                  <a:pt x="129124" y="55855"/>
                </a:lnTo>
                <a:cubicBezTo>
                  <a:pt x="135084" y="59806"/>
                  <a:pt x="138634" y="66503"/>
                  <a:pt x="138634" y="73669"/>
                </a:cubicBezTo>
                <a:close/>
                <a:moveTo>
                  <a:pt x="132941" y="207280"/>
                </a:moveTo>
                <a:cubicBezTo>
                  <a:pt x="128722" y="232060"/>
                  <a:pt x="134548" y="258246"/>
                  <a:pt x="150622" y="279209"/>
                </a:cubicBezTo>
                <a:lnTo>
                  <a:pt x="86998" y="342766"/>
                </a:lnTo>
                <a:cubicBezTo>
                  <a:pt x="68178" y="361585"/>
                  <a:pt x="37639" y="361585"/>
                  <a:pt x="18820" y="342766"/>
                </a:cubicBezTo>
                <a:cubicBezTo>
                  <a:pt x="0" y="323946"/>
                  <a:pt x="0" y="293407"/>
                  <a:pt x="18820" y="274587"/>
                </a:cubicBezTo>
                <a:lnTo>
                  <a:pt x="109502" y="183907"/>
                </a:lnTo>
                <a:lnTo>
                  <a:pt x="132941" y="20734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8095" y="2902669"/>
            <a:ext cx="3295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降低维护成本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57620" y="3245565"/>
            <a:ext cx="3276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规范的代码更容易维护和扩展，减少技术债务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8153338" y="2197994"/>
            <a:ext cx="3657600" cy="1733455"/>
          </a:xfrm>
          <a:custGeom>
            <a:avLst/>
            <a:gdLst/>
            <a:ahLst/>
            <a:cxnLst/>
            <a:rect r="r" b="b" t="t" l="l"/>
            <a:pathLst>
              <a:path h="1733455" w="3657600">
                <a:moveTo>
                  <a:pt x="37910" y="0"/>
                </a:moveTo>
                <a:lnTo>
                  <a:pt x="3619690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1657253"/>
                </a:lnTo>
                <a:cubicBezTo>
                  <a:pt x="3657600" y="1699337"/>
                  <a:pt x="3623483" y="1733455"/>
                  <a:pt x="3581397" y="1733455"/>
                </a:cubicBezTo>
                <a:lnTo>
                  <a:pt x="76203" y="1733455"/>
                </a:lnTo>
                <a:cubicBezTo>
                  <a:pt x="34117" y="1733455"/>
                  <a:pt x="0" y="1699337"/>
                  <a:pt x="0" y="1657253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8153338" y="2197994"/>
            <a:ext cx="3657600" cy="37910"/>
          </a:xfrm>
          <a:custGeom>
            <a:avLst/>
            <a:gdLst/>
            <a:ahLst/>
            <a:cxnLst/>
            <a:rect r="r" b="b" t="t" l="l"/>
            <a:pathLst>
              <a:path h="37910" w="3657600">
                <a:moveTo>
                  <a:pt x="37910" y="0"/>
                </a:moveTo>
                <a:lnTo>
                  <a:pt x="3619690" y="0"/>
                </a:lnTo>
                <a:cubicBezTo>
                  <a:pt x="3640626" y="0"/>
                  <a:pt x="3657600" y="16974"/>
                  <a:pt x="3657600" y="37910"/>
                </a:cubicBezTo>
                <a:lnTo>
                  <a:pt x="3657600" y="37910"/>
                </a:lnTo>
                <a:lnTo>
                  <a:pt x="0" y="37910"/>
                </a:ln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9767863" y="2456236"/>
            <a:ext cx="428625" cy="310752"/>
          </a:xfrm>
          <a:custGeom>
            <a:avLst/>
            <a:gdLst/>
            <a:ahLst/>
            <a:cxnLst/>
            <a:rect r="r" b="b" t="t" l="l"/>
            <a:pathLst>
              <a:path h="310752" w="428625">
                <a:moveTo>
                  <a:pt x="214313" y="0"/>
                </a:moveTo>
                <a:cubicBezTo>
                  <a:pt x="252754" y="0"/>
                  <a:pt x="283964" y="31209"/>
                  <a:pt x="283964" y="69651"/>
                </a:cubicBezTo>
                <a:cubicBezTo>
                  <a:pt x="283964" y="108092"/>
                  <a:pt x="252754" y="139303"/>
                  <a:pt x="214313" y="139303"/>
                </a:cubicBezTo>
                <a:cubicBezTo>
                  <a:pt x="175871" y="139303"/>
                  <a:pt x="144661" y="108092"/>
                  <a:pt x="144661" y="69651"/>
                </a:cubicBezTo>
                <a:cubicBezTo>
                  <a:pt x="144661" y="31209"/>
                  <a:pt x="175871" y="0"/>
                  <a:pt x="214313" y="0"/>
                </a:cubicBezTo>
                <a:close/>
                <a:moveTo>
                  <a:pt x="64294" y="48220"/>
                </a:moveTo>
                <a:cubicBezTo>
                  <a:pt x="90907" y="48220"/>
                  <a:pt x="112514" y="69827"/>
                  <a:pt x="112514" y="96440"/>
                </a:cubicBezTo>
                <a:cubicBezTo>
                  <a:pt x="112514" y="123054"/>
                  <a:pt x="90907" y="144661"/>
                  <a:pt x="64294" y="144661"/>
                </a:cubicBezTo>
                <a:cubicBezTo>
                  <a:pt x="37680" y="144661"/>
                  <a:pt x="16073" y="123054"/>
                  <a:pt x="16073" y="96440"/>
                </a:cubicBezTo>
                <a:cubicBezTo>
                  <a:pt x="16073" y="69827"/>
                  <a:pt x="37680" y="48220"/>
                  <a:pt x="64294" y="48220"/>
                </a:cubicBezTo>
                <a:close/>
                <a:moveTo>
                  <a:pt x="0" y="267890"/>
                </a:moveTo>
                <a:cubicBezTo>
                  <a:pt x="0" y="220541"/>
                  <a:pt x="38376" y="182165"/>
                  <a:pt x="85725" y="182165"/>
                </a:cubicBezTo>
                <a:cubicBezTo>
                  <a:pt x="94297" y="182165"/>
                  <a:pt x="102602" y="183438"/>
                  <a:pt x="110438" y="185782"/>
                </a:cubicBezTo>
                <a:cubicBezTo>
                  <a:pt x="88403" y="210428"/>
                  <a:pt x="75009" y="242975"/>
                  <a:pt x="75009" y="278607"/>
                </a:cubicBezTo>
                <a:lnTo>
                  <a:pt x="75009" y="289322"/>
                </a:lnTo>
                <a:cubicBezTo>
                  <a:pt x="75009" y="296955"/>
                  <a:pt x="76617" y="304189"/>
                  <a:pt x="79497" y="310753"/>
                </a:cubicBezTo>
                <a:lnTo>
                  <a:pt x="21431" y="310753"/>
                </a:lnTo>
                <a:cubicBezTo>
                  <a:pt x="9577" y="310753"/>
                  <a:pt x="0" y="301176"/>
                  <a:pt x="0" y="289322"/>
                </a:cubicBezTo>
                <a:lnTo>
                  <a:pt x="0" y="267890"/>
                </a:lnTo>
                <a:close/>
                <a:moveTo>
                  <a:pt x="349128" y="310753"/>
                </a:moveTo>
                <a:cubicBezTo>
                  <a:pt x="352008" y="304189"/>
                  <a:pt x="353616" y="296955"/>
                  <a:pt x="353616" y="289322"/>
                </a:cubicBezTo>
                <a:lnTo>
                  <a:pt x="353616" y="278607"/>
                </a:lnTo>
                <a:cubicBezTo>
                  <a:pt x="353616" y="242975"/>
                  <a:pt x="340222" y="210428"/>
                  <a:pt x="318187" y="185782"/>
                </a:cubicBezTo>
                <a:cubicBezTo>
                  <a:pt x="326023" y="183438"/>
                  <a:pt x="334327" y="182165"/>
                  <a:pt x="342900" y="182165"/>
                </a:cubicBezTo>
                <a:cubicBezTo>
                  <a:pt x="390249" y="182165"/>
                  <a:pt x="428625" y="220541"/>
                  <a:pt x="428625" y="267890"/>
                </a:cubicBezTo>
                <a:lnTo>
                  <a:pt x="428625" y="289322"/>
                </a:lnTo>
                <a:cubicBezTo>
                  <a:pt x="428625" y="301176"/>
                  <a:pt x="419048" y="310753"/>
                  <a:pt x="407194" y="310753"/>
                </a:cubicBezTo>
                <a:lnTo>
                  <a:pt x="349128" y="310753"/>
                </a:lnTo>
                <a:close/>
                <a:moveTo>
                  <a:pt x="316111" y="96440"/>
                </a:moveTo>
                <a:cubicBezTo>
                  <a:pt x="316111" y="69827"/>
                  <a:pt x="337718" y="48220"/>
                  <a:pt x="364331" y="48220"/>
                </a:cubicBezTo>
                <a:cubicBezTo>
                  <a:pt x="390945" y="48220"/>
                  <a:pt x="412552" y="69827"/>
                  <a:pt x="412552" y="96440"/>
                </a:cubicBezTo>
                <a:cubicBezTo>
                  <a:pt x="412552" y="123054"/>
                  <a:pt x="390945" y="144661"/>
                  <a:pt x="364331" y="144661"/>
                </a:cubicBezTo>
                <a:cubicBezTo>
                  <a:pt x="337718" y="144661"/>
                  <a:pt x="316111" y="123054"/>
                  <a:pt x="316111" y="96440"/>
                </a:cubicBezTo>
                <a:close/>
                <a:moveTo>
                  <a:pt x="107156" y="278607"/>
                </a:moveTo>
                <a:cubicBezTo>
                  <a:pt x="107156" y="219402"/>
                  <a:pt x="155109" y="171450"/>
                  <a:pt x="214313" y="171450"/>
                </a:cubicBezTo>
                <a:cubicBezTo>
                  <a:pt x="273516" y="171450"/>
                  <a:pt x="321469" y="219402"/>
                  <a:pt x="321469" y="278607"/>
                </a:cubicBezTo>
                <a:lnTo>
                  <a:pt x="321469" y="289322"/>
                </a:lnTo>
                <a:cubicBezTo>
                  <a:pt x="321469" y="301176"/>
                  <a:pt x="311892" y="310753"/>
                  <a:pt x="300037" y="310753"/>
                </a:cubicBezTo>
                <a:lnTo>
                  <a:pt x="128587" y="310753"/>
                </a:lnTo>
                <a:cubicBezTo>
                  <a:pt x="116733" y="310753"/>
                  <a:pt x="107156" y="301176"/>
                  <a:pt x="107156" y="289322"/>
                </a:cubicBezTo>
                <a:lnTo>
                  <a:pt x="107156" y="27860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34286" y="2902669"/>
            <a:ext cx="3295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方便多人协作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43811" y="3245565"/>
            <a:ext cx="3276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统一的规范减少代码审查时的风格争议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380956" y="4159858"/>
            <a:ext cx="11430000" cy="1333500"/>
          </a:xfrm>
          <a:custGeom>
            <a:avLst/>
            <a:gdLst/>
            <a:ahLst/>
            <a:cxnLst/>
            <a:rect r="r" b="b" t="t" l="l"/>
            <a:pathLst>
              <a:path h="1333500" w="11430000">
                <a:moveTo>
                  <a:pt x="76196" y="0"/>
                </a:moveTo>
                <a:lnTo>
                  <a:pt x="11353804" y="0"/>
                </a:lnTo>
                <a:cubicBezTo>
                  <a:pt x="11395887" y="0"/>
                  <a:pt x="11430000" y="34113"/>
                  <a:pt x="11430000" y="76196"/>
                </a:cubicBezTo>
                <a:lnTo>
                  <a:pt x="11430000" y="1257304"/>
                </a:lnTo>
                <a:cubicBezTo>
                  <a:pt x="11430000" y="1299387"/>
                  <a:pt x="11395887" y="1333500"/>
                  <a:pt x="113538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09529" y="4388430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常见规范类型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52391" y="4936056"/>
            <a:ext cx="200025" cy="200025"/>
          </a:xfrm>
          <a:custGeom>
            <a:avLst/>
            <a:gdLst/>
            <a:ahLst/>
            <a:cxnLst/>
            <a:rect r="r" b="b" t="t" l="l"/>
            <a:pathLst>
              <a:path h="200025" w="200025">
                <a:moveTo>
                  <a:pt x="128587" y="14288"/>
                </a:moveTo>
                <a:cubicBezTo>
                  <a:pt x="128587" y="22191"/>
                  <a:pt x="122203" y="28576"/>
                  <a:pt x="114300" y="28576"/>
                </a:cubicBezTo>
                <a:lnTo>
                  <a:pt x="14287" y="28576"/>
                </a:lnTo>
                <a:cubicBezTo>
                  <a:pt x="6386" y="28576"/>
                  <a:pt x="0" y="22191"/>
                  <a:pt x="0" y="14288"/>
                </a:cubicBezTo>
                <a:cubicBezTo>
                  <a:pt x="0" y="6385"/>
                  <a:pt x="6386" y="0"/>
                  <a:pt x="14287" y="0"/>
                </a:cubicBezTo>
                <a:lnTo>
                  <a:pt x="114300" y="0"/>
                </a:lnTo>
                <a:cubicBezTo>
                  <a:pt x="122203" y="0"/>
                  <a:pt x="128587" y="6385"/>
                  <a:pt x="128587" y="14288"/>
                </a:cubicBezTo>
                <a:close/>
                <a:moveTo>
                  <a:pt x="128587" y="128588"/>
                </a:moveTo>
                <a:cubicBezTo>
                  <a:pt x="128587" y="136491"/>
                  <a:pt x="122203" y="142876"/>
                  <a:pt x="114300" y="142876"/>
                </a:cubicBezTo>
                <a:lnTo>
                  <a:pt x="14287" y="142876"/>
                </a:lnTo>
                <a:cubicBezTo>
                  <a:pt x="6386" y="142876"/>
                  <a:pt x="0" y="136491"/>
                  <a:pt x="0" y="128588"/>
                </a:cubicBezTo>
                <a:cubicBezTo>
                  <a:pt x="0" y="120685"/>
                  <a:pt x="6386" y="114300"/>
                  <a:pt x="14287" y="114300"/>
                </a:cubicBezTo>
                <a:lnTo>
                  <a:pt x="114300" y="114300"/>
                </a:lnTo>
                <a:cubicBezTo>
                  <a:pt x="122203" y="114300"/>
                  <a:pt x="128587" y="120685"/>
                  <a:pt x="128587" y="128588"/>
                </a:cubicBezTo>
                <a:close/>
                <a:moveTo>
                  <a:pt x="0" y="71438"/>
                </a:moveTo>
                <a:cubicBezTo>
                  <a:pt x="0" y="63535"/>
                  <a:pt x="6386" y="57150"/>
                  <a:pt x="14287" y="57150"/>
                </a:cubicBezTo>
                <a:lnTo>
                  <a:pt x="185737" y="57150"/>
                </a:lnTo>
                <a:cubicBezTo>
                  <a:pt x="193639" y="57150"/>
                  <a:pt x="200025" y="63535"/>
                  <a:pt x="200025" y="71438"/>
                </a:cubicBezTo>
                <a:cubicBezTo>
                  <a:pt x="200025" y="79341"/>
                  <a:pt x="193639" y="85726"/>
                  <a:pt x="185737" y="85726"/>
                </a:cubicBezTo>
                <a:lnTo>
                  <a:pt x="14287" y="85726"/>
                </a:lnTo>
                <a:cubicBezTo>
                  <a:pt x="6386" y="85726"/>
                  <a:pt x="0" y="79341"/>
                  <a:pt x="0" y="71438"/>
                </a:cubicBezTo>
                <a:close/>
                <a:moveTo>
                  <a:pt x="200025" y="185738"/>
                </a:moveTo>
                <a:cubicBezTo>
                  <a:pt x="200025" y="193641"/>
                  <a:pt x="193639" y="200026"/>
                  <a:pt x="185737" y="200026"/>
                </a:cubicBezTo>
                <a:lnTo>
                  <a:pt x="14287" y="200026"/>
                </a:lnTo>
                <a:cubicBezTo>
                  <a:pt x="6386" y="200026"/>
                  <a:pt x="0" y="193641"/>
                  <a:pt x="0" y="185738"/>
                </a:cubicBezTo>
                <a:cubicBezTo>
                  <a:pt x="0" y="177835"/>
                  <a:pt x="6386" y="171450"/>
                  <a:pt x="14287" y="171450"/>
                </a:cubicBezTo>
                <a:lnTo>
                  <a:pt x="185737" y="171450"/>
                </a:lnTo>
                <a:cubicBezTo>
                  <a:pt x="193639" y="171450"/>
                  <a:pt x="200025" y="177835"/>
                  <a:pt x="200025" y="185738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09514" y="4807521"/>
            <a:ext cx="1285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代码格式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09514" y="5074225"/>
            <a:ext cx="12668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缩进、空格、换行等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4386424" y="4936056"/>
            <a:ext cx="212392" cy="212438"/>
          </a:xfrm>
          <a:custGeom>
            <a:avLst/>
            <a:gdLst/>
            <a:ahLst/>
            <a:cxnLst/>
            <a:rect r="r" b="b" t="t" l="l"/>
            <a:pathLst>
              <a:path h="212438" w="212392">
                <a:moveTo>
                  <a:pt x="0" y="28576"/>
                </a:moveTo>
                <a:lnTo>
                  <a:pt x="0" y="95325"/>
                </a:lnTo>
                <a:cubicBezTo>
                  <a:pt x="0" y="102915"/>
                  <a:pt x="2991" y="110193"/>
                  <a:pt x="8349" y="115551"/>
                </a:cubicBezTo>
                <a:lnTo>
                  <a:pt x="94074" y="201276"/>
                </a:lnTo>
                <a:cubicBezTo>
                  <a:pt x="105236" y="212438"/>
                  <a:pt x="123320" y="212438"/>
                  <a:pt x="134482" y="201276"/>
                </a:cubicBezTo>
                <a:lnTo>
                  <a:pt x="201230" y="134527"/>
                </a:lnTo>
                <a:cubicBezTo>
                  <a:pt x="212392" y="123364"/>
                  <a:pt x="212392" y="105282"/>
                  <a:pt x="201230" y="94119"/>
                </a:cubicBezTo>
                <a:lnTo>
                  <a:pt x="115505" y="8394"/>
                </a:lnTo>
                <a:cubicBezTo>
                  <a:pt x="110147" y="2993"/>
                  <a:pt x="102914" y="0"/>
                  <a:pt x="95324" y="0"/>
                </a:cubicBezTo>
                <a:lnTo>
                  <a:pt x="28575" y="0"/>
                </a:lnTo>
                <a:cubicBezTo>
                  <a:pt x="12814" y="0"/>
                  <a:pt x="0" y="12815"/>
                  <a:pt x="0" y="28576"/>
                </a:cubicBezTo>
                <a:close/>
                <a:moveTo>
                  <a:pt x="50006" y="35719"/>
                </a:moveTo>
                <a:cubicBezTo>
                  <a:pt x="57890" y="35719"/>
                  <a:pt x="64292" y="42121"/>
                  <a:pt x="64292" y="50007"/>
                </a:cubicBezTo>
                <a:cubicBezTo>
                  <a:pt x="64292" y="57892"/>
                  <a:pt x="57890" y="64294"/>
                  <a:pt x="50006" y="64294"/>
                </a:cubicBezTo>
                <a:cubicBezTo>
                  <a:pt x="42121" y="64294"/>
                  <a:pt x="35718" y="57892"/>
                  <a:pt x="35718" y="50007"/>
                </a:cubicBezTo>
                <a:cubicBezTo>
                  <a:pt x="35718" y="42121"/>
                  <a:pt x="42121" y="35719"/>
                  <a:pt x="50006" y="35719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743323" y="4807521"/>
            <a:ext cx="1285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命名规则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743323" y="5074225"/>
            <a:ext cx="12668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变量、函数、类命名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8105722" y="4936056"/>
            <a:ext cx="228600" cy="185738"/>
          </a:xfrm>
          <a:custGeom>
            <a:avLst/>
            <a:gdLst/>
            <a:ahLst/>
            <a:cxnLst/>
            <a:rect r="r" b="b" t="t" l="l"/>
            <a:pathLst>
              <a:path h="185738" w="228600">
                <a:moveTo>
                  <a:pt x="28575" y="185738"/>
                </a:moveTo>
                <a:lnTo>
                  <a:pt x="200025" y="185738"/>
                </a:lnTo>
                <a:cubicBezTo>
                  <a:pt x="215786" y="185738"/>
                  <a:pt x="228600" y="172924"/>
                  <a:pt x="228600" y="157163"/>
                </a:cubicBezTo>
                <a:lnTo>
                  <a:pt x="228600" y="50007"/>
                </a:lnTo>
                <a:cubicBezTo>
                  <a:pt x="228600" y="34246"/>
                  <a:pt x="215786" y="21432"/>
                  <a:pt x="200025" y="21432"/>
                </a:cubicBezTo>
                <a:lnTo>
                  <a:pt x="133365" y="21432"/>
                </a:lnTo>
                <a:cubicBezTo>
                  <a:pt x="130284" y="21432"/>
                  <a:pt x="127248" y="20449"/>
                  <a:pt x="124791" y="18574"/>
                </a:cubicBezTo>
                <a:lnTo>
                  <a:pt x="107646" y="5716"/>
                </a:lnTo>
                <a:cubicBezTo>
                  <a:pt x="102691" y="2010"/>
                  <a:pt x="96664" y="0"/>
                  <a:pt x="90501" y="0"/>
                </a:cubicBezTo>
                <a:lnTo>
                  <a:pt x="28575" y="0"/>
                </a:lnTo>
                <a:cubicBezTo>
                  <a:pt x="12814" y="0"/>
                  <a:pt x="0" y="12815"/>
                  <a:pt x="0" y="28576"/>
                </a:cubicBezTo>
                <a:lnTo>
                  <a:pt x="0" y="157163"/>
                </a:lnTo>
                <a:cubicBezTo>
                  <a:pt x="0" y="172924"/>
                  <a:pt x="12814" y="185738"/>
                  <a:pt x="28575" y="185738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477131" y="4807521"/>
            <a:ext cx="1285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文件结构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477131" y="5074225"/>
            <a:ext cx="12668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目录组织、模块划分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30"/>
            <a:ext cx="30670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Pre-commit 自动检查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640886"/>
            <a:ext cx="7410450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FlagTree 使用 </a:t>
            </a: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pre-commit</a:t>
            </a:r>
            <a:r>
              <a:rPr lang="en-US" b="false" i="false" strike="noStrike" u="none" sz="15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 进行代码检查，在代码提交前自动运行检查工具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2179034"/>
            <a:ext cx="7315200" cy="3038475"/>
          </a:xfrm>
          <a:custGeom>
            <a:avLst/>
            <a:gdLst/>
            <a:ahLst/>
            <a:cxnLst/>
            <a:rect r="r" b="b" t="t" l="l"/>
            <a:pathLst>
              <a:path h="3038475" w="7315200">
                <a:moveTo>
                  <a:pt x="76205" y="0"/>
                </a:moveTo>
                <a:lnTo>
                  <a:pt x="7238995" y="0"/>
                </a:lnTo>
                <a:cubicBezTo>
                  <a:pt x="7281081" y="0"/>
                  <a:pt x="7315200" y="34119"/>
                  <a:pt x="7315200" y="76205"/>
                </a:cubicBezTo>
                <a:lnTo>
                  <a:pt x="7315200" y="2962270"/>
                </a:lnTo>
                <a:cubicBezTo>
                  <a:pt x="7315200" y="3004356"/>
                  <a:pt x="7281081" y="3038475"/>
                  <a:pt x="7238995" y="3038475"/>
                </a:cubicBezTo>
                <a:lnTo>
                  <a:pt x="76205" y="3038475"/>
                </a:lnTo>
                <a:cubicBezTo>
                  <a:pt x="34119" y="3038475"/>
                  <a:pt x="0" y="3004356"/>
                  <a:pt x="0" y="29622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  <a:effectLst>
            <a:outerShdw dir="5400000" dist="88900" blurRad="139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529" y="2407611"/>
            <a:ext cx="6953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B22222"/>
                </a:solidFill>
                <a:latin typeface="Noto Sans SC"/>
                <a:ea typeface="Noto Sans SC"/>
                <a:cs typeface="Noto Sans SC"/>
                <a:sym typeface="Noto Sans SC"/>
              </a:rPr>
              <a:t>安装方式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28484" y="2826697"/>
            <a:ext cx="6838855" cy="2162175"/>
          </a:xfrm>
          <a:custGeom>
            <a:avLst/>
            <a:gdLst/>
            <a:ahLst/>
            <a:cxnLst/>
            <a:rect r="r" b="b" t="t" l="l"/>
            <a:pathLst>
              <a:path h="2162175" w="6838855">
                <a:moveTo>
                  <a:pt x="37910" y="0"/>
                </a:moveTo>
                <a:lnTo>
                  <a:pt x="6800759" y="0"/>
                </a:lnTo>
                <a:cubicBezTo>
                  <a:pt x="6821797" y="0"/>
                  <a:pt x="6838855" y="17057"/>
                  <a:pt x="6838855" y="38097"/>
                </a:cubicBezTo>
                <a:lnTo>
                  <a:pt x="6838855" y="2124078"/>
                </a:lnTo>
                <a:cubicBezTo>
                  <a:pt x="6838855" y="2145118"/>
                  <a:pt x="6821797" y="2162175"/>
                  <a:pt x="6800759" y="2162175"/>
                </a:cubicBezTo>
                <a:lnTo>
                  <a:pt x="37910" y="2162175"/>
                </a:lnTo>
                <a:cubicBezTo>
                  <a:pt x="16974" y="2162175"/>
                  <a:pt x="0" y="2145201"/>
                  <a:pt x="0" y="2124265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1E2939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628484" y="2826697"/>
            <a:ext cx="37909" cy="2162175"/>
          </a:xfrm>
          <a:custGeom>
            <a:avLst/>
            <a:gdLst/>
            <a:ahLst/>
            <a:cxnLst/>
            <a:rect r="r" b="b" t="t" l="l"/>
            <a:pathLst>
              <a:path h="2162175" w="37909">
                <a:moveTo>
                  <a:pt x="37910" y="0"/>
                </a:moveTo>
                <a:lnTo>
                  <a:pt x="37910" y="0"/>
                </a:lnTo>
                <a:lnTo>
                  <a:pt x="37910" y="2162175"/>
                </a:lnTo>
                <a:lnTo>
                  <a:pt x="37910" y="2162175"/>
                </a:lnTo>
                <a:cubicBezTo>
                  <a:pt x="16974" y="2162175"/>
                  <a:pt x="0" y="2145201"/>
                  <a:pt x="0" y="2124265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99822" y="2940946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安装 pre-commit 工具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99822" y="3154268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python3 -m pip install pre-commit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99822" y="3443780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进入项目目录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99822" y="3657098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cd flagtree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99822" y="3946610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安装 pre-commit hooks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9822" y="4159932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pre-commit install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99822" y="4449445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手动运行检查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9822" y="4662762"/>
            <a:ext cx="65817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pre-commit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80956" y="5447481"/>
            <a:ext cx="7315200" cy="990600"/>
          </a:xfrm>
          <a:custGeom>
            <a:avLst/>
            <a:gdLst/>
            <a:ahLst/>
            <a:cxnLst/>
            <a:rect r="r" b="b" t="t" l="l"/>
            <a:pathLst>
              <a:path h="990600" w="7315200">
                <a:moveTo>
                  <a:pt x="76197" y="0"/>
                </a:moveTo>
                <a:lnTo>
                  <a:pt x="7239003" y="0"/>
                </a:lnTo>
                <a:cubicBezTo>
                  <a:pt x="7281085" y="0"/>
                  <a:pt x="7315200" y="34115"/>
                  <a:pt x="7315200" y="76197"/>
                </a:cubicBezTo>
                <a:lnTo>
                  <a:pt x="7315200" y="914403"/>
                </a:lnTo>
                <a:cubicBezTo>
                  <a:pt x="7315200" y="956485"/>
                  <a:pt x="7281085" y="990600"/>
                  <a:pt x="72390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71396" y="5637921"/>
            <a:ext cx="70199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作用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595209" y="6037906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7" y="130820"/>
                  <a:pt x="89706" y="130969"/>
                </a:cubicBezTo>
                <a:cubicBezTo>
                  <a:pt x="86766" y="131119"/>
                  <a:pt x="83939" y="129777"/>
                  <a:pt x="82191" y="127398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5" y="65522"/>
                  <a:pt x="119621" y="64219"/>
                  <a:pt x="123825" y="66860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5712" y="6018874"/>
            <a:ext cx="1295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自动检查代码格式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4138577" y="6037906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3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7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7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3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429081" y="6018874"/>
            <a:ext cx="1295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在提交前修复问题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8001030" y="2610785"/>
            <a:ext cx="3810000" cy="2857500"/>
          </a:xfrm>
          <a:custGeom>
            <a:avLst/>
            <a:gdLst/>
            <a:ahLst/>
            <a:cxnLst/>
            <a:rect r="r" b="b" t="t" l="l"/>
            <a:pathLst>
              <a:path h="2857500" w="3810000">
                <a:moveTo>
                  <a:pt x="76210" y="0"/>
                </a:moveTo>
                <a:lnTo>
                  <a:pt x="3733790" y="0"/>
                </a:lnTo>
                <a:cubicBezTo>
                  <a:pt x="3775880" y="0"/>
                  <a:pt x="3810000" y="34120"/>
                  <a:pt x="3810000" y="76210"/>
                </a:cubicBezTo>
                <a:lnTo>
                  <a:pt x="3810000" y="2781290"/>
                </a:lnTo>
                <a:cubicBezTo>
                  <a:pt x="3810000" y="2823380"/>
                  <a:pt x="3775880" y="2857500"/>
                  <a:pt x="3733790" y="2857500"/>
                </a:cubicBezTo>
                <a:lnTo>
                  <a:pt x="76210" y="2857500"/>
                </a:lnTo>
                <a:cubicBezTo>
                  <a:pt x="34120" y="2857500"/>
                  <a:pt x="0" y="2823380"/>
                  <a:pt x="0" y="27812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29603" y="2839357"/>
            <a:ext cx="3438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工作流程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8229603" y="3258448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91503" y="3258448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1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724808" y="3334638"/>
            <a:ext cx="685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编写代码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8229603" y="3791787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191503" y="3791787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2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724808" y="3867978"/>
            <a:ext cx="12477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git add 添加文件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8229603" y="4325122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191503" y="4325122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3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724808" y="4401313"/>
            <a:ext cx="1638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pre-commit 自动检查</a:t>
            </a:r>
            <a:endParaRPr lang="en-US" sz="1100"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8229603" y="4858462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191503" y="4858462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4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724808" y="4934652"/>
            <a:ext cx="1219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git commit 提交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5"/>
            <a:ext cx="29718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代码检查工具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640886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45226" y="1802746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160734" y="17859"/>
                </a:moveTo>
                <a:cubicBezTo>
                  <a:pt x="160734" y="27738"/>
                  <a:pt x="168714" y="35719"/>
                  <a:pt x="178594" y="35719"/>
                </a:cubicBezTo>
                <a:lnTo>
                  <a:pt x="200918" y="35719"/>
                </a:lnTo>
                <a:cubicBezTo>
                  <a:pt x="208341" y="35719"/>
                  <a:pt x="214312" y="41690"/>
                  <a:pt x="214312" y="49113"/>
                </a:cubicBezTo>
                <a:cubicBezTo>
                  <a:pt x="214312" y="56537"/>
                  <a:pt x="208341" y="62508"/>
                  <a:pt x="200918" y="62508"/>
                </a:cubicBezTo>
                <a:lnTo>
                  <a:pt x="17859" y="62508"/>
                </a:lnTo>
                <a:cubicBezTo>
                  <a:pt x="7981" y="62508"/>
                  <a:pt x="0" y="70489"/>
                  <a:pt x="0" y="80367"/>
                </a:cubicBezTo>
                <a:cubicBezTo>
                  <a:pt x="0" y="90246"/>
                  <a:pt x="7981" y="98227"/>
                  <a:pt x="17859" y="98227"/>
                </a:cubicBezTo>
                <a:lnTo>
                  <a:pt x="200918" y="98227"/>
                </a:lnTo>
                <a:cubicBezTo>
                  <a:pt x="228042" y="98227"/>
                  <a:pt x="250031" y="76237"/>
                  <a:pt x="250031" y="49113"/>
                </a:cubicBezTo>
                <a:cubicBezTo>
                  <a:pt x="250031" y="21989"/>
                  <a:pt x="228042" y="0"/>
                  <a:pt x="200918" y="0"/>
                </a:cubicBezTo>
                <a:lnTo>
                  <a:pt x="178594" y="0"/>
                </a:lnTo>
                <a:cubicBezTo>
                  <a:pt x="168714" y="0"/>
                  <a:pt x="160734" y="7981"/>
                  <a:pt x="160734" y="17859"/>
                </a:cubicBezTo>
                <a:close/>
                <a:moveTo>
                  <a:pt x="196452" y="214312"/>
                </a:moveTo>
                <a:cubicBezTo>
                  <a:pt x="196452" y="224191"/>
                  <a:pt x="204434" y="232173"/>
                  <a:pt x="214312" y="232173"/>
                </a:cubicBezTo>
                <a:lnTo>
                  <a:pt x="232173" y="232173"/>
                </a:lnTo>
                <a:cubicBezTo>
                  <a:pt x="261751" y="232173"/>
                  <a:pt x="285750" y="208173"/>
                  <a:pt x="285750" y="178594"/>
                </a:cubicBezTo>
                <a:cubicBezTo>
                  <a:pt x="285750" y="149014"/>
                  <a:pt x="261751" y="125016"/>
                  <a:pt x="232173" y="125016"/>
                </a:cubicBez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32173" y="160734"/>
                </a:lnTo>
                <a:cubicBezTo>
                  <a:pt x="242051" y="160734"/>
                  <a:pt x="250031" y="168714"/>
                  <a:pt x="250031" y="178594"/>
                </a:cubicBezTo>
                <a:cubicBezTo>
                  <a:pt x="250031" y="188472"/>
                  <a:pt x="242051" y="196452"/>
                  <a:pt x="232173" y="196452"/>
                </a:cubicBezTo>
                <a:lnTo>
                  <a:pt x="214312" y="196452"/>
                </a:lnTo>
                <a:cubicBezTo>
                  <a:pt x="204434" y="196452"/>
                  <a:pt x="196452" y="204434"/>
                  <a:pt x="196452" y="214312"/>
                </a:cubicBezTo>
                <a:close/>
                <a:moveTo>
                  <a:pt x="71438" y="285750"/>
                </a:moveTo>
                <a:lnTo>
                  <a:pt x="93762" y="285750"/>
                </a:lnTo>
                <a:cubicBezTo>
                  <a:pt x="120886" y="285750"/>
                  <a:pt x="142875" y="263761"/>
                  <a:pt x="142875" y="236637"/>
                </a:cubicBezTo>
                <a:cubicBezTo>
                  <a:pt x="142875" y="209513"/>
                  <a:pt x="120886" y="187523"/>
                  <a:pt x="93762" y="187523"/>
                </a:cubicBezTo>
                <a:lnTo>
                  <a:pt x="17859" y="187523"/>
                </a:lnTo>
                <a:cubicBezTo>
                  <a:pt x="7981" y="187523"/>
                  <a:pt x="0" y="195504"/>
                  <a:pt x="0" y="205383"/>
                </a:cubicBezTo>
                <a:cubicBezTo>
                  <a:pt x="0" y="215261"/>
                  <a:pt x="7981" y="223242"/>
                  <a:pt x="17859" y="223242"/>
                </a:cubicBezTo>
                <a:lnTo>
                  <a:pt x="93762" y="223242"/>
                </a:lnTo>
                <a:cubicBezTo>
                  <a:pt x="101185" y="223242"/>
                  <a:pt x="107156" y="229213"/>
                  <a:pt x="107156" y="236637"/>
                </a:cubicBezTo>
                <a:cubicBezTo>
                  <a:pt x="107156" y="244060"/>
                  <a:pt x="101185" y="250031"/>
                  <a:pt x="93762" y="250031"/>
                </a:cubicBezTo>
                <a:lnTo>
                  <a:pt x="71438" y="250031"/>
                </a:lnTo>
                <a:cubicBezTo>
                  <a:pt x="61559" y="250031"/>
                  <a:pt x="53577" y="258012"/>
                  <a:pt x="53577" y="267891"/>
                </a:cubicBezTo>
                <a:cubicBezTo>
                  <a:pt x="53577" y="277769"/>
                  <a:pt x="61559" y="285750"/>
                  <a:pt x="71438" y="2857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2867" y="1640886"/>
            <a:ext cx="22002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ruff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2867" y="1983707"/>
            <a:ext cx="2143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极速 Python 代码检查工具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90433" y="2488466"/>
            <a:ext cx="5543455" cy="1923955"/>
          </a:xfrm>
          <a:custGeom>
            <a:avLst/>
            <a:gdLst/>
            <a:ahLst/>
            <a:cxnLst/>
            <a:rect r="r" b="b" t="t" l="l"/>
            <a:pathLst>
              <a:path h="1923955" w="5543455">
                <a:moveTo>
                  <a:pt x="76208" y="0"/>
                </a:moveTo>
                <a:lnTo>
                  <a:pt x="5467247" y="0"/>
                </a:lnTo>
                <a:cubicBezTo>
                  <a:pt x="5509336" y="0"/>
                  <a:pt x="5543455" y="34119"/>
                  <a:pt x="5543455" y="76208"/>
                </a:cubicBezTo>
                <a:lnTo>
                  <a:pt x="5543455" y="1847747"/>
                </a:lnTo>
                <a:cubicBezTo>
                  <a:pt x="5543455" y="1889836"/>
                  <a:pt x="5509336" y="1923955"/>
                  <a:pt x="5467247" y="1923955"/>
                </a:cubicBezTo>
                <a:lnTo>
                  <a:pt x="76208" y="1923955"/>
                </a:lnTo>
                <a:cubicBezTo>
                  <a:pt x="34119" y="1923955"/>
                  <a:pt x="0" y="1889836"/>
                  <a:pt x="0" y="184774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484" y="2726513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47534" y="3183661"/>
            <a:ext cx="172488" cy="172522"/>
          </a:xfrm>
          <a:custGeom>
            <a:avLst/>
            <a:gdLst/>
            <a:ahLst/>
            <a:cxnLst/>
            <a:rect r="r" b="b" t="t" l="l"/>
            <a:pathLst>
              <a:path h="172522" w="172488">
                <a:moveTo>
                  <a:pt x="139302" y="69652"/>
                </a:moveTo>
                <a:cubicBezTo>
                  <a:pt x="139302" y="85021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1" y="139302"/>
                  <a:pt x="69652" y="139302"/>
                </a:cubicBezTo>
                <a:cubicBezTo>
                  <a:pt x="31176" y="139302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2" y="31176"/>
                  <a:pt x="139302" y="69652"/>
                </a:cubicBezTo>
                <a:close/>
                <a:moveTo>
                  <a:pt x="69652" y="117873"/>
                </a:moveTo>
                <a:cubicBezTo>
                  <a:pt x="96265" y="117873"/>
                  <a:pt x="117873" y="96265"/>
                  <a:pt x="117873" y="69652"/>
                </a:cubicBezTo>
                <a:cubicBezTo>
                  <a:pt x="117873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3"/>
                  <a:pt x="69652" y="11787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7017" y="3145603"/>
            <a:ext cx="2209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Python 静态代码检查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7017" y="3412308"/>
            <a:ext cx="21907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检测语法错误、风格问题、潜在bug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47534" y="3755059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133443" y="4086"/>
                </a:moveTo>
                <a:lnTo>
                  <a:pt x="103908" y="33619"/>
                </a:lnTo>
                <a:lnTo>
                  <a:pt x="137831" y="67542"/>
                </a:lnTo>
                <a:lnTo>
                  <a:pt x="167364" y="38007"/>
                </a:lnTo>
                <a:cubicBezTo>
                  <a:pt x="169977" y="35362"/>
                  <a:pt x="171450" y="31812"/>
                  <a:pt x="171450" y="28129"/>
                </a:cubicBezTo>
                <a:cubicBezTo>
                  <a:pt x="171450" y="24445"/>
                  <a:pt x="169977" y="20895"/>
                  <a:pt x="167364" y="18250"/>
                </a:cubicBezTo>
                <a:lnTo>
                  <a:pt x="153200" y="4086"/>
                </a:lnTo>
                <a:cubicBezTo>
                  <a:pt x="150555" y="1473"/>
                  <a:pt x="147005" y="0"/>
                  <a:pt x="143321" y="0"/>
                </a:cubicBezTo>
                <a:cubicBezTo>
                  <a:pt x="139638" y="0"/>
                  <a:pt x="136088" y="1473"/>
                  <a:pt x="133443" y="4086"/>
                </a:cubicBezTo>
                <a:close/>
                <a:moveTo>
                  <a:pt x="92556" y="44972"/>
                </a:moveTo>
                <a:lnTo>
                  <a:pt x="4086" y="133443"/>
                </a:lnTo>
                <a:cubicBezTo>
                  <a:pt x="1473" y="136088"/>
                  <a:pt x="0" y="139638"/>
                  <a:pt x="0" y="143321"/>
                </a:cubicBezTo>
                <a:cubicBezTo>
                  <a:pt x="0" y="147005"/>
                  <a:pt x="1473" y="150555"/>
                  <a:pt x="4086" y="153200"/>
                </a:cubicBezTo>
                <a:lnTo>
                  <a:pt x="18250" y="167364"/>
                </a:lnTo>
                <a:cubicBezTo>
                  <a:pt x="20895" y="169977"/>
                  <a:pt x="24445" y="171450"/>
                  <a:pt x="28129" y="171450"/>
                </a:cubicBezTo>
                <a:cubicBezTo>
                  <a:pt x="31812" y="171450"/>
                  <a:pt x="35362" y="169977"/>
                  <a:pt x="38007" y="167364"/>
                </a:cubicBezTo>
                <a:lnTo>
                  <a:pt x="126478" y="78894"/>
                </a:lnTo>
                <a:lnTo>
                  <a:pt x="92556" y="4497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7017" y="3717001"/>
            <a:ext cx="16859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自动修复代码问题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7017" y="3983706"/>
            <a:ext cx="16668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支持自动修复许多常见问题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257815" y="2488466"/>
            <a:ext cx="5543455" cy="1923955"/>
          </a:xfrm>
          <a:custGeom>
            <a:avLst/>
            <a:gdLst/>
            <a:ahLst/>
            <a:cxnLst/>
            <a:rect r="r" b="b" t="t" l="l"/>
            <a:pathLst>
              <a:path h="1923955" w="5543455">
                <a:moveTo>
                  <a:pt x="76208" y="0"/>
                </a:moveTo>
                <a:lnTo>
                  <a:pt x="5467247" y="0"/>
                </a:lnTo>
                <a:cubicBezTo>
                  <a:pt x="5509336" y="0"/>
                  <a:pt x="5543455" y="34119"/>
                  <a:pt x="5543455" y="76208"/>
                </a:cubicBezTo>
                <a:lnTo>
                  <a:pt x="5543455" y="1847747"/>
                </a:lnTo>
                <a:cubicBezTo>
                  <a:pt x="5543455" y="1889836"/>
                  <a:pt x="5509336" y="1923955"/>
                  <a:pt x="5467247" y="1923955"/>
                </a:cubicBezTo>
                <a:lnTo>
                  <a:pt x="76208" y="1923955"/>
                </a:lnTo>
                <a:cubicBezTo>
                  <a:pt x="34119" y="1923955"/>
                  <a:pt x="0" y="1889836"/>
                  <a:pt x="0" y="184774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33333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95866" y="2726513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504201" y="3236077"/>
            <a:ext cx="192881" cy="85725"/>
          </a:xfrm>
          <a:custGeom>
            <a:avLst/>
            <a:gdLst/>
            <a:ahLst/>
            <a:cxnLst/>
            <a:rect r="r" b="b" t="t" l="l"/>
            <a:pathLst>
              <a:path h="85725" w="192881">
                <a:moveTo>
                  <a:pt x="16073" y="85725"/>
                </a:moveTo>
                <a:cubicBezTo>
                  <a:pt x="7200" y="85725"/>
                  <a:pt x="0" y="78525"/>
                  <a:pt x="0" y="69651"/>
                </a:cubicBezTo>
                <a:lnTo>
                  <a:pt x="0" y="16073"/>
                </a:lnTo>
                <a:cubicBezTo>
                  <a:pt x="0" y="7199"/>
                  <a:pt x="7200" y="0"/>
                  <a:pt x="16073" y="0"/>
                </a:cubicBezTo>
                <a:lnTo>
                  <a:pt x="24110" y="0"/>
                </a:lnTo>
                <a:lnTo>
                  <a:pt x="24110" y="34825"/>
                </a:lnTo>
                <a:cubicBezTo>
                  <a:pt x="24110" y="39279"/>
                  <a:pt x="27694" y="42862"/>
                  <a:pt x="32148" y="42862"/>
                </a:cubicBezTo>
                <a:cubicBezTo>
                  <a:pt x="36601" y="42862"/>
                  <a:pt x="40184" y="39279"/>
                  <a:pt x="40184" y="34825"/>
                </a:cubicBezTo>
                <a:lnTo>
                  <a:pt x="40184" y="0"/>
                </a:lnTo>
                <a:lnTo>
                  <a:pt x="56257" y="0"/>
                </a:lnTo>
                <a:lnTo>
                  <a:pt x="56257" y="24110"/>
                </a:lnTo>
                <a:cubicBezTo>
                  <a:pt x="56257" y="28563"/>
                  <a:pt x="59840" y="32146"/>
                  <a:pt x="64294" y="32146"/>
                </a:cubicBezTo>
                <a:cubicBezTo>
                  <a:pt x="68746" y="32146"/>
                  <a:pt x="72330" y="28563"/>
                  <a:pt x="72330" y="24110"/>
                </a:cubicBezTo>
                <a:lnTo>
                  <a:pt x="72330" y="0"/>
                </a:lnTo>
                <a:lnTo>
                  <a:pt x="88403" y="0"/>
                </a:lnTo>
                <a:lnTo>
                  <a:pt x="88403" y="34825"/>
                </a:lnTo>
                <a:cubicBezTo>
                  <a:pt x="88403" y="39279"/>
                  <a:pt x="91987" y="42862"/>
                  <a:pt x="96441" y="42862"/>
                </a:cubicBezTo>
                <a:cubicBezTo>
                  <a:pt x="100894" y="42862"/>
                  <a:pt x="104477" y="39279"/>
                  <a:pt x="104477" y="34825"/>
                </a:cubicBezTo>
                <a:lnTo>
                  <a:pt x="104477" y="0"/>
                </a:lnTo>
                <a:lnTo>
                  <a:pt x="120551" y="0"/>
                </a:lnTo>
                <a:lnTo>
                  <a:pt x="120551" y="24110"/>
                </a:lnTo>
                <a:cubicBezTo>
                  <a:pt x="120551" y="28563"/>
                  <a:pt x="124134" y="32146"/>
                  <a:pt x="128587" y="32146"/>
                </a:cubicBezTo>
                <a:cubicBezTo>
                  <a:pt x="133041" y="32146"/>
                  <a:pt x="136624" y="28563"/>
                  <a:pt x="136624" y="24110"/>
                </a:cubicBezTo>
                <a:lnTo>
                  <a:pt x="136624" y="0"/>
                </a:lnTo>
                <a:lnTo>
                  <a:pt x="152698" y="0"/>
                </a:lnTo>
                <a:lnTo>
                  <a:pt x="152698" y="34825"/>
                </a:lnTo>
                <a:cubicBezTo>
                  <a:pt x="152698" y="39279"/>
                  <a:pt x="156281" y="42862"/>
                  <a:pt x="160734" y="42862"/>
                </a:cubicBezTo>
                <a:cubicBezTo>
                  <a:pt x="165188" y="42862"/>
                  <a:pt x="168772" y="39279"/>
                  <a:pt x="168772" y="34825"/>
                </a:cubicBezTo>
                <a:lnTo>
                  <a:pt x="168772" y="0"/>
                </a:lnTo>
                <a:lnTo>
                  <a:pt x="176808" y="0"/>
                </a:lnTo>
                <a:cubicBezTo>
                  <a:pt x="185682" y="0"/>
                  <a:pt x="192881" y="7199"/>
                  <a:pt x="192881" y="16073"/>
                </a:cubicBezTo>
                <a:lnTo>
                  <a:pt x="192881" y="69651"/>
                </a:lnTo>
                <a:cubicBezTo>
                  <a:pt x="192881" y="78525"/>
                  <a:pt x="185682" y="85725"/>
                  <a:pt x="176808" y="85725"/>
                </a:cubicBezTo>
                <a:lnTo>
                  <a:pt x="16073" y="85725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24399" y="3145603"/>
            <a:ext cx="1514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行长度：</a:t>
            </a: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 120 字符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509894" y="3574168"/>
            <a:ext cx="176473" cy="176473"/>
          </a:xfrm>
          <a:custGeom>
            <a:avLst/>
            <a:gdLst/>
            <a:ahLst/>
            <a:cxnLst/>
            <a:rect r="r" b="b" t="t" l="l"/>
            <a:pathLst>
              <a:path h="176473" w="176473">
                <a:moveTo>
                  <a:pt x="164886" y="33017"/>
                </a:moveTo>
                <a:cubicBezTo>
                  <a:pt x="167431" y="30472"/>
                  <a:pt x="171684" y="31109"/>
                  <a:pt x="172957" y="34456"/>
                </a:cubicBezTo>
                <a:cubicBezTo>
                  <a:pt x="175234" y="40385"/>
                  <a:pt x="176473" y="46846"/>
                  <a:pt x="176473" y="53577"/>
                </a:cubicBezTo>
                <a:cubicBezTo>
                  <a:pt x="176473" y="83180"/>
                  <a:pt x="152496" y="107156"/>
                  <a:pt x="122894" y="107156"/>
                </a:cubicBezTo>
                <a:cubicBezTo>
                  <a:pt x="117033" y="107156"/>
                  <a:pt x="111376" y="106219"/>
                  <a:pt x="106084" y="104477"/>
                </a:cubicBezTo>
                <a:lnTo>
                  <a:pt x="43498" y="167063"/>
                </a:lnTo>
                <a:cubicBezTo>
                  <a:pt x="34088" y="176473"/>
                  <a:pt x="18819" y="176473"/>
                  <a:pt x="9409" y="167063"/>
                </a:cubicBezTo>
                <a:cubicBezTo>
                  <a:pt x="0" y="157654"/>
                  <a:pt x="0" y="142384"/>
                  <a:pt x="9409" y="132974"/>
                </a:cubicBezTo>
                <a:lnTo>
                  <a:pt x="71995" y="70388"/>
                </a:lnTo>
                <a:cubicBezTo>
                  <a:pt x="70254" y="65096"/>
                  <a:pt x="69316" y="59472"/>
                  <a:pt x="69316" y="53577"/>
                </a:cubicBezTo>
                <a:cubicBezTo>
                  <a:pt x="69316" y="23976"/>
                  <a:pt x="93293" y="0"/>
                  <a:pt x="122894" y="0"/>
                </a:cubicBezTo>
                <a:cubicBezTo>
                  <a:pt x="129626" y="0"/>
                  <a:pt x="136089" y="1240"/>
                  <a:pt x="142016" y="3517"/>
                </a:cubicBezTo>
                <a:cubicBezTo>
                  <a:pt x="145365" y="4789"/>
                  <a:pt x="145967" y="9041"/>
                  <a:pt x="143455" y="11586"/>
                </a:cubicBezTo>
                <a:lnTo>
                  <a:pt x="113753" y="41289"/>
                </a:lnTo>
                <a:cubicBezTo>
                  <a:pt x="112748" y="42294"/>
                  <a:pt x="112180" y="43666"/>
                  <a:pt x="112180" y="45074"/>
                </a:cubicBezTo>
                <a:lnTo>
                  <a:pt x="112180" y="58936"/>
                </a:lnTo>
                <a:cubicBezTo>
                  <a:pt x="112180" y="61883"/>
                  <a:pt x="114590" y="64294"/>
                  <a:pt x="117536" y="64294"/>
                </a:cubicBezTo>
                <a:lnTo>
                  <a:pt x="131400" y="64294"/>
                </a:lnTo>
                <a:cubicBezTo>
                  <a:pt x="132806" y="64294"/>
                  <a:pt x="134178" y="63724"/>
                  <a:pt x="135184" y="62720"/>
                </a:cubicBezTo>
                <a:lnTo>
                  <a:pt x="164886" y="33017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824399" y="3526557"/>
            <a:ext cx="13335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自动修复：</a:t>
            </a: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 启用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380956" y="4650246"/>
            <a:ext cx="11430000" cy="1257300"/>
          </a:xfrm>
          <a:custGeom>
            <a:avLst/>
            <a:gdLst/>
            <a:ahLst/>
            <a:cxnLst/>
            <a:rect r="r" b="b" t="t" l="l"/>
            <a:pathLst>
              <a:path h="1257300" w="11430000">
                <a:moveTo>
                  <a:pt x="76205" y="0"/>
                </a:moveTo>
                <a:lnTo>
                  <a:pt x="11353795" y="0"/>
                </a:lnTo>
                <a:cubicBezTo>
                  <a:pt x="11395881" y="0"/>
                  <a:pt x="11430000" y="34119"/>
                  <a:pt x="11430000" y="76205"/>
                </a:cubicBezTo>
                <a:lnTo>
                  <a:pt x="11430000" y="1181095"/>
                </a:lnTo>
                <a:cubicBezTo>
                  <a:pt x="11430000" y="1223181"/>
                  <a:pt x="11395881" y="1257300"/>
                  <a:pt x="11353795" y="1257300"/>
                </a:cubicBezTo>
                <a:lnTo>
                  <a:pt x="76205" y="1257300"/>
                </a:lnTo>
                <a:cubicBezTo>
                  <a:pt x="34119" y="1257300"/>
                  <a:pt x="0" y="1223181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71396" y="4840691"/>
            <a:ext cx="11125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ruff 常用命令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71396" y="5145453"/>
            <a:ext cx="11115675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ruff check . # 检查当前目录所有文件</a:t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ruff check --fix . # 检查并自动修复问题</a:t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ruff check --select E,W,F . # 指定规则集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9703" y="594345"/>
            <a:ext cx="2610588" cy="3332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代码格式化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70253" y="1594787"/>
            <a:ext cx="592474" cy="592474"/>
          </a:xfrm>
          <a:custGeom>
            <a:avLst/>
            <a:gdLst/>
            <a:ahLst/>
            <a:cxnLst/>
            <a:rect r="r" b="b" t="t" l="l"/>
            <a:pathLst>
              <a:path h="592474" w="592474">
                <a:moveTo>
                  <a:pt x="74059" y="0"/>
                </a:moveTo>
                <a:lnTo>
                  <a:pt x="518415" y="0"/>
                </a:lnTo>
                <a:cubicBezTo>
                  <a:pt x="559316" y="0"/>
                  <a:pt x="592474" y="33157"/>
                  <a:pt x="592474" y="74059"/>
                </a:cubicBezTo>
                <a:lnTo>
                  <a:pt x="592474" y="518415"/>
                </a:lnTo>
                <a:cubicBezTo>
                  <a:pt x="592474" y="559316"/>
                  <a:pt x="559316" y="592474"/>
                  <a:pt x="518415" y="592474"/>
                </a:cubicBezTo>
                <a:lnTo>
                  <a:pt x="74059" y="592474"/>
                </a:lnTo>
                <a:cubicBezTo>
                  <a:pt x="33157" y="592474"/>
                  <a:pt x="0" y="559316"/>
                  <a:pt x="0" y="518415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36418" y="1756439"/>
            <a:ext cx="264705" cy="269043"/>
          </a:xfrm>
          <a:custGeom>
            <a:avLst/>
            <a:gdLst/>
            <a:ahLst/>
            <a:cxnLst/>
            <a:rect r="r" b="b" t="t" l="l"/>
            <a:pathLst>
              <a:path h="269043" w="264705">
                <a:moveTo>
                  <a:pt x="264705" y="137668"/>
                </a:moveTo>
                <a:cubicBezTo>
                  <a:pt x="264705" y="214420"/>
                  <a:pt x="212143" y="269043"/>
                  <a:pt x="134522" y="269043"/>
                </a:cubicBezTo>
                <a:cubicBezTo>
                  <a:pt x="60101" y="269043"/>
                  <a:pt x="0" y="208943"/>
                  <a:pt x="0" y="134521"/>
                </a:cubicBezTo>
                <a:cubicBezTo>
                  <a:pt x="0" y="60100"/>
                  <a:pt x="60101" y="0"/>
                  <a:pt x="134522" y="0"/>
                </a:cubicBezTo>
                <a:cubicBezTo>
                  <a:pt x="170756" y="0"/>
                  <a:pt x="201240" y="13289"/>
                  <a:pt x="224728" y="35203"/>
                </a:cubicBezTo>
                <a:lnTo>
                  <a:pt x="188113" y="70406"/>
                </a:lnTo>
                <a:cubicBezTo>
                  <a:pt x="140217" y="24192"/>
                  <a:pt x="51152" y="58907"/>
                  <a:pt x="51152" y="134521"/>
                </a:cubicBezTo>
                <a:cubicBezTo>
                  <a:pt x="51152" y="181441"/>
                  <a:pt x="88633" y="219464"/>
                  <a:pt x="134522" y="219464"/>
                </a:cubicBezTo>
                <a:cubicBezTo>
                  <a:pt x="187788" y="219464"/>
                  <a:pt x="207749" y="181278"/>
                  <a:pt x="210895" y="161480"/>
                </a:cubicBezTo>
                <a:lnTo>
                  <a:pt x="134522" y="161480"/>
                </a:lnTo>
                <a:lnTo>
                  <a:pt x="134522" y="115211"/>
                </a:lnTo>
                <a:lnTo>
                  <a:pt x="262589" y="115211"/>
                </a:lnTo>
                <a:cubicBezTo>
                  <a:pt x="263836" y="122099"/>
                  <a:pt x="264705" y="128717"/>
                  <a:pt x="264705" y="13766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10759" y="1594787"/>
            <a:ext cx="3101230" cy="3332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yapf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10759" y="1927972"/>
            <a:ext cx="3045686" cy="2592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Google 开源的 Python 代码格式化工具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70253" y="2427761"/>
            <a:ext cx="3665932" cy="1295944"/>
          </a:xfrm>
          <a:custGeom>
            <a:avLst/>
            <a:gdLst/>
            <a:ahLst/>
            <a:cxnLst/>
            <a:rect r="r" b="b" t="t" l="l"/>
            <a:pathLst>
              <a:path h="1295944" w="3665932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1221881"/>
                </a:lnTo>
                <a:cubicBezTo>
                  <a:pt x="3665932" y="1262785"/>
                  <a:pt x="3632771" y="1295944"/>
                  <a:pt x="3591869" y="1295944"/>
                </a:cubicBezTo>
                <a:lnTo>
                  <a:pt x="74063" y="1295944"/>
                </a:lnTo>
                <a:cubicBezTo>
                  <a:pt x="33158" y="1295944"/>
                  <a:pt x="0" y="1262785"/>
                  <a:pt x="0" y="1221881"/>
                </a:cubicBezTo>
                <a:lnTo>
                  <a:pt x="0" y="36845"/>
                </a:lnTo>
                <a:cubicBezTo>
                  <a:pt x="0" y="16510"/>
                  <a:pt x="16510" y="0"/>
                  <a:pt x="3684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70253" y="2427761"/>
            <a:ext cx="3665932" cy="36845"/>
          </a:xfrm>
          <a:custGeom>
            <a:avLst/>
            <a:gdLst/>
            <a:ahLst/>
            <a:cxnLst/>
            <a:rect r="r" b="b" t="t" l="l"/>
            <a:pathLst>
              <a:path h="36845" w="3665932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36845"/>
                </a:lnTo>
                <a:lnTo>
                  <a:pt x="0" y="36845"/>
                </a:ln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2075216" y="2635612"/>
            <a:ext cx="264705" cy="269043"/>
          </a:xfrm>
          <a:custGeom>
            <a:avLst/>
            <a:gdLst/>
            <a:ahLst/>
            <a:cxnLst/>
            <a:rect r="r" b="b" t="t" l="l"/>
            <a:pathLst>
              <a:path h="269043" w="264705">
                <a:moveTo>
                  <a:pt x="264705" y="137668"/>
                </a:moveTo>
                <a:cubicBezTo>
                  <a:pt x="264705" y="214420"/>
                  <a:pt x="212143" y="269043"/>
                  <a:pt x="134522" y="269043"/>
                </a:cubicBezTo>
                <a:cubicBezTo>
                  <a:pt x="60101" y="269043"/>
                  <a:pt x="0" y="208943"/>
                  <a:pt x="0" y="134521"/>
                </a:cubicBezTo>
                <a:cubicBezTo>
                  <a:pt x="0" y="60100"/>
                  <a:pt x="60101" y="0"/>
                  <a:pt x="134522" y="0"/>
                </a:cubicBezTo>
                <a:cubicBezTo>
                  <a:pt x="170756" y="0"/>
                  <a:pt x="201240" y="13289"/>
                  <a:pt x="224728" y="35203"/>
                </a:cubicBezTo>
                <a:lnTo>
                  <a:pt x="188113" y="70406"/>
                </a:lnTo>
                <a:cubicBezTo>
                  <a:pt x="140217" y="24192"/>
                  <a:pt x="51152" y="58907"/>
                  <a:pt x="51152" y="134521"/>
                </a:cubicBezTo>
                <a:cubicBezTo>
                  <a:pt x="51152" y="181441"/>
                  <a:pt x="88633" y="219464"/>
                  <a:pt x="134522" y="219464"/>
                </a:cubicBezTo>
                <a:cubicBezTo>
                  <a:pt x="187788" y="219464"/>
                  <a:pt x="207749" y="181278"/>
                  <a:pt x="210895" y="161480"/>
                </a:cubicBezTo>
                <a:lnTo>
                  <a:pt x="134522" y="161480"/>
                </a:lnTo>
                <a:lnTo>
                  <a:pt x="134522" y="115211"/>
                </a:lnTo>
                <a:lnTo>
                  <a:pt x="262589" y="115211"/>
                </a:lnTo>
                <a:cubicBezTo>
                  <a:pt x="263836" y="122099"/>
                  <a:pt x="264705" y="128717"/>
                  <a:pt x="264705" y="13766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13685" y="3020020"/>
            <a:ext cx="3378952" cy="2592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Google 风格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2943" y="3353286"/>
            <a:ext cx="3360437" cy="1851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遵循 Google Python 风格指南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4262478" y="2427761"/>
            <a:ext cx="3665932" cy="1295944"/>
          </a:xfrm>
          <a:custGeom>
            <a:avLst/>
            <a:gdLst/>
            <a:ahLst/>
            <a:cxnLst/>
            <a:rect r="r" b="b" t="t" l="l"/>
            <a:pathLst>
              <a:path h="1295944" w="3665932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1221881"/>
                </a:lnTo>
                <a:cubicBezTo>
                  <a:pt x="3665932" y="1262785"/>
                  <a:pt x="3632772" y="1295944"/>
                  <a:pt x="3591869" y="1295944"/>
                </a:cubicBezTo>
                <a:lnTo>
                  <a:pt x="74063" y="1295944"/>
                </a:lnTo>
                <a:cubicBezTo>
                  <a:pt x="33158" y="1295944"/>
                  <a:pt x="0" y="1262785"/>
                  <a:pt x="0" y="1221881"/>
                </a:cubicBezTo>
                <a:lnTo>
                  <a:pt x="0" y="36845"/>
                </a:lnTo>
                <a:cubicBezTo>
                  <a:pt x="0" y="16510"/>
                  <a:pt x="16510" y="0"/>
                  <a:pt x="3684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4262478" y="2427761"/>
            <a:ext cx="3665932" cy="36845"/>
          </a:xfrm>
          <a:custGeom>
            <a:avLst/>
            <a:gdLst/>
            <a:ahLst/>
            <a:cxnLst/>
            <a:rect r="r" b="b" t="t" l="l"/>
            <a:pathLst>
              <a:path h="36845" w="3665932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36845"/>
                </a:lnTo>
                <a:lnTo>
                  <a:pt x="0" y="36845"/>
                </a:ln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5960933" y="2631272"/>
            <a:ext cx="277722" cy="277722"/>
          </a:xfrm>
          <a:custGeom>
            <a:avLst/>
            <a:gdLst/>
            <a:ahLst/>
            <a:cxnLst/>
            <a:rect r="r" b="b" t="t" l="l"/>
            <a:pathLst>
              <a:path h="277722" w="277722">
                <a:moveTo>
                  <a:pt x="216157" y="6618"/>
                </a:moveTo>
                <a:lnTo>
                  <a:pt x="168314" y="54460"/>
                </a:lnTo>
                <a:lnTo>
                  <a:pt x="223263" y="109407"/>
                </a:lnTo>
                <a:lnTo>
                  <a:pt x="271104" y="61565"/>
                </a:lnTo>
                <a:cubicBezTo>
                  <a:pt x="275335" y="57280"/>
                  <a:pt x="277722" y="51530"/>
                  <a:pt x="277722" y="45564"/>
                </a:cubicBezTo>
                <a:cubicBezTo>
                  <a:pt x="277722" y="39597"/>
                  <a:pt x="275335" y="33847"/>
                  <a:pt x="271104" y="29562"/>
                </a:cubicBezTo>
                <a:lnTo>
                  <a:pt x="248161" y="6618"/>
                </a:lnTo>
                <a:cubicBezTo>
                  <a:pt x="243876" y="2388"/>
                  <a:pt x="238125" y="0"/>
                  <a:pt x="232159" y="0"/>
                </a:cubicBezTo>
                <a:cubicBezTo>
                  <a:pt x="226192" y="0"/>
                  <a:pt x="220442" y="2388"/>
                  <a:pt x="216157" y="6618"/>
                </a:cubicBezTo>
                <a:close/>
                <a:moveTo>
                  <a:pt x="149927" y="72848"/>
                </a:moveTo>
                <a:lnTo>
                  <a:pt x="6618" y="216157"/>
                </a:lnTo>
                <a:cubicBezTo>
                  <a:pt x="2388" y="220442"/>
                  <a:pt x="0" y="226192"/>
                  <a:pt x="0" y="232159"/>
                </a:cubicBezTo>
                <a:cubicBezTo>
                  <a:pt x="0" y="238125"/>
                  <a:pt x="2388" y="243876"/>
                  <a:pt x="6618" y="248161"/>
                </a:cubicBezTo>
                <a:lnTo>
                  <a:pt x="29562" y="271104"/>
                </a:lnTo>
                <a:cubicBezTo>
                  <a:pt x="33847" y="275335"/>
                  <a:pt x="39597" y="277722"/>
                  <a:pt x="45564" y="277722"/>
                </a:cubicBezTo>
                <a:cubicBezTo>
                  <a:pt x="51530" y="277722"/>
                  <a:pt x="57280" y="275335"/>
                  <a:pt x="61565" y="271104"/>
                </a:cubicBezTo>
                <a:lnTo>
                  <a:pt x="204874" y="127796"/>
                </a:lnTo>
                <a:lnTo>
                  <a:pt x="149927" y="7284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05911" y="3020020"/>
            <a:ext cx="3378952" cy="2592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自动格式化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15168" y="3353286"/>
            <a:ext cx="3360437" cy="1851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一键格式化整个文件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8154704" y="2427761"/>
            <a:ext cx="3665932" cy="1295944"/>
          </a:xfrm>
          <a:custGeom>
            <a:avLst/>
            <a:gdLst/>
            <a:ahLst/>
            <a:cxnLst/>
            <a:rect r="r" b="b" t="t" l="l"/>
            <a:pathLst>
              <a:path h="1295944" w="3665932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1221881"/>
                </a:lnTo>
                <a:cubicBezTo>
                  <a:pt x="3665932" y="1262785"/>
                  <a:pt x="3632771" y="1295944"/>
                  <a:pt x="3591869" y="1295944"/>
                </a:cubicBezTo>
                <a:lnTo>
                  <a:pt x="74063" y="1295944"/>
                </a:lnTo>
                <a:cubicBezTo>
                  <a:pt x="33158" y="1295944"/>
                  <a:pt x="0" y="1262785"/>
                  <a:pt x="0" y="1221881"/>
                </a:cubicBezTo>
                <a:lnTo>
                  <a:pt x="0" y="36845"/>
                </a:lnTo>
                <a:cubicBezTo>
                  <a:pt x="0" y="16510"/>
                  <a:pt x="16510" y="0"/>
                  <a:pt x="3684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8154704" y="2427761"/>
            <a:ext cx="3665932" cy="36845"/>
          </a:xfrm>
          <a:custGeom>
            <a:avLst/>
            <a:gdLst/>
            <a:ahLst/>
            <a:cxnLst/>
            <a:rect r="r" b="b" t="t" l="l"/>
            <a:pathLst>
              <a:path h="36845" w="3665932">
                <a:moveTo>
                  <a:pt x="36845" y="0"/>
                </a:moveTo>
                <a:lnTo>
                  <a:pt x="3629086" y="0"/>
                </a:lnTo>
                <a:cubicBezTo>
                  <a:pt x="3649435" y="0"/>
                  <a:pt x="3665932" y="16496"/>
                  <a:pt x="3665932" y="36845"/>
                </a:cubicBezTo>
                <a:lnTo>
                  <a:pt x="3665932" y="36845"/>
                </a:lnTo>
                <a:lnTo>
                  <a:pt x="0" y="36845"/>
                </a:ln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9870516" y="2700703"/>
            <a:ext cx="243007" cy="138861"/>
          </a:xfrm>
          <a:custGeom>
            <a:avLst/>
            <a:gdLst/>
            <a:ahLst/>
            <a:cxnLst/>
            <a:rect r="r" b="b" t="t" l="l"/>
            <a:pathLst>
              <a:path h="138861" w="243007">
                <a:moveTo>
                  <a:pt x="17358" y="0"/>
                </a:moveTo>
                <a:cubicBezTo>
                  <a:pt x="7757" y="0"/>
                  <a:pt x="0" y="7756"/>
                  <a:pt x="0" y="17357"/>
                </a:cubicBezTo>
                <a:cubicBezTo>
                  <a:pt x="0" y="26958"/>
                  <a:pt x="7757" y="34715"/>
                  <a:pt x="17358" y="34715"/>
                </a:cubicBezTo>
                <a:lnTo>
                  <a:pt x="225649" y="34715"/>
                </a:lnTo>
                <a:cubicBezTo>
                  <a:pt x="235250" y="34715"/>
                  <a:pt x="243007" y="26958"/>
                  <a:pt x="243007" y="17357"/>
                </a:cubicBezTo>
                <a:cubicBezTo>
                  <a:pt x="243007" y="7756"/>
                  <a:pt x="235250" y="0"/>
                  <a:pt x="225649" y="0"/>
                </a:cubicBezTo>
                <a:lnTo>
                  <a:pt x="17358" y="0"/>
                </a:lnTo>
                <a:close/>
                <a:moveTo>
                  <a:pt x="17358" y="104145"/>
                </a:moveTo>
                <a:cubicBezTo>
                  <a:pt x="7757" y="104145"/>
                  <a:pt x="0" y="111902"/>
                  <a:pt x="0" y="121503"/>
                </a:cubicBezTo>
                <a:cubicBezTo>
                  <a:pt x="0" y="131105"/>
                  <a:pt x="7757" y="138860"/>
                  <a:pt x="17358" y="138860"/>
                </a:cubicBezTo>
                <a:lnTo>
                  <a:pt x="225649" y="138860"/>
                </a:lnTo>
                <a:cubicBezTo>
                  <a:pt x="235250" y="138860"/>
                  <a:pt x="243007" y="131105"/>
                  <a:pt x="243007" y="121503"/>
                </a:cubicBezTo>
                <a:cubicBezTo>
                  <a:pt x="243007" y="111902"/>
                  <a:pt x="235250" y="104145"/>
                  <a:pt x="225649" y="104145"/>
                </a:cubicBezTo>
                <a:lnTo>
                  <a:pt x="17358" y="104145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98136" y="3020020"/>
            <a:ext cx="3378952" cy="2592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保持一致性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07394" y="3353286"/>
            <a:ext cx="3360437" cy="1851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确保团队代码风格统一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370253" y="3945616"/>
            <a:ext cx="11451408" cy="2536528"/>
          </a:xfrm>
          <a:custGeom>
            <a:avLst/>
            <a:gdLst/>
            <a:ahLst/>
            <a:cxnLst/>
            <a:rect r="r" b="b" t="t" l="l"/>
            <a:pathLst>
              <a:path h="2536528" w="11451408">
                <a:moveTo>
                  <a:pt x="74066" y="0"/>
                </a:moveTo>
                <a:lnTo>
                  <a:pt x="11377341" y="0"/>
                </a:lnTo>
                <a:cubicBezTo>
                  <a:pt x="11418247" y="0"/>
                  <a:pt x="11451408" y="33161"/>
                  <a:pt x="11451408" y="74066"/>
                </a:cubicBezTo>
                <a:lnTo>
                  <a:pt x="11451408" y="2462461"/>
                </a:lnTo>
                <a:cubicBezTo>
                  <a:pt x="11451408" y="2503368"/>
                  <a:pt x="11418247" y="2536528"/>
                  <a:pt x="11377341" y="2536528"/>
                </a:cubicBezTo>
                <a:lnTo>
                  <a:pt x="74066" y="2536528"/>
                </a:lnTo>
                <a:cubicBezTo>
                  <a:pt x="33161" y="2536528"/>
                  <a:pt x="0" y="2503368"/>
                  <a:pt x="0" y="2462461"/>
                </a:cubicBezTo>
                <a:lnTo>
                  <a:pt x="0" y="74066"/>
                </a:lnTo>
                <a:cubicBezTo>
                  <a:pt x="0" y="33188"/>
                  <a:pt x="33188" y="0"/>
                  <a:pt x="74066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  <a:effectLst>
            <a:outerShdw dir="5400000" dist="88900" blurRad="1270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92405" y="4167775"/>
            <a:ext cx="11090369" cy="2592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B22222"/>
                </a:solidFill>
                <a:latin typeface="MiSans"/>
                <a:ea typeface="MiSans"/>
                <a:cs typeface="MiSans"/>
                <a:sym typeface="MiSans"/>
              </a:rPr>
              <a:t>使用示例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610827" y="4575083"/>
            <a:ext cx="10988445" cy="1684847"/>
          </a:xfrm>
          <a:custGeom>
            <a:avLst/>
            <a:gdLst/>
            <a:ahLst/>
            <a:cxnLst/>
            <a:rect r="r" b="b" t="t" l="l"/>
            <a:pathLst>
              <a:path h="1684847" w="10988445">
                <a:moveTo>
                  <a:pt x="36845" y="0"/>
                </a:moveTo>
                <a:lnTo>
                  <a:pt x="10951413" y="0"/>
                </a:lnTo>
                <a:cubicBezTo>
                  <a:pt x="10971865" y="0"/>
                  <a:pt x="10988445" y="16580"/>
                  <a:pt x="10988445" y="37033"/>
                </a:cubicBezTo>
                <a:lnTo>
                  <a:pt x="10988445" y="1647814"/>
                </a:lnTo>
                <a:cubicBezTo>
                  <a:pt x="10988445" y="1668267"/>
                  <a:pt x="10971865" y="1684847"/>
                  <a:pt x="10951413" y="1684847"/>
                </a:cubicBezTo>
                <a:lnTo>
                  <a:pt x="36845" y="1684847"/>
                </a:lnTo>
                <a:cubicBezTo>
                  <a:pt x="16496" y="1684847"/>
                  <a:pt x="0" y="1668351"/>
                  <a:pt x="0" y="1648002"/>
                </a:cubicBez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1E2939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10827" y="4575083"/>
            <a:ext cx="36845" cy="1684847"/>
          </a:xfrm>
          <a:custGeom>
            <a:avLst/>
            <a:gdLst/>
            <a:ahLst/>
            <a:cxnLst/>
            <a:rect r="r" b="b" t="t" l="l"/>
            <a:pathLst>
              <a:path h="1684847" w="36845">
                <a:moveTo>
                  <a:pt x="36845" y="0"/>
                </a:moveTo>
                <a:lnTo>
                  <a:pt x="36845" y="0"/>
                </a:lnTo>
                <a:lnTo>
                  <a:pt x="36845" y="1684847"/>
                </a:lnTo>
                <a:lnTo>
                  <a:pt x="36845" y="1684847"/>
                </a:lnTo>
                <a:cubicBezTo>
                  <a:pt x="16496" y="1684847"/>
                  <a:pt x="0" y="1668351"/>
                  <a:pt x="0" y="1648002"/>
                </a:cubicBezTo>
                <a:lnTo>
                  <a:pt x="0" y="36845"/>
                </a:lnTo>
                <a:cubicBezTo>
                  <a:pt x="0" y="16496"/>
                  <a:pt x="16496" y="0"/>
                  <a:pt x="36845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77351" y="4686126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格式化单个文件（-i 表示直接修改文件）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77351" y="4893451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yapf -i file.py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77351" y="5211819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格式化整个目录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77351" y="5419152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yapf -i -r .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77351" y="5737511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仅显示差异，不修改文件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77351" y="5944844"/>
            <a:ext cx="10738588" cy="2036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yapf -d file.py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5"/>
            <a:ext cx="22860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C++ 代码格式化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640886"/>
            <a:ext cx="609600" cy="609600"/>
          </a:xfrm>
          <a:custGeom>
            <a:avLst/>
            <a:gdLst/>
            <a:ahLst/>
            <a:cxnLst/>
            <a:rect r="r" b="b" t="t" l="l"/>
            <a:pathLst>
              <a:path h="609600" w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525637" y="1800681"/>
            <a:ext cx="324984" cy="289880"/>
          </a:xfrm>
          <a:custGeom>
            <a:avLst/>
            <a:gdLst/>
            <a:ahLst/>
            <a:cxnLst/>
            <a:rect r="r" b="b" t="t" l="l"/>
            <a:pathLst>
              <a:path h="289880" w="324984">
                <a:moveTo>
                  <a:pt x="203094" y="2736"/>
                </a:moveTo>
                <a:cubicBezTo>
                  <a:pt x="193607" y="0"/>
                  <a:pt x="183729" y="5524"/>
                  <a:pt x="180993" y="15013"/>
                </a:cubicBezTo>
                <a:lnTo>
                  <a:pt x="109556" y="265044"/>
                </a:lnTo>
                <a:cubicBezTo>
                  <a:pt x="106821" y="274532"/>
                  <a:pt x="112347" y="284411"/>
                  <a:pt x="121834" y="287144"/>
                </a:cubicBezTo>
                <a:cubicBezTo>
                  <a:pt x="131322" y="289880"/>
                  <a:pt x="141201" y="284356"/>
                  <a:pt x="143934" y="274867"/>
                </a:cubicBezTo>
                <a:lnTo>
                  <a:pt x="215373" y="24836"/>
                </a:lnTo>
                <a:cubicBezTo>
                  <a:pt x="218108" y="15348"/>
                  <a:pt x="212582" y="5469"/>
                  <a:pt x="203094" y="2736"/>
                </a:cubicBezTo>
                <a:close/>
                <a:moveTo>
                  <a:pt x="239148" y="78693"/>
                </a:moveTo>
                <a:cubicBezTo>
                  <a:pt x="232171" y="85669"/>
                  <a:pt x="232171" y="96999"/>
                  <a:pt x="239148" y="103975"/>
                </a:cubicBezTo>
                <a:lnTo>
                  <a:pt x="280113" y="144940"/>
                </a:lnTo>
                <a:lnTo>
                  <a:pt x="239148" y="185905"/>
                </a:lnTo>
                <a:cubicBezTo>
                  <a:pt x="232171" y="192881"/>
                  <a:pt x="232171" y="204211"/>
                  <a:pt x="239148" y="211187"/>
                </a:cubicBezTo>
                <a:cubicBezTo>
                  <a:pt x="246124" y="218163"/>
                  <a:pt x="257453" y="218163"/>
                  <a:pt x="264429" y="211187"/>
                </a:cubicBezTo>
                <a:lnTo>
                  <a:pt x="318008" y="157610"/>
                </a:lnTo>
                <a:cubicBezTo>
                  <a:pt x="324984" y="150633"/>
                  <a:pt x="324984" y="139302"/>
                  <a:pt x="318008" y="132328"/>
                </a:cubicBezTo>
                <a:lnTo>
                  <a:pt x="264429" y="78749"/>
                </a:lnTo>
                <a:cubicBezTo>
                  <a:pt x="257453" y="71771"/>
                  <a:pt x="246124" y="71771"/>
                  <a:pt x="239148" y="78749"/>
                </a:cubicBezTo>
                <a:close/>
                <a:moveTo>
                  <a:pt x="85836" y="78693"/>
                </a:moveTo>
                <a:cubicBezTo>
                  <a:pt x="78860" y="71717"/>
                  <a:pt x="67531" y="71717"/>
                  <a:pt x="60554" y="78693"/>
                </a:cubicBezTo>
                <a:lnTo>
                  <a:pt x="6976" y="132270"/>
                </a:lnTo>
                <a:cubicBezTo>
                  <a:pt x="0" y="139247"/>
                  <a:pt x="0" y="150578"/>
                  <a:pt x="6976" y="157552"/>
                </a:cubicBezTo>
                <a:lnTo>
                  <a:pt x="60554" y="211131"/>
                </a:lnTo>
                <a:cubicBezTo>
                  <a:pt x="67531" y="218109"/>
                  <a:pt x="78860" y="218109"/>
                  <a:pt x="85836" y="211131"/>
                </a:cubicBezTo>
                <a:cubicBezTo>
                  <a:pt x="92813" y="204155"/>
                  <a:pt x="92813" y="192825"/>
                  <a:pt x="85836" y="185849"/>
                </a:cubicBezTo>
                <a:lnTo>
                  <a:pt x="44872" y="144940"/>
                </a:lnTo>
                <a:lnTo>
                  <a:pt x="85781" y="103975"/>
                </a:lnTo>
                <a:cubicBezTo>
                  <a:pt x="92757" y="96999"/>
                  <a:pt x="92757" y="85669"/>
                  <a:pt x="85781" y="7869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2867" y="1640886"/>
            <a:ext cx="283845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clang-format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2867" y="1983711"/>
            <a:ext cx="2781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LLVM 项目的 C++ 代码格式化工具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90433" y="2488461"/>
            <a:ext cx="5543455" cy="2038255"/>
          </a:xfrm>
          <a:custGeom>
            <a:avLst/>
            <a:gdLst/>
            <a:ahLst/>
            <a:cxnLst/>
            <a:rect r="r" b="b" t="t" l="l"/>
            <a:pathLst>
              <a:path h="2038255" w="5543455">
                <a:moveTo>
                  <a:pt x="76190" y="0"/>
                </a:moveTo>
                <a:lnTo>
                  <a:pt x="5467265" y="0"/>
                </a:lnTo>
                <a:cubicBezTo>
                  <a:pt x="5509344" y="0"/>
                  <a:pt x="5543455" y="34111"/>
                  <a:pt x="5543455" y="76190"/>
                </a:cubicBezTo>
                <a:lnTo>
                  <a:pt x="5543455" y="1962065"/>
                </a:lnTo>
                <a:cubicBezTo>
                  <a:pt x="5543455" y="2004144"/>
                  <a:pt x="5509344" y="2038255"/>
                  <a:pt x="5467265" y="2038255"/>
                </a:cubicBezTo>
                <a:lnTo>
                  <a:pt x="76190" y="2038255"/>
                </a:lnTo>
                <a:cubicBezTo>
                  <a:pt x="34111" y="2038255"/>
                  <a:pt x="0" y="2004144"/>
                  <a:pt x="0" y="196206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8484" y="2726513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57059" y="3197954"/>
            <a:ext cx="228600" cy="200025"/>
          </a:xfrm>
          <a:custGeom>
            <a:avLst/>
            <a:gdLst/>
            <a:ahLst/>
            <a:cxnLst/>
            <a:rect r="r" b="b" t="t" l="l"/>
            <a:pathLst>
              <a:path h="200025" w="228600">
                <a:moveTo>
                  <a:pt x="14287" y="0"/>
                </a:moveTo>
                <a:cubicBezTo>
                  <a:pt x="6386" y="0"/>
                  <a:pt x="0" y="6384"/>
                  <a:pt x="0" y="14287"/>
                </a:cubicBezTo>
                <a:lnTo>
                  <a:pt x="0" y="178593"/>
                </a:lnTo>
                <a:cubicBezTo>
                  <a:pt x="0" y="190425"/>
                  <a:pt x="9599" y="200024"/>
                  <a:pt x="21431" y="200024"/>
                </a:cubicBezTo>
                <a:lnTo>
                  <a:pt x="207169" y="200024"/>
                </a:lnTo>
                <a:cubicBezTo>
                  <a:pt x="219001" y="200024"/>
                  <a:pt x="228600" y="190425"/>
                  <a:pt x="228600" y="178593"/>
                </a:cubicBezTo>
                <a:lnTo>
                  <a:pt x="228600" y="53667"/>
                </a:lnTo>
                <a:cubicBezTo>
                  <a:pt x="228600" y="45540"/>
                  <a:pt x="219939" y="40406"/>
                  <a:pt x="212794" y="44246"/>
                </a:cubicBezTo>
                <a:lnTo>
                  <a:pt x="142875" y="81885"/>
                </a:lnTo>
                <a:lnTo>
                  <a:pt x="142875" y="53667"/>
                </a:lnTo>
                <a:cubicBezTo>
                  <a:pt x="142875" y="45540"/>
                  <a:pt x="134214" y="40406"/>
                  <a:pt x="127069" y="44246"/>
                </a:cubicBezTo>
                <a:lnTo>
                  <a:pt x="57150" y="81885"/>
                </a:lnTo>
                <a:lnTo>
                  <a:pt x="57150" y="14287"/>
                </a:lnTo>
                <a:cubicBezTo>
                  <a:pt x="57150" y="6384"/>
                  <a:pt x="50764" y="0"/>
                  <a:pt x="42863" y="0"/>
                </a:cubicBezTo>
                <a:lnTo>
                  <a:pt x="14287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28469" y="3145603"/>
            <a:ext cx="1800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LLVM 风格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28469" y="3412313"/>
            <a:ext cx="1790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遵循 LLVM 项目代码规范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28484" y="3817042"/>
            <a:ext cx="285750" cy="228600"/>
          </a:xfrm>
          <a:custGeom>
            <a:avLst/>
            <a:gdLst/>
            <a:ahLst/>
            <a:cxnLst/>
            <a:rect r="r" b="b" t="t" l="l"/>
            <a:pathLst>
              <a:path h="228600" w="285750">
                <a:moveTo>
                  <a:pt x="157162" y="14287"/>
                </a:moveTo>
                <a:cubicBezTo>
                  <a:pt x="157162" y="6384"/>
                  <a:pt x="150778" y="0"/>
                  <a:pt x="142875" y="0"/>
                </a:cubicBezTo>
                <a:cubicBezTo>
                  <a:pt x="134972" y="0"/>
                  <a:pt x="128588" y="6384"/>
                  <a:pt x="128588" y="14287"/>
                </a:cubicBezTo>
                <a:lnTo>
                  <a:pt x="128588" y="42862"/>
                </a:lnTo>
                <a:lnTo>
                  <a:pt x="85725" y="42862"/>
                </a:lnTo>
                <a:cubicBezTo>
                  <a:pt x="62061" y="42862"/>
                  <a:pt x="42862" y="62061"/>
                  <a:pt x="42862" y="85724"/>
                </a:cubicBezTo>
                <a:lnTo>
                  <a:pt x="42862" y="185737"/>
                </a:lnTo>
                <a:cubicBezTo>
                  <a:pt x="42862" y="209401"/>
                  <a:pt x="62061" y="228600"/>
                  <a:pt x="85725" y="228600"/>
                </a:cubicBezTo>
                <a:lnTo>
                  <a:pt x="200025" y="228600"/>
                </a:lnTo>
                <a:cubicBezTo>
                  <a:pt x="223689" y="228600"/>
                  <a:pt x="242888" y="209401"/>
                  <a:pt x="242888" y="185737"/>
                </a:cubicBezTo>
                <a:lnTo>
                  <a:pt x="242888" y="85724"/>
                </a:lnTo>
                <a:cubicBezTo>
                  <a:pt x="242888" y="62061"/>
                  <a:pt x="223689" y="42862"/>
                  <a:pt x="200025" y="42862"/>
                </a:cubicBezTo>
                <a:lnTo>
                  <a:pt x="157162" y="42862"/>
                </a:lnTo>
                <a:lnTo>
                  <a:pt x="157162" y="14287"/>
                </a:lnTo>
                <a:close/>
                <a:moveTo>
                  <a:pt x="71438" y="178593"/>
                </a:moveTo>
                <a:cubicBezTo>
                  <a:pt x="71438" y="172655"/>
                  <a:pt x="76215" y="167878"/>
                  <a:pt x="82152" y="167878"/>
                </a:cubicBezTo>
                <a:lnTo>
                  <a:pt x="96441" y="167878"/>
                </a:lnTo>
                <a:cubicBezTo>
                  <a:pt x="102379" y="167878"/>
                  <a:pt x="107156" y="172655"/>
                  <a:pt x="107156" y="178593"/>
                </a:cubicBezTo>
                <a:cubicBezTo>
                  <a:pt x="107156" y="184530"/>
                  <a:pt x="102379" y="189310"/>
                  <a:pt x="96441" y="189310"/>
                </a:cubicBezTo>
                <a:lnTo>
                  <a:pt x="82152" y="189310"/>
                </a:lnTo>
                <a:cubicBezTo>
                  <a:pt x="76215" y="189310"/>
                  <a:pt x="71438" y="184530"/>
                  <a:pt x="71438" y="178593"/>
                </a:cubicBezTo>
                <a:close/>
                <a:moveTo>
                  <a:pt x="125016" y="178593"/>
                </a:moveTo>
                <a:cubicBezTo>
                  <a:pt x="125016" y="172655"/>
                  <a:pt x="129793" y="167878"/>
                  <a:pt x="135731" y="167878"/>
                </a:cubicBezTo>
                <a:lnTo>
                  <a:pt x="150019" y="167878"/>
                </a:lnTo>
                <a:cubicBezTo>
                  <a:pt x="155957" y="167878"/>
                  <a:pt x="160734" y="172655"/>
                  <a:pt x="160734" y="178593"/>
                </a:cubicBezTo>
                <a:cubicBezTo>
                  <a:pt x="160734" y="184530"/>
                  <a:pt x="155957" y="189310"/>
                  <a:pt x="150019" y="189310"/>
                </a:cubicBezTo>
                <a:lnTo>
                  <a:pt x="135731" y="189310"/>
                </a:lnTo>
                <a:cubicBezTo>
                  <a:pt x="129793" y="189310"/>
                  <a:pt x="125016" y="184530"/>
                  <a:pt x="125016" y="178593"/>
                </a:cubicBezTo>
                <a:close/>
                <a:moveTo>
                  <a:pt x="178594" y="178593"/>
                </a:moveTo>
                <a:cubicBezTo>
                  <a:pt x="178594" y="172655"/>
                  <a:pt x="183371" y="167878"/>
                  <a:pt x="189309" y="167878"/>
                </a:cubicBezTo>
                <a:lnTo>
                  <a:pt x="203598" y="167878"/>
                </a:lnTo>
                <a:cubicBezTo>
                  <a:pt x="209535" y="167878"/>
                  <a:pt x="214312" y="172655"/>
                  <a:pt x="214312" y="178593"/>
                </a:cubicBezTo>
                <a:cubicBezTo>
                  <a:pt x="214312" y="184530"/>
                  <a:pt x="209535" y="189310"/>
                  <a:pt x="203598" y="189310"/>
                </a:cubicBezTo>
                <a:lnTo>
                  <a:pt x="189309" y="189310"/>
                </a:lnTo>
                <a:cubicBezTo>
                  <a:pt x="183371" y="189310"/>
                  <a:pt x="178594" y="184530"/>
                  <a:pt x="178594" y="178593"/>
                </a:cubicBezTo>
                <a:close/>
                <a:moveTo>
                  <a:pt x="100012" y="92868"/>
                </a:moveTo>
                <a:cubicBezTo>
                  <a:pt x="111841" y="92868"/>
                  <a:pt x="121444" y="102471"/>
                  <a:pt x="121444" y="114300"/>
                </a:cubicBezTo>
                <a:cubicBezTo>
                  <a:pt x="121444" y="126128"/>
                  <a:pt x="111841" y="135731"/>
                  <a:pt x="100012" y="135731"/>
                </a:cubicBezTo>
                <a:cubicBezTo>
                  <a:pt x="88184" y="135731"/>
                  <a:pt x="78581" y="126128"/>
                  <a:pt x="78581" y="114300"/>
                </a:cubicBezTo>
                <a:cubicBezTo>
                  <a:pt x="78581" y="102471"/>
                  <a:pt x="88184" y="92868"/>
                  <a:pt x="100012" y="92868"/>
                </a:cubicBezTo>
                <a:close/>
                <a:moveTo>
                  <a:pt x="164306" y="114300"/>
                </a:moveTo>
                <a:cubicBezTo>
                  <a:pt x="164306" y="102471"/>
                  <a:pt x="173909" y="92868"/>
                  <a:pt x="185738" y="92868"/>
                </a:cubicBezTo>
                <a:cubicBezTo>
                  <a:pt x="197566" y="92868"/>
                  <a:pt x="207169" y="102471"/>
                  <a:pt x="207169" y="114300"/>
                </a:cubicBezTo>
                <a:cubicBezTo>
                  <a:pt x="207169" y="126128"/>
                  <a:pt x="197566" y="135731"/>
                  <a:pt x="185738" y="135731"/>
                </a:cubicBezTo>
                <a:cubicBezTo>
                  <a:pt x="173909" y="135731"/>
                  <a:pt x="164306" y="126128"/>
                  <a:pt x="164306" y="114300"/>
                </a:cubicBezTo>
                <a:close/>
                <a:moveTo>
                  <a:pt x="28575" y="114300"/>
                </a:moveTo>
                <a:cubicBezTo>
                  <a:pt x="28575" y="106398"/>
                  <a:pt x="22189" y="100012"/>
                  <a:pt x="14288" y="100012"/>
                </a:cubicBezTo>
                <a:cubicBezTo>
                  <a:pt x="6386" y="100012"/>
                  <a:pt x="0" y="106398"/>
                  <a:pt x="0" y="114300"/>
                </a:cubicBezTo>
                <a:lnTo>
                  <a:pt x="0" y="157162"/>
                </a:lnTo>
                <a:cubicBezTo>
                  <a:pt x="0" y="165065"/>
                  <a:pt x="6386" y="171450"/>
                  <a:pt x="14288" y="171450"/>
                </a:cubicBezTo>
                <a:cubicBezTo>
                  <a:pt x="22189" y="171450"/>
                  <a:pt x="28575" y="165065"/>
                  <a:pt x="28575" y="157162"/>
                </a:cubicBezTo>
                <a:lnTo>
                  <a:pt x="28575" y="114300"/>
                </a:lnTo>
                <a:close/>
                <a:moveTo>
                  <a:pt x="271462" y="100012"/>
                </a:moveTo>
                <a:cubicBezTo>
                  <a:pt x="263561" y="100012"/>
                  <a:pt x="257175" y="106398"/>
                  <a:pt x="257175" y="114300"/>
                </a:cubicBezTo>
                <a:lnTo>
                  <a:pt x="257175" y="157162"/>
                </a:lnTo>
                <a:cubicBezTo>
                  <a:pt x="257175" y="165065"/>
                  <a:pt x="263561" y="171450"/>
                  <a:pt x="271462" y="171450"/>
                </a:cubicBezTo>
                <a:cubicBezTo>
                  <a:pt x="279364" y="171450"/>
                  <a:pt x="285750" y="165065"/>
                  <a:pt x="285750" y="157162"/>
                </a:cubicBezTo>
                <a:lnTo>
                  <a:pt x="285750" y="114300"/>
                </a:lnTo>
                <a:cubicBezTo>
                  <a:pt x="285750" y="106398"/>
                  <a:pt x="279364" y="100012"/>
                  <a:pt x="271462" y="100012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28469" y="3793266"/>
            <a:ext cx="1724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自动格式化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28469" y="4059975"/>
            <a:ext cx="1714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自动处理 C++ 代码格式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257815" y="2488461"/>
            <a:ext cx="5543455" cy="2038255"/>
          </a:xfrm>
          <a:custGeom>
            <a:avLst/>
            <a:gdLst/>
            <a:ahLst/>
            <a:cxnLst/>
            <a:rect r="r" b="b" t="t" l="l"/>
            <a:pathLst>
              <a:path h="2038255" w="5543455">
                <a:moveTo>
                  <a:pt x="76190" y="0"/>
                </a:moveTo>
                <a:lnTo>
                  <a:pt x="5467265" y="0"/>
                </a:lnTo>
                <a:cubicBezTo>
                  <a:pt x="5509344" y="0"/>
                  <a:pt x="5543455" y="34111"/>
                  <a:pt x="5543455" y="76190"/>
                </a:cubicBezTo>
                <a:lnTo>
                  <a:pt x="5543455" y="1962065"/>
                </a:lnTo>
                <a:cubicBezTo>
                  <a:pt x="5543455" y="2004144"/>
                  <a:pt x="5509344" y="2038255"/>
                  <a:pt x="5467265" y="2038255"/>
                </a:cubicBezTo>
                <a:lnTo>
                  <a:pt x="76190" y="2038255"/>
                </a:lnTo>
                <a:cubicBezTo>
                  <a:pt x="34111" y="2038255"/>
                  <a:pt x="0" y="2004144"/>
                  <a:pt x="0" y="196206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33333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95866" y="2726513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优势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509751" y="3197954"/>
            <a:ext cx="257980" cy="200025"/>
          </a:xfrm>
          <a:custGeom>
            <a:avLst/>
            <a:gdLst/>
            <a:ahLst/>
            <a:cxnLst/>
            <a:rect r="r" b="b" t="t" l="l"/>
            <a:pathLst>
              <a:path h="200025" w="257980">
                <a:moveTo>
                  <a:pt x="128990" y="0"/>
                </a:moveTo>
                <a:cubicBezTo>
                  <a:pt x="92915" y="0"/>
                  <a:pt x="64027" y="16429"/>
                  <a:pt x="42998" y="35986"/>
                </a:cubicBezTo>
                <a:cubicBezTo>
                  <a:pt x="22102" y="55408"/>
                  <a:pt x="8127" y="78581"/>
                  <a:pt x="1475" y="94521"/>
                </a:cubicBezTo>
                <a:cubicBezTo>
                  <a:pt x="0" y="98047"/>
                  <a:pt x="0" y="101977"/>
                  <a:pt x="1475" y="105503"/>
                </a:cubicBezTo>
                <a:cubicBezTo>
                  <a:pt x="8127" y="121443"/>
                  <a:pt x="22102" y="144660"/>
                  <a:pt x="42998" y="164038"/>
                </a:cubicBezTo>
                <a:cubicBezTo>
                  <a:pt x="64027" y="183549"/>
                  <a:pt x="92915" y="200024"/>
                  <a:pt x="128990" y="200024"/>
                </a:cubicBezTo>
                <a:cubicBezTo>
                  <a:pt x="165066" y="200024"/>
                  <a:pt x="193954" y="183595"/>
                  <a:pt x="214983" y="164038"/>
                </a:cubicBezTo>
                <a:cubicBezTo>
                  <a:pt x="235879" y="144616"/>
                  <a:pt x="249854" y="121443"/>
                  <a:pt x="256506" y="105503"/>
                </a:cubicBezTo>
                <a:cubicBezTo>
                  <a:pt x="257981" y="101977"/>
                  <a:pt x="257981" y="98047"/>
                  <a:pt x="256506" y="94521"/>
                </a:cubicBezTo>
                <a:cubicBezTo>
                  <a:pt x="249854" y="78581"/>
                  <a:pt x="235879" y="55364"/>
                  <a:pt x="214983" y="35986"/>
                </a:cubicBezTo>
                <a:cubicBezTo>
                  <a:pt x="193954" y="16475"/>
                  <a:pt x="165066" y="0"/>
                  <a:pt x="128990" y="0"/>
                </a:cubicBezTo>
                <a:close/>
                <a:moveTo>
                  <a:pt x="64697" y="100012"/>
                </a:moveTo>
                <a:cubicBezTo>
                  <a:pt x="64697" y="64527"/>
                  <a:pt x="93505" y="35718"/>
                  <a:pt x="128990" y="35718"/>
                </a:cubicBezTo>
                <a:cubicBezTo>
                  <a:pt x="164476" y="35718"/>
                  <a:pt x="193284" y="64527"/>
                  <a:pt x="193284" y="100012"/>
                </a:cubicBezTo>
                <a:cubicBezTo>
                  <a:pt x="193284" y="135497"/>
                  <a:pt x="164476" y="164306"/>
                  <a:pt x="128990" y="164306"/>
                </a:cubicBezTo>
                <a:cubicBezTo>
                  <a:pt x="93505" y="164306"/>
                  <a:pt x="64697" y="135497"/>
                  <a:pt x="64697" y="100012"/>
                </a:cubicBezTo>
                <a:close/>
                <a:moveTo>
                  <a:pt x="128990" y="71437"/>
                </a:moveTo>
                <a:cubicBezTo>
                  <a:pt x="128990" y="87198"/>
                  <a:pt x="116176" y="100012"/>
                  <a:pt x="100415" y="100012"/>
                </a:cubicBezTo>
                <a:cubicBezTo>
                  <a:pt x="95281" y="100012"/>
                  <a:pt x="90459" y="98673"/>
                  <a:pt x="86263" y="96262"/>
                </a:cubicBezTo>
                <a:cubicBezTo>
                  <a:pt x="85816" y="101128"/>
                  <a:pt x="86217" y="106130"/>
                  <a:pt x="87557" y="111085"/>
                </a:cubicBezTo>
                <a:cubicBezTo>
                  <a:pt x="93674" y="133945"/>
                  <a:pt x="117204" y="147518"/>
                  <a:pt x="140064" y="141401"/>
                </a:cubicBezTo>
                <a:cubicBezTo>
                  <a:pt x="162924" y="135284"/>
                  <a:pt x="176496" y="111754"/>
                  <a:pt x="170380" y="88894"/>
                </a:cubicBezTo>
                <a:cubicBezTo>
                  <a:pt x="164931" y="68491"/>
                  <a:pt x="145600" y="55499"/>
                  <a:pt x="125240" y="57283"/>
                </a:cubicBezTo>
                <a:cubicBezTo>
                  <a:pt x="127606" y="61436"/>
                  <a:pt x="128990" y="66258"/>
                  <a:pt x="128990" y="71437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95851" y="3145603"/>
            <a:ext cx="1762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提高代码可读性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95851" y="3412313"/>
            <a:ext cx="1752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统一格式让代码更易阅读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6509172" y="3817042"/>
            <a:ext cx="259095" cy="258158"/>
          </a:xfrm>
          <a:custGeom>
            <a:avLst/>
            <a:gdLst/>
            <a:ahLst/>
            <a:cxnLst/>
            <a:rect r="r" b="b" t="t" l="l"/>
            <a:pathLst>
              <a:path h="258158" w="259095">
                <a:moveTo>
                  <a:pt x="172432" y="78581"/>
                </a:moveTo>
                <a:cubicBezTo>
                  <a:pt x="172432" y="121979"/>
                  <a:pt x="134034" y="157162"/>
                  <a:pt x="86707" y="157162"/>
                </a:cubicBezTo>
                <a:cubicBezTo>
                  <a:pt x="74786" y="157162"/>
                  <a:pt x="63444" y="154931"/>
                  <a:pt x="53131" y="150911"/>
                </a:cubicBezTo>
                <a:lnTo>
                  <a:pt x="16698" y="170199"/>
                </a:lnTo>
                <a:cubicBezTo>
                  <a:pt x="12547" y="172387"/>
                  <a:pt x="7456" y="171629"/>
                  <a:pt x="4107" y="168324"/>
                </a:cubicBezTo>
                <a:cubicBezTo>
                  <a:pt x="758" y="165019"/>
                  <a:pt x="0" y="159886"/>
                  <a:pt x="2232" y="155733"/>
                </a:cubicBezTo>
                <a:lnTo>
                  <a:pt x="18127" y="125729"/>
                </a:lnTo>
                <a:cubicBezTo>
                  <a:pt x="7368" y="112603"/>
                  <a:pt x="982" y="96262"/>
                  <a:pt x="982" y="78581"/>
                </a:cubicBezTo>
                <a:cubicBezTo>
                  <a:pt x="982" y="35182"/>
                  <a:pt x="39380" y="0"/>
                  <a:pt x="86707" y="0"/>
                </a:cubicBezTo>
                <a:cubicBezTo>
                  <a:pt x="134034" y="0"/>
                  <a:pt x="172432" y="35182"/>
                  <a:pt x="172432" y="78581"/>
                </a:cubicBezTo>
                <a:close/>
                <a:moveTo>
                  <a:pt x="172432" y="242887"/>
                </a:moveTo>
                <a:cubicBezTo>
                  <a:pt x="130418" y="242887"/>
                  <a:pt x="95459" y="215160"/>
                  <a:pt x="88136" y="178593"/>
                </a:cubicBezTo>
                <a:cubicBezTo>
                  <a:pt x="141715" y="177924"/>
                  <a:pt x="188282" y="139793"/>
                  <a:pt x="193417" y="88091"/>
                </a:cubicBezTo>
                <a:cubicBezTo>
                  <a:pt x="230609" y="96663"/>
                  <a:pt x="258157" y="127515"/>
                  <a:pt x="258157" y="164306"/>
                </a:cubicBezTo>
                <a:cubicBezTo>
                  <a:pt x="258157" y="181987"/>
                  <a:pt x="251771" y="198328"/>
                  <a:pt x="241012" y="211454"/>
                </a:cubicBezTo>
                <a:lnTo>
                  <a:pt x="256907" y="241458"/>
                </a:lnTo>
                <a:cubicBezTo>
                  <a:pt x="259096" y="245611"/>
                  <a:pt x="258336" y="250700"/>
                  <a:pt x="255032" y="254049"/>
                </a:cubicBezTo>
                <a:cubicBezTo>
                  <a:pt x="251728" y="257398"/>
                  <a:pt x="246592" y="258157"/>
                  <a:pt x="242441" y="255924"/>
                </a:cubicBezTo>
                <a:lnTo>
                  <a:pt x="206008" y="236636"/>
                </a:lnTo>
                <a:cubicBezTo>
                  <a:pt x="195695" y="240656"/>
                  <a:pt x="184353" y="242887"/>
                  <a:pt x="172432" y="242887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895851" y="3793266"/>
            <a:ext cx="1457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减少风格争议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895851" y="4059975"/>
            <a:ext cx="1447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自动化避免人为争议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380956" y="4764649"/>
            <a:ext cx="11430000" cy="1257300"/>
          </a:xfrm>
          <a:custGeom>
            <a:avLst/>
            <a:gdLst/>
            <a:ahLst/>
            <a:cxnLst/>
            <a:rect r="r" b="b" t="t" l="l"/>
            <a:pathLst>
              <a:path h="1257300" w="11430000">
                <a:moveTo>
                  <a:pt x="76205" y="0"/>
                </a:moveTo>
                <a:lnTo>
                  <a:pt x="11353795" y="0"/>
                </a:lnTo>
                <a:cubicBezTo>
                  <a:pt x="11395881" y="0"/>
                  <a:pt x="11430000" y="34119"/>
                  <a:pt x="11430000" y="76205"/>
                </a:cubicBezTo>
                <a:lnTo>
                  <a:pt x="11430000" y="1181095"/>
                </a:lnTo>
                <a:cubicBezTo>
                  <a:pt x="11430000" y="1223181"/>
                  <a:pt x="11395881" y="1257300"/>
                  <a:pt x="11353795" y="1257300"/>
                </a:cubicBezTo>
                <a:lnTo>
                  <a:pt x="76205" y="1257300"/>
                </a:lnTo>
                <a:cubicBezTo>
                  <a:pt x="34119" y="1257300"/>
                  <a:pt x="0" y="1223181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71396" y="4955084"/>
            <a:ext cx="11125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clang-format 常用命令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71396" y="5259856"/>
            <a:ext cx="11115675" cy="57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clang-format -i file.cpp # 格式化单个文件</a:t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clang-format -i *.cpp *.h # 格式化多个文件</a:t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clang-format --style=LLVM -i file.cpp # 指定风格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5"/>
            <a:ext cx="22098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CI/CD 基本概念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95231" y="1640886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CI/CD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33331" y="2098030"/>
            <a:ext cx="11525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A5565"/>
                </a:solidFill>
                <a:latin typeface="Noto Sans SC"/>
                <a:ea typeface="Noto Sans SC"/>
                <a:cs typeface="Noto Sans SC"/>
                <a:sym typeface="Noto Sans SC"/>
              </a:rPr>
              <a:t>Continuous Integration / Continuous Deployment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38093" y="2364739"/>
            <a:ext cx="11515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6A7282"/>
                </a:solidFill>
                <a:latin typeface="MiSans"/>
                <a:ea typeface="MiSans"/>
                <a:cs typeface="MiSans"/>
                <a:sym typeface="MiSans"/>
              </a:rPr>
              <a:t>持续集成 / 持续部署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80956" y="2860011"/>
            <a:ext cx="5562600" cy="1943100"/>
          </a:xfrm>
          <a:custGeom>
            <a:avLst/>
            <a:gdLst/>
            <a:ahLst/>
            <a:cxnLst/>
            <a:rect r="r" b="b" t="t" l="l"/>
            <a:pathLst>
              <a:path h="1943100" w="55626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gradFill rotWithShape="true">
            <a:gsLst>
              <a:gs pos="0">
                <a:srgbClr val="8B0000">
                  <a:alpha val="100000"/>
                </a:srgbClr>
              </a:gs>
              <a:gs pos="100000">
                <a:srgbClr val="B22222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  <a:effectLst>
            <a:outerShdw dir="5400000" dist="88900" blurRad="139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647629" y="3097011"/>
            <a:ext cx="285750" cy="287871"/>
          </a:xfrm>
          <a:custGeom>
            <a:avLst/>
            <a:gdLst/>
            <a:ahLst/>
            <a:cxnLst/>
            <a:rect r="r" b="b" t="t" l="l"/>
            <a:pathLst>
              <a:path h="287871" w="285750">
                <a:moveTo>
                  <a:pt x="267946" y="108216"/>
                </a:moveTo>
                <a:lnTo>
                  <a:pt x="272355" y="108216"/>
                </a:lnTo>
                <a:cubicBezTo>
                  <a:pt x="279778" y="108216"/>
                  <a:pt x="285750" y="102245"/>
                  <a:pt x="285750" y="94822"/>
                </a:cubicBezTo>
                <a:lnTo>
                  <a:pt x="285750" y="14455"/>
                </a:lnTo>
                <a:cubicBezTo>
                  <a:pt x="285750" y="9041"/>
                  <a:pt x="282513" y="4130"/>
                  <a:pt x="277490" y="2065"/>
                </a:cubicBezTo>
                <a:cubicBezTo>
                  <a:pt x="272467" y="0"/>
                  <a:pt x="266719" y="1172"/>
                  <a:pt x="262868" y="4967"/>
                </a:cubicBezTo>
                <a:lnTo>
                  <a:pt x="234014" y="33877"/>
                </a:lnTo>
                <a:cubicBezTo>
                  <a:pt x="209290" y="13394"/>
                  <a:pt x="177477" y="1060"/>
                  <a:pt x="142875" y="1060"/>
                </a:cubicBezTo>
                <a:cubicBezTo>
                  <a:pt x="70879" y="1060"/>
                  <a:pt x="11330" y="54303"/>
                  <a:pt x="1452" y="123564"/>
                </a:cubicBezTo>
                <a:cubicBezTo>
                  <a:pt x="56" y="133331"/>
                  <a:pt x="6808" y="142372"/>
                  <a:pt x="16576" y="143769"/>
                </a:cubicBezTo>
                <a:cubicBezTo>
                  <a:pt x="26344" y="145163"/>
                  <a:pt x="35383" y="138355"/>
                  <a:pt x="36779" y="128643"/>
                </a:cubicBezTo>
                <a:cubicBezTo>
                  <a:pt x="44202" y="76683"/>
                  <a:pt x="88906" y="36779"/>
                  <a:pt x="142875" y="36779"/>
                </a:cubicBezTo>
                <a:cubicBezTo>
                  <a:pt x="167655" y="36779"/>
                  <a:pt x="190426" y="45151"/>
                  <a:pt x="208564" y="59270"/>
                </a:cubicBezTo>
                <a:lnTo>
                  <a:pt x="182500" y="85333"/>
                </a:lnTo>
                <a:cubicBezTo>
                  <a:pt x="178650" y="89185"/>
                  <a:pt x="177533" y="94933"/>
                  <a:pt x="179598" y="99956"/>
                </a:cubicBezTo>
                <a:cubicBezTo>
                  <a:pt x="181663" y="104979"/>
                  <a:pt x="186574" y="108216"/>
                  <a:pt x="191988" y="108216"/>
                </a:cubicBezTo>
                <a:lnTo>
                  <a:pt x="267946" y="108216"/>
                </a:lnTo>
                <a:close/>
                <a:moveTo>
                  <a:pt x="284356" y="164306"/>
                </a:moveTo>
                <a:cubicBezTo>
                  <a:pt x="285750" y="154539"/>
                  <a:pt x="278942" y="145498"/>
                  <a:pt x="269230" y="144101"/>
                </a:cubicBezTo>
                <a:cubicBezTo>
                  <a:pt x="259519" y="142707"/>
                  <a:pt x="250422" y="149515"/>
                  <a:pt x="249027" y="159227"/>
                </a:cubicBezTo>
                <a:cubicBezTo>
                  <a:pt x="241604" y="211131"/>
                  <a:pt x="196900" y="251035"/>
                  <a:pt x="142931" y="251035"/>
                </a:cubicBezTo>
                <a:cubicBezTo>
                  <a:pt x="118151" y="251035"/>
                  <a:pt x="95380" y="242664"/>
                  <a:pt x="77241" y="228544"/>
                </a:cubicBezTo>
                <a:lnTo>
                  <a:pt x="103250" y="202537"/>
                </a:lnTo>
                <a:cubicBezTo>
                  <a:pt x="107100" y="198685"/>
                  <a:pt x="108217" y="192937"/>
                  <a:pt x="106152" y="187914"/>
                </a:cubicBezTo>
                <a:cubicBezTo>
                  <a:pt x="104087" y="182891"/>
                  <a:pt x="99176" y="179654"/>
                  <a:pt x="93762" y="179654"/>
                </a:cubicBezTo>
                <a:lnTo>
                  <a:pt x="13395" y="179654"/>
                </a:lnTo>
                <a:cubicBezTo>
                  <a:pt x="5972" y="179654"/>
                  <a:pt x="0" y="185625"/>
                  <a:pt x="0" y="193048"/>
                </a:cubicBezTo>
                <a:lnTo>
                  <a:pt x="0" y="273415"/>
                </a:lnTo>
                <a:cubicBezTo>
                  <a:pt x="0" y="278829"/>
                  <a:pt x="3237" y="283740"/>
                  <a:pt x="8260" y="285805"/>
                </a:cubicBezTo>
                <a:cubicBezTo>
                  <a:pt x="13283" y="287870"/>
                  <a:pt x="19031" y="286698"/>
                  <a:pt x="22882" y="282903"/>
                </a:cubicBezTo>
                <a:lnTo>
                  <a:pt x="51792" y="253993"/>
                </a:lnTo>
                <a:cubicBezTo>
                  <a:pt x="76460" y="274476"/>
                  <a:pt x="108273" y="286810"/>
                  <a:pt x="142875" y="286810"/>
                </a:cubicBezTo>
                <a:cubicBezTo>
                  <a:pt x="214871" y="286810"/>
                  <a:pt x="274420" y="233567"/>
                  <a:pt x="284298" y="16430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80966" y="3088593"/>
            <a:ext cx="8667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CI 作用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19091" y="3577764"/>
            <a:ext cx="221122" cy="198760"/>
          </a:xfrm>
          <a:custGeom>
            <a:avLst/>
            <a:gdLst/>
            <a:ahLst/>
            <a:cxnLst/>
            <a:rect r="r" b="b" t="t" l="l"/>
            <a:pathLst>
              <a:path h="198760" w="221122">
                <a:moveTo>
                  <a:pt x="82302" y="12760"/>
                </a:moveTo>
                <a:lnTo>
                  <a:pt x="91268" y="7366"/>
                </a:lnTo>
                <a:cubicBezTo>
                  <a:pt x="99306" y="2529"/>
                  <a:pt x="108496" y="0"/>
                  <a:pt x="117872" y="0"/>
                </a:cubicBezTo>
                <a:cubicBezTo>
                  <a:pt x="131564" y="0"/>
                  <a:pt x="144735" y="5431"/>
                  <a:pt x="154409" y="15142"/>
                </a:cubicBezTo>
                <a:lnTo>
                  <a:pt x="178185" y="38917"/>
                </a:lnTo>
                <a:cubicBezTo>
                  <a:pt x="183766" y="44498"/>
                  <a:pt x="186890" y="52089"/>
                  <a:pt x="186890" y="59977"/>
                </a:cubicBezTo>
                <a:lnTo>
                  <a:pt x="186890" y="71474"/>
                </a:lnTo>
                <a:lnTo>
                  <a:pt x="194221" y="78803"/>
                </a:lnTo>
                <a:lnTo>
                  <a:pt x="194221" y="78803"/>
                </a:lnTo>
                <a:cubicBezTo>
                  <a:pt x="200025" y="72999"/>
                  <a:pt x="209439" y="72999"/>
                  <a:pt x="215280" y="78803"/>
                </a:cubicBezTo>
                <a:cubicBezTo>
                  <a:pt x="221122" y="84608"/>
                  <a:pt x="221084" y="94021"/>
                  <a:pt x="215280" y="99863"/>
                </a:cubicBezTo>
                <a:lnTo>
                  <a:pt x="191468" y="123675"/>
                </a:lnTo>
                <a:cubicBezTo>
                  <a:pt x="185662" y="129479"/>
                  <a:pt x="176250" y="129479"/>
                  <a:pt x="170408" y="123675"/>
                </a:cubicBezTo>
                <a:cubicBezTo>
                  <a:pt x="164566" y="117871"/>
                  <a:pt x="164605" y="108458"/>
                  <a:pt x="170408" y="102616"/>
                </a:cubicBezTo>
                <a:lnTo>
                  <a:pt x="163079" y="95250"/>
                </a:lnTo>
                <a:lnTo>
                  <a:pt x="151582" y="95250"/>
                </a:lnTo>
                <a:cubicBezTo>
                  <a:pt x="143694" y="95250"/>
                  <a:pt x="136104" y="92123"/>
                  <a:pt x="130522" y="86542"/>
                </a:cubicBezTo>
                <a:lnTo>
                  <a:pt x="112254" y="68273"/>
                </a:lnTo>
                <a:cubicBezTo>
                  <a:pt x="106673" y="62693"/>
                  <a:pt x="103547" y="55102"/>
                  <a:pt x="103547" y="47216"/>
                </a:cubicBezTo>
                <a:lnTo>
                  <a:pt x="103547" y="42489"/>
                </a:lnTo>
                <a:cubicBezTo>
                  <a:pt x="103547" y="38322"/>
                  <a:pt x="101352" y="34415"/>
                  <a:pt x="97780" y="32296"/>
                </a:cubicBezTo>
                <a:lnTo>
                  <a:pt x="82302" y="22993"/>
                </a:lnTo>
                <a:cubicBezTo>
                  <a:pt x="78432" y="20687"/>
                  <a:pt x="78432" y="15105"/>
                  <a:pt x="82302" y="12799"/>
                </a:cubicBezTo>
                <a:close/>
                <a:moveTo>
                  <a:pt x="9303" y="155785"/>
                </a:moveTo>
                <a:lnTo>
                  <a:pt x="91939" y="73148"/>
                </a:lnTo>
                <a:lnTo>
                  <a:pt x="125610" y="106820"/>
                </a:lnTo>
                <a:lnTo>
                  <a:pt x="42974" y="189457"/>
                </a:lnTo>
                <a:cubicBezTo>
                  <a:pt x="33673" y="198760"/>
                  <a:pt x="18604" y="198760"/>
                  <a:pt x="9303" y="189457"/>
                </a:cubicBezTo>
                <a:cubicBezTo>
                  <a:pt x="0" y="180155"/>
                  <a:pt x="0" y="165086"/>
                  <a:pt x="9303" y="15578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1904" y="3545663"/>
            <a:ext cx="141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自动构建代码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61904" y="3812372"/>
            <a:ext cx="14001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每次提交自动编译项目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33341" y="4153961"/>
            <a:ext cx="191691" cy="191653"/>
          </a:xfrm>
          <a:custGeom>
            <a:avLst/>
            <a:gdLst/>
            <a:ahLst/>
            <a:cxnLst/>
            <a:rect r="r" b="b" t="t" l="l"/>
            <a:pathLst>
              <a:path h="191653" w="191691">
                <a:moveTo>
                  <a:pt x="127471" y="4651"/>
                </a:moveTo>
                <a:cubicBezTo>
                  <a:pt x="122820" y="0"/>
                  <a:pt x="115266" y="0"/>
                  <a:pt x="110617" y="4651"/>
                </a:cubicBezTo>
                <a:cubicBezTo>
                  <a:pt x="105966" y="9301"/>
                  <a:pt x="105966" y="16854"/>
                  <a:pt x="110617" y="21505"/>
                </a:cubicBezTo>
                <a:lnTo>
                  <a:pt x="114115" y="24966"/>
                </a:lnTo>
                <a:lnTo>
                  <a:pt x="10455" y="128624"/>
                </a:lnTo>
                <a:cubicBezTo>
                  <a:pt x="3758" y="135322"/>
                  <a:pt x="0" y="144400"/>
                  <a:pt x="0" y="153888"/>
                </a:cubicBezTo>
                <a:lnTo>
                  <a:pt x="0" y="155934"/>
                </a:lnTo>
                <a:cubicBezTo>
                  <a:pt x="0" y="175654"/>
                  <a:pt x="15999" y="191653"/>
                  <a:pt x="35719" y="191653"/>
                </a:cubicBezTo>
                <a:lnTo>
                  <a:pt x="37765" y="191653"/>
                </a:lnTo>
                <a:cubicBezTo>
                  <a:pt x="47253" y="191653"/>
                  <a:pt x="56331" y="187895"/>
                  <a:pt x="63029" y="181198"/>
                </a:cubicBezTo>
                <a:lnTo>
                  <a:pt x="166687" y="77538"/>
                </a:lnTo>
                <a:lnTo>
                  <a:pt x="170185" y="81036"/>
                </a:lnTo>
                <a:cubicBezTo>
                  <a:pt x="174836" y="85687"/>
                  <a:pt x="182389" y="85687"/>
                  <a:pt x="187041" y="81036"/>
                </a:cubicBezTo>
                <a:cubicBezTo>
                  <a:pt x="191691" y="76387"/>
                  <a:pt x="191691" y="68833"/>
                  <a:pt x="187041" y="64182"/>
                </a:cubicBezTo>
                <a:lnTo>
                  <a:pt x="127508" y="4651"/>
                </a:lnTo>
                <a:close/>
                <a:moveTo>
                  <a:pt x="76385" y="96403"/>
                </a:moveTo>
                <a:lnTo>
                  <a:pt x="130969" y="41820"/>
                </a:lnTo>
                <a:lnTo>
                  <a:pt x="149833" y="60684"/>
                </a:lnTo>
                <a:lnTo>
                  <a:pt x="114115" y="96403"/>
                </a:lnTo>
                <a:lnTo>
                  <a:pt x="76349" y="9640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1904" y="4117060"/>
            <a:ext cx="15525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自动运行测试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61904" y="4383760"/>
            <a:ext cx="15335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执行单元测试和集成测试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248338" y="2860011"/>
            <a:ext cx="5562600" cy="1943100"/>
          </a:xfrm>
          <a:custGeom>
            <a:avLst/>
            <a:gdLst/>
            <a:ahLst/>
            <a:cxnLst/>
            <a:rect r="r" b="b" t="t" l="l"/>
            <a:pathLst>
              <a:path h="1943100" w="55626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gradFill rotWithShape="true">
            <a:gsLst>
              <a:gs pos="0">
                <a:srgbClr val="333333">
                  <a:alpha val="100000"/>
                </a:srgbClr>
              </a:gs>
              <a:gs pos="100000">
                <a:srgbClr val="555555">
                  <a:alpha val="100000"/>
                </a:srgbClr>
              </a:gs>
            </a:gsLst>
            <a:lin ang="2700000"/>
          </a:gradFill>
          <a:ln w="12700">
            <a:noFill/>
            <a:prstDash val="solid"/>
          </a:ln>
          <a:effectLst>
            <a:outerShdw dir="5400000" dist="88900" blurRad="139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506249" y="3111800"/>
            <a:ext cx="280783" cy="280783"/>
          </a:xfrm>
          <a:custGeom>
            <a:avLst/>
            <a:gdLst/>
            <a:ahLst/>
            <a:cxnLst/>
            <a:rect r="r" b="b" t="t" l="l"/>
            <a:pathLst>
              <a:path h="280783" w="280783">
                <a:moveTo>
                  <a:pt x="80200" y="164865"/>
                </a:moveTo>
                <a:lnTo>
                  <a:pt x="22436" y="164865"/>
                </a:lnTo>
                <a:cubicBezTo>
                  <a:pt x="8538" y="164865"/>
                  <a:pt x="0" y="149740"/>
                  <a:pt x="7143" y="137797"/>
                </a:cubicBezTo>
                <a:lnTo>
                  <a:pt x="36666" y="88572"/>
                </a:lnTo>
                <a:cubicBezTo>
                  <a:pt x="41523" y="80480"/>
                  <a:pt x="50229" y="75569"/>
                  <a:pt x="59661" y="75569"/>
                </a:cubicBezTo>
                <a:lnTo>
                  <a:pt x="112681" y="75569"/>
                </a:lnTo>
                <a:cubicBezTo>
                  <a:pt x="155154" y="3628"/>
                  <a:pt x="218497" y="0"/>
                  <a:pt x="260858" y="6195"/>
                </a:cubicBezTo>
                <a:cubicBezTo>
                  <a:pt x="268002" y="7256"/>
                  <a:pt x="273582" y="12837"/>
                  <a:pt x="274588" y="19925"/>
                </a:cubicBezTo>
                <a:cubicBezTo>
                  <a:pt x="280783" y="62286"/>
                  <a:pt x="277155" y="125629"/>
                  <a:pt x="205214" y="168102"/>
                </a:cubicBezTo>
                <a:lnTo>
                  <a:pt x="205214" y="221122"/>
                </a:lnTo>
                <a:cubicBezTo>
                  <a:pt x="205214" y="230554"/>
                  <a:pt x="200303" y="239260"/>
                  <a:pt x="192211" y="244117"/>
                </a:cubicBezTo>
                <a:lnTo>
                  <a:pt x="142986" y="273640"/>
                </a:lnTo>
                <a:cubicBezTo>
                  <a:pt x="131099" y="280783"/>
                  <a:pt x="115918" y="272187"/>
                  <a:pt x="115918" y="258347"/>
                </a:cubicBezTo>
                <a:lnTo>
                  <a:pt x="115918" y="200583"/>
                </a:lnTo>
                <a:cubicBezTo>
                  <a:pt x="115918" y="180882"/>
                  <a:pt x="99901" y="164865"/>
                  <a:pt x="80200" y="164865"/>
                </a:cubicBezTo>
                <a:lnTo>
                  <a:pt x="80144" y="164865"/>
                </a:lnTo>
                <a:close/>
                <a:moveTo>
                  <a:pt x="232004" y="75569"/>
                </a:moveTo>
                <a:cubicBezTo>
                  <a:pt x="232004" y="60783"/>
                  <a:pt x="220000" y="48779"/>
                  <a:pt x="205214" y="48779"/>
                </a:cubicBezTo>
                <a:cubicBezTo>
                  <a:pt x="190430" y="48779"/>
                  <a:pt x="178426" y="60783"/>
                  <a:pt x="178426" y="75569"/>
                </a:cubicBezTo>
                <a:cubicBezTo>
                  <a:pt x="178426" y="90353"/>
                  <a:pt x="190430" y="102357"/>
                  <a:pt x="205214" y="102357"/>
                </a:cubicBezTo>
                <a:cubicBezTo>
                  <a:pt x="220000" y="102357"/>
                  <a:pt x="232004" y="90353"/>
                  <a:pt x="232004" y="7556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48348" y="3088593"/>
            <a:ext cx="97155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CD 作用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488817" y="3595622"/>
            <a:ext cx="214313" cy="166688"/>
          </a:xfrm>
          <a:custGeom>
            <a:avLst/>
            <a:gdLst/>
            <a:ahLst/>
            <a:cxnLst/>
            <a:rect r="r" b="b" t="t" l="l"/>
            <a:pathLst>
              <a:path h="166688" w="214313">
                <a:moveTo>
                  <a:pt x="53577" y="166688"/>
                </a:moveTo>
                <a:cubicBezTo>
                  <a:pt x="23999" y="166688"/>
                  <a:pt x="0" y="142689"/>
                  <a:pt x="0" y="113110"/>
                </a:cubicBezTo>
                <a:cubicBezTo>
                  <a:pt x="0" y="89520"/>
                  <a:pt x="15255" y="69504"/>
                  <a:pt x="36426" y="62322"/>
                </a:cubicBezTo>
                <a:cubicBezTo>
                  <a:pt x="35942" y="59457"/>
                  <a:pt x="35719" y="56555"/>
                  <a:pt x="35719" y="53578"/>
                </a:cubicBezTo>
                <a:cubicBezTo>
                  <a:pt x="35719" y="23999"/>
                  <a:pt x="59717" y="0"/>
                  <a:pt x="89298" y="0"/>
                </a:cubicBezTo>
                <a:cubicBezTo>
                  <a:pt x="109910" y="0"/>
                  <a:pt x="127806" y="11646"/>
                  <a:pt x="136773" y="28687"/>
                </a:cubicBezTo>
                <a:cubicBezTo>
                  <a:pt x="142056" y="25598"/>
                  <a:pt x="148233" y="23813"/>
                  <a:pt x="154781" y="23813"/>
                </a:cubicBezTo>
                <a:cubicBezTo>
                  <a:pt x="174501" y="23813"/>
                  <a:pt x="190500" y="39812"/>
                  <a:pt x="190500" y="59532"/>
                </a:cubicBezTo>
                <a:cubicBezTo>
                  <a:pt x="190500" y="65374"/>
                  <a:pt x="189086" y="70917"/>
                  <a:pt x="186593" y="75791"/>
                </a:cubicBezTo>
                <a:cubicBezTo>
                  <a:pt x="202964" y="83344"/>
                  <a:pt x="214313" y="99864"/>
                  <a:pt x="214313" y="119063"/>
                </a:cubicBezTo>
                <a:cubicBezTo>
                  <a:pt x="214313" y="145368"/>
                  <a:pt x="192993" y="166688"/>
                  <a:pt x="166687" y="166688"/>
                </a:cubicBezTo>
                <a:lnTo>
                  <a:pt x="53577" y="166688"/>
                </a:lnTo>
                <a:close/>
                <a:moveTo>
                  <a:pt x="113481" y="59159"/>
                </a:moveTo>
                <a:cubicBezTo>
                  <a:pt x="109985" y="55662"/>
                  <a:pt x="104329" y="55662"/>
                  <a:pt x="100868" y="59159"/>
                </a:cubicBezTo>
                <a:lnTo>
                  <a:pt x="74079" y="85948"/>
                </a:lnTo>
                <a:cubicBezTo>
                  <a:pt x="70582" y="89446"/>
                  <a:pt x="70582" y="95100"/>
                  <a:pt x="74079" y="98562"/>
                </a:cubicBezTo>
                <a:cubicBezTo>
                  <a:pt x="77577" y="102022"/>
                  <a:pt x="83232" y="102059"/>
                  <a:pt x="86691" y="98562"/>
                </a:cubicBezTo>
                <a:lnTo>
                  <a:pt x="98227" y="87027"/>
                </a:lnTo>
                <a:lnTo>
                  <a:pt x="98227" y="125017"/>
                </a:lnTo>
                <a:cubicBezTo>
                  <a:pt x="98227" y="129964"/>
                  <a:pt x="102208" y="133946"/>
                  <a:pt x="107156" y="133946"/>
                </a:cubicBezTo>
                <a:cubicBezTo>
                  <a:pt x="112105" y="133946"/>
                  <a:pt x="116086" y="129964"/>
                  <a:pt x="116086" y="125017"/>
                </a:cubicBezTo>
                <a:lnTo>
                  <a:pt x="116086" y="87027"/>
                </a:lnTo>
                <a:lnTo>
                  <a:pt x="127620" y="98562"/>
                </a:lnTo>
                <a:cubicBezTo>
                  <a:pt x="131119" y="102059"/>
                  <a:pt x="136773" y="102059"/>
                  <a:pt x="140233" y="98562"/>
                </a:cubicBezTo>
                <a:cubicBezTo>
                  <a:pt x="143694" y="95064"/>
                  <a:pt x="143731" y="89410"/>
                  <a:pt x="140233" y="85948"/>
                </a:cubicBezTo>
                <a:lnTo>
                  <a:pt x="113444" y="5915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29285" y="3545663"/>
            <a:ext cx="16859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自动部署软件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829285" y="3812372"/>
            <a:ext cx="16668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将通过测试的代码自动部署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476911" y="4167020"/>
            <a:ext cx="238125" cy="178594"/>
          </a:xfrm>
          <a:custGeom>
            <a:avLst/>
            <a:gdLst/>
            <a:ahLst/>
            <a:cxnLst/>
            <a:rect r="r" b="b" t="t" l="l"/>
            <a:pathLst>
              <a:path h="178594" w="238125">
                <a:moveTo>
                  <a:pt x="23813" y="23813"/>
                </a:moveTo>
                <a:cubicBezTo>
                  <a:pt x="23813" y="10678"/>
                  <a:pt x="34491" y="0"/>
                  <a:pt x="47625" y="0"/>
                </a:cubicBezTo>
                <a:lnTo>
                  <a:pt x="154781" y="0"/>
                </a:lnTo>
                <a:cubicBezTo>
                  <a:pt x="167916" y="0"/>
                  <a:pt x="178594" y="10678"/>
                  <a:pt x="178594" y="23813"/>
                </a:cubicBezTo>
                <a:lnTo>
                  <a:pt x="178594" y="35719"/>
                </a:lnTo>
                <a:lnTo>
                  <a:pt x="197458" y="35719"/>
                </a:lnTo>
                <a:cubicBezTo>
                  <a:pt x="203783" y="35719"/>
                  <a:pt x="209848" y="38212"/>
                  <a:pt x="214313" y="42677"/>
                </a:cubicBezTo>
                <a:lnTo>
                  <a:pt x="231167" y="59532"/>
                </a:lnTo>
                <a:cubicBezTo>
                  <a:pt x="235632" y="63996"/>
                  <a:pt x="238125" y="70061"/>
                  <a:pt x="238125" y="76386"/>
                </a:cubicBezTo>
                <a:lnTo>
                  <a:pt x="238125" y="130969"/>
                </a:lnTo>
                <a:cubicBezTo>
                  <a:pt x="238125" y="144103"/>
                  <a:pt x="227447" y="154782"/>
                  <a:pt x="214313" y="154782"/>
                </a:cubicBezTo>
                <a:lnTo>
                  <a:pt x="213084" y="154782"/>
                </a:lnTo>
                <a:cubicBezTo>
                  <a:pt x="209215" y="168511"/>
                  <a:pt x="196566" y="178594"/>
                  <a:pt x="181571" y="178594"/>
                </a:cubicBezTo>
                <a:cubicBezTo>
                  <a:pt x="166576" y="178594"/>
                  <a:pt x="153963" y="168511"/>
                  <a:pt x="150056" y="154782"/>
                </a:cubicBezTo>
                <a:lnTo>
                  <a:pt x="111882" y="154782"/>
                </a:lnTo>
                <a:cubicBezTo>
                  <a:pt x="108012" y="168511"/>
                  <a:pt x="95362" y="178594"/>
                  <a:pt x="80367" y="178594"/>
                </a:cubicBezTo>
                <a:cubicBezTo>
                  <a:pt x="65373" y="178594"/>
                  <a:pt x="52760" y="168511"/>
                  <a:pt x="48853" y="154782"/>
                </a:cubicBezTo>
                <a:lnTo>
                  <a:pt x="47625" y="154782"/>
                </a:lnTo>
                <a:cubicBezTo>
                  <a:pt x="34491" y="154782"/>
                  <a:pt x="23813" y="144103"/>
                  <a:pt x="23813" y="130969"/>
                </a:cubicBezTo>
                <a:lnTo>
                  <a:pt x="23813" y="113110"/>
                </a:lnTo>
                <a:lnTo>
                  <a:pt x="8929" y="113110"/>
                </a:lnTo>
                <a:cubicBezTo>
                  <a:pt x="3981" y="113110"/>
                  <a:pt x="0" y="109128"/>
                  <a:pt x="0" y="104180"/>
                </a:cubicBezTo>
                <a:cubicBezTo>
                  <a:pt x="0" y="99230"/>
                  <a:pt x="3981" y="95250"/>
                  <a:pt x="8929" y="95250"/>
                </a:cubicBezTo>
                <a:lnTo>
                  <a:pt x="50602" y="95250"/>
                </a:lnTo>
                <a:cubicBezTo>
                  <a:pt x="55550" y="95250"/>
                  <a:pt x="59531" y="91269"/>
                  <a:pt x="59531" y="86321"/>
                </a:cubicBezTo>
                <a:cubicBezTo>
                  <a:pt x="59531" y="81372"/>
                  <a:pt x="55550" y="77392"/>
                  <a:pt x="50602" y="77392"/>
                </a:cubicBezTo>
                <a:lnTo>
                  <a:pt x="8929" y="77392"/>
                </a:lnTo>
                <a:cubicBezTo>
                  <a:pt x="3981" y="77392"/>
                  <a:pt x="0" y="73410"/>
                  <a:pt x="0" y="68461"/>
                </a:cubicBezTo>
                <a:cubicBezTo>
                  <a:pt x="0" y="63513"/>
                  <a:pt x="3981" y="59532"/>
                  <a:pt x="8929" y="59532"/>
                </a:cubicBezTo>
                <a:lnTo>
                  <a:pt x="74414" y="59532"/>
                </a:lnTo>
                <a:cubicBezTo>
                  <a:pt x="79364" y="59532"/>
                  <a:pt x="83344" y="55550"/>
                  <a:pt x="83344" y="50602"/>
                </a:cubicBezTo>
                <a:cubicBezTo>
                  <a:pt x="83344" y="45653"/>
                  <a:pt x="79364" y="41671"/>
                  <a:pt x="74414" y="41671"/>
                </a:cubicBezTo>
                <a:lnTo>
                  <a:pt x="8929" y="41671"/>
                </a:lnTo>
                <a:cubicBezTo>
                  <a:pt x="3981" y="41671"/>
                  <a:pt x="0" y="37691"/>
                  <a:pt x="0" y="32742"/>
                </a:cubicBezTo>
                <a:cubicBezTo>
                  <a:pt x="0" y="27794"/>
                  <a:pt x="3981" y="23813"/>
                  <a:pt x="8929" y="23813"/>
                </a:cubicBezTo>
                <a:lnTo>
                  <a:pt x="23813" y="23813"/>
                </a:lnTo>
                <a:close/>
                <a:moveTo>
                  <a:pt x="214313" y="95250"/>
                </a:moveTo>
                <a:lnTo>
                  <a:pt x="214313" y="76386"/>
                </a:lnTo>
                <a:lnTo>
                  <a:pt x="197458" y="59532"/>
                </a:lnTo>
                <a:lnTo>
                  <a:pt x="178594" y="59532"/>
                </a:lnTo>
                <a:lnTo>
                  <a:pt x="178594" y="95250"/>
                </a:lnTo>
                <a:lnTo>
                  <a:pt x="214313" y="95250"/>
                </a:lnTo>
                <a:close/>
                <a:moveTo>
                  <a:pt x="95250" y="145852"/>
                </a:moveTo>
                <a:cubicBezTo>
                  <a:pt x="95250" y="137638"/>
                  <a:pt x="88581" y="130969"/>
                  <a:pt x="80367" y="130969"/>
                </a:cubicBezTo>
                <a:cubicBezTo>
                  <a:pt x="72153" y="130969"/>
                  <a:pt x="65484" y="137638"/>
                  <a:pt x="65484" y="145852"/>
                </a:cubicBezTo>
                <a:cubicBezTo>
                  <a:pt x="65484" y="154066"/>
                  <a:pt x="72153" y="160735"/>
                  <a:pt x="80367" y="160735"/>
                </a:cubicBezTo>
                <a:cubicBezTo>
                  <a:pt x="88581" y="160735"/>
                  <a:pt x="95250" y="154066"/>
                  <a:pt x="95250" y="145852"/>
                </a:cubicBezTo>
                <a:close/>
                <a:moveTo>
                  <a:pt x="181571" y="160735"/>
                </a:moveTo>
                <a:cubicBezTo>
                  <a:pt x="189784" y="160735"/>
                  <a:pt x="196452" y="154066"/>
                  <a:pt x="196452" y="145852"/>
                </a:cubicBezTo>
                <a:cubicBezTo>
                  <a:pt x="196452" y="137638"/>
                  <a:pt x="189784" y="130969"/>
                  <a:pt x="181571" y="130969"/>
                </a:cubicBezTo>
                <a:cubicBezTo>
                  <a:pt x="173356" y="130969"/>
                  <a:pt x="166688" y="137638"/>
                  <a:pt x="166688" y="145852"/>
                </a:cubicBezTo>
                <a:cubicBezTo>
                  <a:pt x="166688" y="154066"/>
                  <a:pt x="173356" y="160735"/>
                  <a:pt x="181571" y="16073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829285" y="4117060"/>
            <a:ext cx="15525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快速交付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829285" y="4383760"/>
            <a:ext cx="15335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缩短从开发到上线的时间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380956" y="5031349"/>
            <a:ext cx="11430000" cy="571500"/>
          </a:xfrm>
          <a:custGeom>
            <a:avLst/>
            <a:gdLst/>
            <a:ahLst/>
            <a:cxnLst/>
            <a:rect r="r" b="b" t="t" l="l"/>
            <a:pathLst>
              <a:path h="571500" w="114300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495303"/>
                </a:lnTo>
                <a:cubicBezTo>
                  <a:pt x="11430000" y="537385"/>
                  <a:pt x="11395885" y="571500"/>
                  <a:pt x="11353803" y="571500"/>
                </a:cubicBezTo>
                <a:lnTo>
                  <a:pt x="76197" y="571500"/>
                </a:lnTo>
                <a:cubicBezTo>
                  <a:pt x="34115" y="571500"/>
                  <a:pt x="0" y="537385"/>
                  <a:pt x="0" y="49530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4385738" y="5221644"/>
            <a:ext cx="160801" cy="171182"/>
          </a:xfrm>
          <a:custGeom>
            <a:avLst/>
            <a:gdLst/>
            <a:ahLst/>
            <a:cxnLst/>
            <a:rect r="r" b="b" t="t" l="l"/>
            <a:pathLst>
              <a:path h="171182" w="160801">
                <a:moveTo>
                  <a:pt x="80367" y="0"/>
                </a:moveTo>
                <a:cubicBezTo>
                  <a:pt x="81908" y="0"/>
                  <a:pt x="83448" y="335"/>
                  <a:pt x="84854" y="972"/>
                </a:cubicBezTo>
                <a:lnTo>
                  <a:pt x="147942" y="27727"/>
                </a:lnTo>
                <a:cubicBezTo>
                  <a:pt x="155308" y="30841"/>
                  <a:pt x="160801" y="38108"/>
                  <a:pt x="160768" y="46881"/>
                </a:cubicBezTo>
                <a:cubicBezTo>
                  <a:pt x="160601" y="80099"/>
                  <a:pt x="146938" y="140877"/>
                  <a:pt x="89240" y="168504"/>
                </a:cubicBezTo>
                <a:cubicBezTo>
                  <a:pt x="83649" y="171182"/>
                  <a:pt x="77153" y="171182"/>
                  <a:pt x="71560" y="168504"/>
                </a:cubicBezTo>
                <a:cubicBezTo>
                  <a:pt x="13830" y="140877"/>
                  <a:pt x="201" y="80099"/>
                  <a:pt x="33" y="46881"/>
                </a:cubicBezTo>
                <a:cubicBezTo>
                  <a:pt x="0" y="38108"/>
                  <a:pt x="5492" y="30841"/>
                  <a:pt x="12859" y="27727"/>
                </a:cubicBezTo>
                <a:lnTo>
                  <a:pt x="75913" y="972"/>
                </a:lnTo>
                <a:cubicBezTo>
                  <a:pt x="77320" y="335"/>
                  <a:pt x="78826" y="0"/>
                  <a:pt x="80367" y="0"/>
                </a:cubicBezTo>
                <a:close/>
                <a:moveTo>
                  <a:pt x="80367" y="22369"/>
                </a:moveTo>
                <a:lnTo>
                  <a:pt x="80367" y="148981"/>
                </a:lnTo>
                <a:cubicBezTo>
                  <a:pt x="126578" y="126611"/>
                  <a:pt x="139002" y="77052"/>
                  <a:pt x="139303" y="47382"/>
                </a:cubicBezTo>
                <a:lnTo>
                  <a:pt x="80367" y="22402"/>
                </a:lnTo>
                <a:lnTo>
                  <a:pt x="80367" y="2240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659736" y="5202687"/>
            <a:ext cx="3213707" cy="2227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在开源项目中，CI/CD 用于保证代码质量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5"/>
            <a:ext cx="29622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FlagTree CI/CD 架构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640886"/>
            <a:ext cx="11525250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FlagTree 为不同硬件提供统一的 CI 流程，确保跨平台兼容性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0956" y="2179030"/>
            <a:ext cx="11525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支持后端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390433" y="2607598"/>
            <a:ext cx="2724055" cy="914305"/>
          </a:xfrm>
          <a:custGeom>
            <a:avLst/>
            <a:gdLst/>
            <a:ahLst/>
            <a:cxnLst/>
            <a:rect r="r" b="b" t="t" l="l"/>
            <a:pathLst>
              <a:path h="914305" w="272405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1612050" y="2769459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3"/>
                  <a:pt x="196452" y="214313"/>
                </a:cubicBezTo>
                <a:lnTo>
                  <a:pt x="89298" y="214313"/>
                </a:lnTo>
                <a:cubicBezTo>
                  <a:pt x="79418" y="214313"/>
                  <a:pt x="71438" y="206332"/>
                  <a:pt x="71438" y="196452"/>
                </a:cubicBezTo>
                <a:lnTo>
                  <a:pt x="71438" y="89298"/>
                </a:lnTo>
                <a:cubicBezTo>
                  <a:pt x="71438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14193" y="3131381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NVIDIA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285992" y="2607598"/>
            <a:ext cx="2724055" cy="914305"/>
          </a:xfrm>
          <a:custGeom>
            <a:avLst/>
            <a:gdLst/>
            <a:ahLst/>
            <a:cxnLst/>
            <a:rect r="r" b="b" t="t" l="l"/>
            <a:pathLst>
              <a:path h="914305" w="272405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4507609" y="2769459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7" y="5972"/>
                  <a:pt x="71437" y="13395"/>
                </a:cubicBezTo>
                <a:lnTo>
                  <a:pt x="71437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7" y="250031"/>
                </a:cubicBezTo>
                <a:lnTo>
                  <a:pt x="71437" y="272355"/>
                </a:lnTo>
                <a:cubicBezTo>
                  <a:pt x="71437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3"/>
                  <a:pt x="196452" y="214313"/>
                </a:cubicBezTo>
                <a:lnTo>
                  <a:pt x="89298" y="214313"/>
                </a:lnTo>
                <a:cubicBezTo>
                  <a:pt x="79418" y="214313"/>
                  <a:pt x="71437" y="206332"/>
                  <a:pt x="71437" y="196452"/>
                </a:cubicBezTo>
                <a:lnTo>
                  <a:pt x="71437" y="89298"/>
                </a:lnTo>
                <a:cubicBezTo>
                  <a:pt x="71437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09751" y="3131381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AMD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6181624" y="2607598"/>
            <a:ext cx="2724055" cy="914305"/>
          </a:xfrm>
          <a:custGeom>
            <a:avLst/>
            <a:gdLst/>
            <a:ahLst/>
            <a:cxnLst/>
            <a:rect r="r" b="b" t="t" l="l"/>
            <a:pathLst>
              <a:path h="914305" w="272405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7403241" y="2769459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7" y="5972"/>
                  <a:pt x="71437" y="13395"/>
                </a:cubicBezTo>
                <a:lnTo>
                  <a:pt x="71437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7" y="250031"/>
                </a:cubicBezTo>
                <a:lnTo>
                  <a:pt x="71437" y="272355"/>
                </a:lnTo>
                <a:cubicBezTo>
                  <a:pt x="71437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3"/>
                  <a:pt x="196452" y="214313"/>
                </a:cubicBezTo>
                <a:lnTo>
                  <a:pt x="89298" y="214313"/>
                </a:lnTo>
                <a:cubicBezTo>
                  <a:pt x="79418" y="214313"/>
                  <a:pt x="71437" y="206332"/>
                  <a:pt x="71437" y="196452"/>
                </a:cubicBezTo>
                <a:lnTo>
                  <a:pt x="71437" y="89298"/>
                </a:lnTo>
                <a:cubicBezTo>
                  <a:pt x="71437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05384" y="3131381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Iluvatar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9077257" y="2607598"/>
            <a:ext cx="2724055" cy="914305"/>
          </a:xfrm>
          <a:custGeom>
            <a:avLst/>
            <a:gdLst/>
            <a:ahLst/>
            <a:cxnLst/>
            <a:rect r="r" b="b" t="t" l="l"/>
            <a:pathLst>
              <a:path h="914305" w="272405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10298874" y="2769459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2" y="279778"/>
                  <a:pt x="214312" y="272355"/>
                </a:cubicBezTo>
                <a:lnTo>
                  <a:pt x="214312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2" y="35719"/>
                </a:cubicBezTo>
                <a:lnTo>
                  <a:pt x="214312" y="13395"/>
                </a:lnTo>
                <a:cubicBezTo>
                  <a:pt x="214312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2" y="79418"/>
                  <a:pt x="214312" y="89298"/>
                </a:cubicBezTo>
                <a:lnTo>
                  <a:pt x="214312" y="196452"/>
                </a:lnTo>
                <a:cubicBezTo>
                  <a:pt x="214312" y="206332"/>
                  <a:pt x="206332" y="214313"/>
                  <a:pt x="196452" y="214313"/>
                </a:cubicBezTo>
                <a:lnTo>
                  <a:pt x="89298" y="214313"/>
                </a:lnTo>
                <a:cubicBezTo>
                  <a:pt x="79418" y="214313"/>
                  <a:pt x="71438" y="206332"/>
                  <a:pt x="71438" y="196452"/>
                </a:cubicBezTo>
                <a:lnTo>
                  <a:pt x="71438" y="89298"/>
                </a:lnTo>
                <a:cubicBezTo>
                  <a:pt x="71438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201016" y="3131381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Moore Threads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390433" y="3693160"/>
            <a:ext cx="2724055" cy="914305"/>
          </a:xfrm>
          <a:custGeom>
            <a:avLst/>
            <a:gdLst/>
            <a:ahLst/>
            <a:cxnLst/>
            <a:rect r="r" b="b" t="t" l="l"/>
            <a:pathLst>
              <a:path h="914305" w="272405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1612050" y="385501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2"/>
                  <a:pt x="13395" y="214312"/>
                </a:cubicBezTo>
                <a:lnTo>
                  <a:pt x="35719" y="214312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2"/>
                </a:cubicBezTo>
                <a:lnTo>
                  <a:pt x="272355" y="214312"/>
                </a:lnTo>
                <a:cubicBezTo>
                  <a:pt x="279778" y="214312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2"/>
                  <a:pt x="196452" y="214312"/>
                </a:cubicBezTo>
                <a:lnTo>
                  <a:pt x="89298" y="214312"/>
                </a:lnTo>
                <a:cubicBezTo>
                  <a:pt x="79418" y="214312"/>
                  <a:pt x="71438" y="206332"/>
                  <a:pt x="71438" y="196452"/>
                </a:cubicBezTo>
                <a:lnTo>
                  <a:pt x="71438" y="89298"/>
                </a:lnTo>
                <a:cubicBezTo>
                  <a:pt x="71438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14193" y="4216943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MetaX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3285992" y="3693160"/>
            <a:ext cx="2724055" cy="914305"/>
          </a:xfrm>
          <a:custGeom>
            <a:avLst/>
            <a:gdLst/>
            <a:ahLst/>
            <a:cxnLst/>
            <a:rect r="r" b="b" t="t" l="l"/>
            <a:pathLst>
              <a:path h="914305" w="272405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4507609" y="385501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7" y="5972"/>
                  <a:pt x="71437" y="13395"/>
                </a:cubicBezTo>
                <a:lnTo>
                  <a:pt x="71437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2"/>
                  <a:pt x="13395" y="214312"/>
                </a:cubicBezTo>
                <a:lnTo>
                  <a:pt x="35719" y="214312"/>
                </a:lnTo>
                <a:cubicBezTo>
                  <a:pt x="35719" y="234014"/>
                  <a:pt x="51736" y="250031"/>
                  <a:pt x="71437" y="250031"/>
                </a:cubicBezTo>
                <a:lnTo>
                  <a:pt x="71437" y="272355"/>
                </a:lnTo>
                <a:cubicBezTo>
                  <a:pt x="71437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2"/>
                </a:cubicBezTo>
                <a:lnTo>
                  <a:pt x="272355" y="214312"/>
                </a:lnTo>
                <a:cubicBezTo>
                  <a:pt x="279778" y="214312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2"/>
                  <a:pt x="196452" y="214312"/>
                </a:cubicBezTo>
                <a:lnTo>
                  <a:pt x="89298" y="214312"/>
                </a:lnTo>
                <a:cubicBezTo>
                  <a:pt x="79418" y="214312"/>
                  <a:pt x="71437" y="206332"/>
                  <a:pt x="71437" y="196452"/>
                </a:cubicBezTo>
                <a:lnTo>
                  <a:pt x="71437" y="89298"/>
                </a:lnTo>
                <a:cubicBezTo>
                  <a:pt x="71437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409751" y="4216943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Huawei Ascend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181624" y="3693160"/>
            <a:ext cx="2724055" cy="914305"/>
          </a:xfrm>
          <a:custGeom>
            <a:avLst/>
            <a:gdLst/>
            <a:ahLst/>
            <a:cxnLst/>
            <a:rect r="r" b="b" t="t" l="l"/>
            <a:pathLst>
              <a:path h="914305" w="2724055">
                <a:moveTo>
                  <a:pt x="76197" y="0"/>
                </a:moveTo>
                <a:lnTo>
                  <a:pt x="2647857" y="0"/>
                </a:lnTo>
                <a:cubicBezTo>
                  <a:pt x="2689940" y="0"/>
                  <a:pt x="2724055" y="34115"/>
                  <a:pt x="2724055" y="76197"/>
                </a:cubicBezTo>
                <a:lnTo>
                  <a:pt x="2724055" y="838107"/>
                </a:lnTo>
                <a:cubicBezTo>
                  <a:pt x="2724055" y="880190"/>
                  <a:pt x="2689940" y="914305"/>
                  <a:pt x="2647857" y="914305"/>
                </a:cubicBezTo>
                <a:lnTo>
                  <a:pt x="76197" y="914305"/>
                </a:lnTo>
                <a:cubicBezTo>
                  <a:pt x="34115" y="914305"/>
                  <a:pt x="0" y="880190"/>
                  <a:pt x="0" y="838107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7403241" y="385501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7" y="5972"/>
                  <a:pt x="71437" y="13395"/>
                </a:cubicBezTo>
                <a:lnTo>
                  <a:pt x="71437" y="35719"/>
                </a:lnTo>
                <a:cubicBezTo>
                  <a:pt x="51736" y="35719"/>
                  <a:pt x="35719" y="51736"/>
                  <a:pt x="35719" y="71437"/>
                </a:cubicBezTo>
                <a:lnTo>
                  <a:pt x="13395" y="71437"/>
                </a:lnTo>
                <a:cubicBezTo>
                  <a:pt x="5972" y="71437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2"/>
                  <a:pt x="13395" y="214312"/>
                </a:cubicBezTo>
                <a:lnTo>
                  <a:pt x="35719" y="214312"/>
                </a:lnTo>
                <a:cubicBezTo>
                  <a:pt x="35719" y="234014"/>
                  <a:pt x="51736" y="250031"/>
                  <a:pt x="71437" y="250031"/>
                </a:cubicBezTo>
                <a:lnTo>
                  <a:pt x="71437" y="272355"/>
                </a:lnTo>
                <a:cubicBezTo>
                  <a:pt x="71437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2"/>
                </a:cubicBezTo>
                <a:lnTo>
                  <a:pt x="272355" y="214312"/>
                </a:lnTo>
                <a:cubicBezTo>
                  <a:pt x="279778" y="214312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7"/>
                  <a:pt x="272355" y="71437"/>
                </a:cubicBezTo>
                <a:lnTo>
                  <a:pt x="250031" y="71437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7"/>
                </a:moveTo>
                <a:lnTo>
                  <a:pt x="196452" y="71437"/>
                </a:lnTo>
                <a:cubicBezTo>
                  <a:pt x="206332" y="71437"/>
                  <a:pt x="214313" y="79418"/>
                  <a:pt x="214313" y="89298"/>
                </a:cubicBezTo>
                <a:lnTo>
                  <a:pt x="214313" y="196452"/>
                </a:lnTo>
                <a:cubicBezTo>
                  <a:pt x="214313" y="206332"/>
                  <a:pt x="206332" y="214312"/>
                  <a:pt x="196452" y="214312"/>
                </a:cubicBezTo>
                <a:lnTo>
                  <a:pt x="89298" y="214312"/>
                </a:lnTo>
                <a:cubicBezTo>
                  <a:pt x="79418" y="214312"/>
                  <a:pt x="71437" y="206332"/>
                  <a:pt x="71437" y="196452"/>
                </a:cubicBezTo>
                <a:lnTo>
                  <a:pt x="71437" y="89298"/>
                </a:lnTo>
                <a:cubicBezTo>
                  <a:pt x="71437" y="79418"/>
                  <a:pt x="79418" y="71437"/>
                  <a:pt x="89298" y="71437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05384" y="4216943"/>
            <a:ext cx="2476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Cambricon</a:t>
            </a:r>
            <a:endParaRPr lang="en-US" sz="1100"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9067779" y="3683682"/>
            <a:ext cx="2743200" cy="933450"/>
          </a:xfrm>
          <a:custGeom>
            <a:avLst/>
            <a:gdLst/>
            <a:ahLst/>
            <a:cxnLst/>
            <a:rect r="r" b="b" t="t" l="l"/>
            <a:pathLst>
              <a:path h="933450" w="2743200">
                <a:moveTo>
                  <a:pt x="76197" y="0"/>
                </a:moveTo>
                <a:lnTo>
                  <a:pt x="2667003" y="0"/>
                </a:lnTo>
                <a:cubicBezTo>
                  <a:pt x="2709085" y="0"/>
                  <a:pt x="2743200" y="34115"/>
                  <a:pt x="2743200" y="76197"/>
                </a:cubicBezTo>
                <a:lnTo>
                  <a:pt x="2743200" y="857253"/>
                </a:lnTo>
                <a:cubicBezTo>
                  <a:pt x="2743200" y="899335"/>
                  <a:pt x="2709085" y="933450"/>
                  <a:pt x="2667003" y="933450"/>
                </a:cubicBezTo>
                <a:lnTo>
                  <a:pt x="76197" y="933450"/>
                </a:lnTo>
                <a:cubicBezTo>
                  <a:pt x="34115" y="933450"/>
                  <a:pt x="0" y="899335"/>
                  <a:pt x="0" y="85725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10316733" y="3853923"/>
            <a:ext cx="250031" cy="250033"/>
          </a:xfrm>
          <a:custGeom>
            <a:avLst/>
            <a:gdLst/>
            <a:ahLst/>
            <a:cxnLst/>
            <a:rect r="r" b="b" t="t" l="l"/>
            <a:pathLst>
              <a:path h="250033" w="250031">
                <a:moveTo>
                  <a:pt x="142875" y="17860"/>
                </a:moveTo>
                <a:cubicBezTo>
                  <a:pt x="142875" y="7980"/>
                  <a:pt x="134894" y="0"/>
                  <a:pt x="125016" y="0"/>
                </a:cubicBezTo>
                <a:cubicBezTo>
                  <a:pt x="115137" y="0"/>
                  <a:pt x="107156" y="7980"/>
                  <a:pt x="107156" y="17860"/>
                </a:cubicBezTo>
                <a:lnTo>
                  <a:pt x="107156" y="107157"/>
                </a:lnTo>
                <a:lnTo>
                  <a:pt x="17859" y="107157"/>
                </a:lnTo>
                <a:cubicBezTo>
                  <a:pt x="7981" y="107157"/>
                  <a:pt x="0" y="115138"/>
                  <a:pt x="0" y="125016"/>
                </a:cubicBezTo>
                <a:cubicBezTo>
                  <a:pt x="0" y="134894"/>
                  <a:pt x="7981" y="142875"/>
                  <a:pt x="17859" y="142875"/>
                </a:cubicBezTo>
                <a:lnTo>
                  <a:pt x="107156" y="142875"/>
                </a:lnTo>
                <a:lnTo>
                  <a:pt x="107156" y="232172"/>
                </a:lnTo>
                <a:cubicBezTo>
                  <a:pt x="107156" y="242052"/>
                  <a:pt x="115137" y="250032"/>
                  <a:pt x="125016" y="250032"/>
                </a:cubicBezTo>
                <a:cubicBezTo>
                  <a:pt x="134894" y="250032"/>
                  <a:pt x="142875" y="242052"/>
                  <a:pt x="142875" y="232172"/>
                </a:cubicBezTo>
                <a:lnTo>
                  <a:pt x="142875" y="142875"/>
                </a:lnTo>
                <a:lnTo>
                  <a:pt x="232173" y="142875"/>
                </a:lnTo>
                <a:cubicBezTo>
                  <a:pt x="242051" y="142875"/>
                  <a:pt x="250031" y="134894"/>
                  <a:pt x="250031" y="125016"/>
                </a:cubicBezTo>
                <a:cubicBezTo>
                  <a:pt x="250031" y="115138"/>
                  <a:pt x="242051" y="107157"/>
                  <a:pt x="232173" y="107157"/>
                </a:cubicBezTo>
                <a:lnTo>
                  <a:pt x="142875" y="107157"/>
                </a:lnTo>
                <a:lnTo>
                  <a:pt x="142875" y="1786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182062" y="4197986"/>
            <a:ext cx="2514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更多...</a:t>
            </a:r>
            <a:endParaRPr lang="en-US" sz="1100"/>
          </a:p>
        </p:txBody>
      </p:sp>
      <p:sp>
        <p:nvSpPr>
          <p:cNvPr name="Freeform 29" id="29"/>
          <p:cNvSpPr/>
          <p:nvPr/>
        </p:nvSpPr>
        <p:spPr>
          <a:xfrm rot="0" flipH="false" flipV="false">
            <a:off x="380956" y="4845425"/>
            <a:ext cx="11430000" cy="1104900"/>
          </a:xfrm>
          <a:custGeom>
            <a:avLst/>
            <a:gdLst/>
            <a:ahLst/>
            <a:cxnLst/>
            <a:rect r="r" b="b" t="t" l="l"/>
            <a:pathLst>
              <a:path h="1104900" w="11430000">
                <a:moveTo>
                  <a:pt x="76205" y="0"/>
                </a:moveTo>
                <a:lnTo>
                  <a:pt x="11353795" y="0"/>
                </a:lnTo>
                <a:cubicBezTo>
                  <a:pt x="11395881" y="0"/>
                  <a:pt x="11430000" y="34119"/>
                  <a:pt x="11430000" y="76205"/>
                </a:cubicBezTo>
                <a:lnTo>
                  <a:pt x="11430000" y="1028695"/>
                </a:lnTo>
                <a:cubicBezTo>
                  <a:pt x="11430000" y="1070781"/>
                  <a:pt x="11395881" y="1104900"/>
                  <a:pt x="11353795" y="1104900"/>
                </a:cubicBezTo>
                <a:lnTo>
                  <a:pt x="76205" y="1104900"/>
                </a:lnTo>
                <a:cubicBezTo>
                  <a:pt x="34119" y="1104900"/>
                  <a:pt x="0" y="1070781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652391" y="5226304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300037" y="171450"/>
                </a:moveTo>
                <a:cubicBezTo>
                  <a:pt x="300037" y="100481"/>
                  <a:pt x="242419" y="42862"/>
                  <a:pt x="171450" y="42862"/>
                </a:cubicBezTo>
                <a:cubicBezTo>
                  <a:pt x="100481" y="42862"/>
                  <a:pt x="42863" y="100481"/>
                  <a:pt x="42863" y="171450"/>
                </a:cubicBezTo>
                <a:cubicBezTo>
                  <a:pt x="42863" y="242419"/>
                  <a:pt x="100481" y="300038"/>
                  <a:pt x="171450" y="300038"/>
                </a:cubicBezTo>
                <a:cubicBezTo>
                  <a:pt x="242419" y="300038"/>
                  <a:pt x="300037" y="242419"/>
                  <a:pt x="300037" y="171450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71450" y="225027"/>
                </a:moveTo>
                <a:cubicBezTo>
                  <a:pt x="201021" y="225027"/>
                  <a:pt x="225027" y="201021"/>
                  <a:pt x="225027" y="171450"/>
                </a:cubicBezTo>
                <a:cubicBezTo>
                  <a:pt x="225027" y="141879"/>
                  <a:pt x="201021" y="117873"/>
                  <a:pt x="171450" y="117873"/>
                </a:cubicBezTo>
                <a:cubicBezTo>
                  <a:pt x="141879" y="117873"/>
                  <a:pt x="117873" y="141879"/>
                  <a:pt x="117873" y="171450"/>
                </a:cubicBezTo>
                <a:cubicBezTo>
                  <a:pt x="117873" y="201021"/>
                  <a:pt x="141879" y="225027"/>
                  <a:pt x="171450" y="225027"/>
                </a:cubicBezTo>
                <a:close/>
                <a:moveTo>
                  <a:pt x="171450" y="75009"/>
                </a:moveTo>
                <a:cubicBezTo>
                  <a:pt x="224677" y="75009"/>
                  <a:pt x="267891" y="118223"/>
                  <a:pt x="267891" y="171450"/>
                </a:cubicBezTo>
                <a:cubicBezTo>
                  <a:pt x="267891" y="224677"/>
                  <a:pt x="224677" y="267891"/>
                  <a:pt x="171450" y="267891"/>
                </a:cubicBezTo>
                <a:cubicBezTo>
                  <a:pt x="118223" y="267891"/>
                  <a:pt x="75009" y="224677"/>
                  <a:pt x="75009" y="171450"/>
                </a:cubicBezTo>
                <a:cubicBezTo>
                  <a:pt x="75009" y="118223"/>
                  <a:pt x="118223" y="75009"/>
                  <a:pt x="171450" y="75009"/>
                </a:cubicBezTo>
                <a:close/>
                <a:moveTo>
                  <a:pt x="150019" y="171450"/>
                </a:moveTo>
                <a:cubicBezTo>
                  <a:pt x="150019" y="159622"/>
                  <a:pt x="159622" y="150019"/>
                  <a:pt x="171450" y="150019"/>
                </a:cubicBezTo>
                <a:cubicBezTo>
                  <a:pt x="183278" y="150019"/>
                  <a:pt x="192881" y="159622"/>
                  <a:pt x="192881" y="171450"/>
                </a:cubicBezTo>
                <a:cubicBezTo>
                  <a:pt x="192881" y="183278"/>
                  <a:pt x="183278" y="192881"/>
                  <a:pt x="171450" y="192881"/>
                </a:cubicBezTo>
                <a:cubicBezTo>
                  <a:pt x="159622" y="192881"/>
                  <a:pt x="150019" y="183278"/>
                  <a:pt x="150019" y="1714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190477" y="5073997"/>
            <a:ext cx="46863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190477" y="5454876"/>
            <a:ext cx="466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保证不同硬件平台都能正常运行，提供统一的开发体验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5"/>
            <a:ext cx="19431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CI 工作流步骤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640877"/>
            <a:ext cx="11525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 CI 工作流程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1181073" y="2059967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1351784" y="2225428"/>
            <a:ext cx="192063" cy="202405"/>
          </a:xfrm>
          <a:custGeom>
            <a:avLst/>
            <a:gdLst/>
            <a:ahLst/>
            <a:cxnLst/>
            <a:rect r="r" b="b" t="t" l="l"/>
            <a:pathLst>
              <a:path h="202405" w="192063">
                <a:moveTo>
                  <a:pt x="73262" y="9486"/>
                </a:moveTo>
                <a:cubicBezTo>
                  <a:pt x="74378" y="3980"/>
                  <a:pt x="79252" y="0"/>
                  <a:pt x="84908" y="0"/>
                </a:cubicBezTo>
                <a:lnTo>
                  <a:pt x="107158" y="0"/>
                </a:lnTo>
                <a:cubicBezTo>
                  <a:pt x="112813" y="0"/>
                  <a:pt x="117688" y="3980"/>
                  <a:pt x="118803" y="9486"/>
                </a:cubicBezTo>
                <a:lnTo>
                  <a:pt x="124198" y="35532"/>
                </a:lnTo>
                <a:cubicBezTo>
                  <a:pt x="129445" y="37764"/>
                  <a:pt x="134356" y="40629"/>
                  <a:pt x="138822" y="44015"/>
                </a:cubicBezTo>
                <a:lnTo>
                  <a:pt x="164048" y="35643"/>
                </a:lnTo>
                <a:cubicBezTo>
                  <a:pt x="169404" y="33856"/>
                  <a:pt x="175285" y="36090"/>
                  <a:pt x="178112" y="41001"/>
                </a:cubicBezTo>
                <a:lnTo>
                  <a:pt x="189236" y="60274"/>
                </a:lnTo>
                <a:cubicBezTo>
                  <a:pt x="192064" y="65186"/>
                  <a:pt x="191059" y="71362"/>
                  <a:pt x="186817" y="75120"/>
                </a:cubicBezTo>
                <a:lnTo>
                  <a:pt x="166986" y="92756"/>
                </a:lnTo>
                <a:cubicBezTo>
                  <a:pt x="167320" y="95509"/>
                  <a:pt x="167470" y="98337"/>
                  <a:pt x="167470" y="101202"/>
                </a:cubicBezTo>
                <a:cubicBezTo>
                  <a:pt x="167470" y="104067"/>
                  <a:pt x="167284" y="106895"/>
                  <a:pt x="166986" y="109648"/>
                </a:cubicBezTo>
                <a:lnTo>
                  <a:pt x="186856" y="127321"/>
                </a:lnTo>
                <a:cubicBezTo>
                  <a:pt x="191097" y="131079"/>
                  <a:pt x="192064" y="137293"/>
                  <a:pt x="189274" y="142167"/>
                </a:cubicBezTo>
                <a:lnTo>
                  <a:pt x="178148" y="161439"/>
                </a:lnTo>
                <a:cubicBezTo>
                  <a:pt x="175321" y="166314"/>
                  <a:pt x="169443" y="168584"/>
                  <a:pt x="164084" y="166798"/>
                </a:cubicBezTo>
                <a:lnTo>
                  <a:pt x="138858" y="158426"/>
                </a:lnTo>
                <a:cubicBezTo>
                  <a:pt x="134356" y="161811"/>
                  <a:pt x="129445" y="164640"/>
                  <a:pt x="124236" y="166911"/>
                </a:cubicBezTo>
                <a:lnTo>
                  <a:pt x="118878" y="192918"/>
                </a:lnTo>
                <a:cubicBezTo>
                  <a:pt x="117724" y="198461"/>
                  <a:pt x="112850" y="202404"/>
                  <a:pt x="107232" y="202404"/>
                </a:cubicBezTo>
                <a:lnTo>
                  <a:pt x="84982" y="202404"/>
                </a:lnTo>
                <a:cubicBezTo>
                  <a:pt x="79327" y="202404"/>
                  <a:pt x="74453" y="198424"/>
                  <a:pt x="73337" y="192918"/>
                </a:cubicBezTo>
                <a:lnTo>
                  <a:pt x="67978" y="166911"/>
                </a:lnTo>
                <a:cubicBezTo>
                  <a:pt x="62732" y="164677"/>
                  <a:pt x="57858" y="161811"/>
                  <a:pt x="53356" y="158426"/>
                </a:cubicBezTo>
                <a:lnTo>
                  <a:pt x="28018" y="166798"/>
                </a:lnTo>
                <a:cubicBezTo>
                  <a:pt x="22660" y="168584"/>
                  <a:pt x="16782" y="166352"/>
                  <a:pt x="13954" y="161439"/>
                </a:cubicBezTo>
                <a:lnTo>
                  <a:pt x="2829" y="142167"/>
                </a:lnTo>
                <a:cubicBezTo>
                  <a:pt x="0" y="137256"/>
                  <a:pt x="1006" y="131079"/>
                  <a:pt x="5247" y="127321"/>
                </a:cubicBezTo>
                <a:lnTo>
                  <a:pt x="25116" y="109648"/>
                </a:lnTo>
                <a:cubicBezTo>
                  <a:pt x="24781" y="106895"/>
                  <a:pt x="24632" y="104067"/>
                  <a:pt x="24632" y="101202"/>
                </a:cubicBezTo>
                <a:cubicBezTo>
                  <a:pt x="24632" y="98337"/>
                  <a:pt x="24818" y="95509"/>
                  <a:pt x="25116" y="92756"/>
                </a:cubicBezTo>
                <a:lnTo>
                  <a:pt x="5247" y="75083"/>
                </a:lnTo>
                <a:cubicBezTo>
                  <a:pt x="1006" y="71325"/>
                  <a:pt x="39" y="65111"/>
                  <a:pt x="2829" y="60237"/>
                </a:cubicBezTo>
                <a:lnTo>
                  <a:pt x="13954" y="40965"/>
                </a:lnTo>
                <a:cubicBezTo>
                  <a:pt x="16782" y="36052"/>
                  <a:pt x="22660" y="33820"/>
                  <a:pt x="28018" y="35606"/>
                </a:cubicBezTo>
                <a:lnTo>
                  <a:pt x="53245" y="43978"/>
                </a:lnTo>
                <a:cubicBezTo>
                  <a:pt x="57747" y="40593"/>
                  <a:pt x="62658" y="37764"/>
                  <a:pt x="67867" y="35493"/>
                </a:cubicBezTo>
                <a:lnTo>
                  <a:pt x="73262" y="9486"/>
                </a:lnTo>
                <a:close/>
                <a:moveTo>
                  <a:pt x="96033" y="130968"/>
                </a:moveTo>
                <a:cubicBezTo>
                  <a:pt x="106666" y="130928"/>
                  <a:pt x="116472" y="125218"/>
                  <a:pt x="121755" y="115989"/>
                </a:cubicBezTo>
                <a:cubicBezTo>
                  <a:pt x="127037" y="106760"/>
                  <a:pt x="126995" y="95412"/>
                  <a:pt x="121644" y="86224"/>
                </a:cubicBezTo>
                <a:cubicBezTo>
                  <a:pt x="116291" y="77033"/>
                  <a:pt x="106444" y="71396"/>
                  <a:pt x="95809" y="71436"/>
                </a:cubicBezTo>
                <a:cubicBezTo>
                  <a:pt x="85176" y="71476"/>
                  <a:pt x="75370" y="77186"/>
                  <a:pt x="70087" y="86415"/>
                </a:cubicBezTo>
                <a:cubicBezTo>
                  <a:pt x="64805" y="95644"/>
                  <a:pt x="64847" y="106992"/>
                  <a:pt x="70198" y="116180"/>
                </a:cubicBezTo>
                <a:cubicBezTo>
                  <a:pt x="75551" y="125371"/>
                  <a:pt x="85398" y="131008"/>
                  <a:pt x="96033" y="13096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42856" y="2669502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环境配置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7618" y="2898074"/>
            <a:ext cx="2200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Setup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2533653" y="2516112"/>
            <a:ext cx="153323" cy="116205"/>
          </a:xfrm>
          <a:custGeom>
            <a:avLst/>
            <a:gdLst/>
            <a:ahLst/>
            <a:cxnLst/>
            <a:rect r="r" b="b" t="t" l="l"/>
            <a:pathLst>
              <a:path h="116205" w="153323">
                <a:moveTo>
                  <a:pt x="149602" y="64830"/>
                </a:moveTo>
                <a:cubicBezTo>
                  <a:pt x="153323" y="61109"/>
                  <a:pt x="153323" y="55066"/>
                  <a:pt x="149602" y="51347"/>
                </a:cubicBezTo>
                <a:lnTo>
                  <a:pt x="101977" y="3722"/>
                </a:lnTo>
                <a:cubicBezTo>
                  <a:pt x="98256" y="0"/>
                  <a:pt x="92213" y="0"/>
                  <a:pt x="88494" y="3722"/>
                </a:cubicBezTo>
                <a:cubicBezTo>
                  <a:pt x="84773" y="7441"/>
                  <a:pt x="84773" y="13484"/>
                  <a:pt x="88494" y="17205"/>
                </a:cubicBezTo>
                <a:lnTo>
                  <a:pt x="119866" y="48578"/>
                </a:lnTo>
                <a:lnTo>
                  <a:pt x="9525" y="48578"/>
                </a:lnTo>
                <a:cubicBezTo>
                  <a:pt x="4256" y="48578"/>
                  <a:pt x="0" y="52834"/>
                  <a:pt x="0" y="58103"/>
                </a:cubicBezTo>
                <a:cubicBezTo>
                  <a:pt x="0" y="63372"/>
                  <a:pt x="4256" y="67628"/>
                  <a:pt x="9525" y="67628"/>
                </a:cubicBezTo>
                <a:lnTo>
                  <a:pt x="119866" y="67628"/>
                </a:lnTo>
                <a:lnTo>
                  <a:pt x="88494" y="99001"/>
                </a:lnTo>
                <a:cubicBezTo>
                  <a:pt x="84773" y="102722"/>
                  <a:pt x="84773" y="108765"/>
                  <a:pt x="88494" y="112484"/>
                </a:cubicBezTo>
                <a:cubicBezTo>
                  <a:pt x="92213" y="116205"/>
                  <a:pt x="98256" y="116205"/>
                  <a:pt x="101977" y="112484"/>
                </a:cubicBezTo>
                <a:lnTo>
                  <a:pt x="149602" y="6485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3505235" y="2059967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3688524" y="2231380"/>
            <a:ext cx="166688" cy="178594"/>
          </a:xfrm>
          <a:custGeom>
            <a:avLst/>
            <a:gdLst/>
            <a:ahLst/>
            <a:cxnLst/>
            <a:rect r="r" b="b" t="t" l="l"/>
            <a:pathLst>
              <a:path h="178594" w="166688">
                <a:moveTo>
                  <a:pt x="95250" y="11906"/>
                </a:moveTo>
                <a:cubicBezTo>
                  <a:pt x="95250" y="5321"/>
                  <a:pt x="89929" y="0"/>
                  <a:pt x="83344" y="0"/>
                </a:cubicBezTo>
                <a:cubicBezTo>
                  <a:pt x="76758" y="0"/>
                  <a:pt x="71438" y="5321"/>
                  <a:pt x="71438" y="11906"/>
                </a:cubicBezTo>
                <a:lnTo>
                  <a:pt x="71438" y="90301"/>
                </a:lnTo>
                <a:lnTo>
                  <a:pt x="56034" y="74898"/>
                </a:lnTo>
                <a:cubicBezTo>
                  <a:pt x="51383" y="70248"/>
                  <a:pt x="43830" y="70248"/>
                  <a:pt x="39179" y="74898"/>
                </a:cubicBezTo>
                <a:cubicBezTo>
                  <a:pt x="34527" y="79549"/>
                  <a:pt x="34527" y="87102"/>
                  <a:pt x="39179" y="91752"/>
                </a:cubicBezTo>
                <a:lnTo>
                  <a:pt x="74898" y="127471"/>
                </a:lnTo>
                <a:cubicBezTo>
                  <a:pt x="79549" y="132122"/>
                  <a:pt x="87102" y="132122"/>
                  <a:pt x="91752" y="127471"/>
                </a:cubicBezTo>
                <a:lnTo>
                  <a:pt x="127471" y="91752"/>
                </a:lnTo>
                <a:cubicBezTo>
                  <a:pt x="132122" y="87102"/>
                  <a:pt x="132122" y="79549"/>
                  <a:pt x="127471" y="74898"/>
                </a:cubicBezTo>
                <a:cubicBezTo>
                  <a:pt x="122820" y="70248"/>
                  <a:pt x="115266" y="70248"/>
                  <a:pt x="110617" y="74898"/>
                </a:cubicBezTo>
                <a:lnTo>
                  <a:pt x="95250" y="90301"/>
                </a:lnTo>
                <a:lnTo>
                  <a:pt x="95250" y="11906"/>
                </a:lnTo>
                <a:close/>
                <a:moveTo>
                  <a:pt x="23812" y="119062"/>
                </a:moveTo>
                <a:cubicBezTo>
                  <a:pt x="10678" y="119062"/>
                  <a:pt x="0" y="129741"/>
                  <a:pt x="0" y="142875"/>
                </a:cubicBezTo>
                <a:lnTo>
                  <a:pt x="0" y="154781"/>
                </a:lnTo>
                <a:cubicBezTo>
                  <a:pt x="0" y="167916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6"/>
                  <a:pt x="166688" y="154781"/>
                </a:cubicBezTo>
                <a:lnTo>
                  <a:pt x="166688" y="142875"/>
                </a:lnTo>
                <a:cubicBezTo>
                  <a:pt x="166688" y="129741"/>
                  <a:pt x="156009" y="119062"/>
                  <a:pt x="142875" y="119062"/>
                </a:cubicBezTo>
                <a:lnTo>
                  <a:pt x="125425" y="119062"/>
                </a:lnTo>
                <a:lnTo>
                  <a:pt x="104366" y="140122"/>
                </a:lnTo>
                <a:cubicBezTo>
                  <a:pt x="92757" y="151729"/>
                  <a:pt x="73892" y="151729"/>
                  <a:pt x="62285" y="140122"/>
                </a:cubicBezTo>
                <a:lnTo>
                  <a:pt x="41264" y="119062"/>
                </a:lnTo>
                <a:lnTo>
                  <a:pt x="23812" y="119062"/>
                </a:lnTo>
                <a:close/>
                <a:moveTo>
                  <a:pt x="136923" y="139898"/>
                </a:moveTo>
                <a:cubicBezTo>
                  <a:pt x="141850" y="139898"/>
                  <a:pt x="145852" y="143900"/>
                  <a:pt x="145852" y="148827"/>
                </a:cubicBezTo>
                <a:cubicBezTo>
                  <a:pt x="145852" y="153758"/>
                  <a:pt x="141850" y="157758"/>
                  <a:pt x="136923" y="157758"/>
                </a:cubicBezTo>
                <a:cubicBezTo>
                  <a:pt x="131992" y="157758"/>
                  <a:pt x="127992" y="153758"/>
                  <a:pt x="127992" y="148827"/>
                </a:cubicBezTo>
                <a:cubicBezTo>
                  <a:pt x="127992" y="143900"/>
                  <a:pt x="131992" y="139898"/>
                  <a:pt x="136923" y="1398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666944" y="2669502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代码检出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671706" y="2898074"/>
            <a:ext cx="2200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Checkout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4857815" y="2516112"/>
            <a:ext cx="153323" cy="116205"/>
          </a:xfrm>
          <a:custGeom>
            <a:avLst/>
            <a:gdLst/>
            <a:ahLst/>
            <a:cxnLst/>
            <a:rect r="r" b="b" t="t" l="l"/>
            <a:pathLst>
              <a:path h="116205" w="153323">
                <a:moveTo>
                  <a:pt x="149602" y="64830"/>
                </a:moveTo>
                <a:cubicBezTo>
                  <a:pt x="153323" y="61109"/>
                  <a:pt x="153323" y="55066"/>
                  <a:pt x="149602" y="51347"/>
                </a:cubicBezTo>
                <a:lnTo>
                  <a:pt x="101977" y="3722"/>
                </a:lnTo>
                <a:cubicBezTo>
                  <a:pt x="98256" y="0"/>
                  <a:pt x="92213" y="0"/>
                  <a:pt x="88494" y="3722"/>
                </a:cubicBezTo>
                <a:cubicBezTo>
                  <a:pt x="84773" y="7441"/>
                  <a:pt x="84773" y="13484"/>
                  <a:pt x="88494" y="17205"/>
                </a:cubicBezTo>
                <a:lnTo>
                  <a:pt x="119866" y="48578"/>
                </a:lnTo>
                <a:lnTo>
                  <a:pt x="9525" y="48578"/>
                </a:lnTo>
                <a:cubicBezTo>
                  <a:pt x="4256" y="48578"/>
                  <a:pt x="0" y="52834"/>
                  <a:pt x="0" y="58103"/>
                </a:cubicBezTo>
                <a:cubicBezTo>
                  <a:pt x="0" y="63372"/>
                  <a:pt x="4256" y="67628"/>
                  <a:pt x="9525" y="67628"/>
                </a:cubicBezTo>
                <a:lnTo>
                  <a:pt x="119866" y="67628"/>
                </a:lnTo>
                <a:lnTo>
                  <a:pt x="88494" y="99001"/>
                </a:lnTo>
                <a:cubicBezTo>
                  <a:pt x="84773" y="102722"/>
                  <a:pt x="84773" y="108765"/>
                  <a:pt x="88494" y="112484"/>
                </a:cubicBezTo>
                <a:cubicBezTo>
                  <a:pt x="92213" y="116205"/>
                  <a:pt x="98256" y="116205"/>
                  <a:pt x="101977" y="112484"/>
                </a:cubicBezTo>
                <a:lnTo>
                  <a:pt x="149602" y="6485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5829324" y="2059967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024518" y="2231380"/>
            <a:ext cx="142875" cy="190500"/>
          </a:xfrm>
          <a:custGeom>
            <a:avLst/>
            <a:gdLst/>
            <a:ahLst/>
            <a:cxnLst/>
            <a:rect r="r" b="b" t="t" l="l"/>
            <a:pathLst>
              <a:path h="190500" w="142875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1" y="6958"/>
                </a:cubicBezTo>
                <a:lnTo>
                  <a:pt x="135917" y="46620"/>
                </a:lnTo>
                <a:cubicBezTo>
                  <a:pt x="140382" y="51084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2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7"/>
                </a:moveTo>
                <a:lnTo>
                  <a:pt x="77391" y="56554"/>
                </a:lnTo>
                <a:cubicBezTo>
                  <a:pt x="77391" y="61504"/>
                  <a:pt x="81371" y="65484"/>
                  <a:pt x="86321" y="65484"/>
                </a:cubicBezTo>
                <a:lnTo>
                  <a:pt x="121108" y="65484"/>
                </a:lnTo>
                <a:lnTo>
                  <a:pt x="77391" y="21767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79"/>
                </a:cubicBezTo>
                <a:cubicBezTo>
                  <a:pt x="35719" y="109129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9"/>
                  <a:pt x="107156" y="104179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7"/>
                  <a:pt x="44648" y="148827"/>
                </a:cubicBezTo>
                <a:lnTo>
                  <a:pt x="98227" y="148827"/>
                </a:lnTo>
                <a:cubicBezTo>
                  <a:pt x="103175" y="148827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991106" y="2669502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文档检查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995868" y="2898074"/>
            <a:ext cx="2200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Docs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7181903" y="2516112"/>
            <a:ext cx="153323" cy="116205"/>
          </a:xfrm>
          <a:custGeom>
            <a:avLst/>
            <a:gdLst/>
            <a:ahLst/>
            <a:cxnLst/>
            <a:rect r="r" b="b" t="t" l="l"/>
            <a:pathLst>
              <a:path h="116205" w="153323">
                <a:moveTo>
                  <a:pt x="149602" y="64830"/>
                </a:moveTo>
                <a:cubicBezTo>
                  <a:pt x="153323" y="61109"/>
                  <a:pt x="153323" y="55066"/>
                  <a:pt x="149602" y="51347"/>
                </a:cubicBezTo>
                <a:lnTo>
                  <a:pt x="101977" y="3722"/>
                </a:lnTo>
                <a:cubicBezTo>
                  <a:pt x="98256" y="0"/>
                  <a:pt x="92213" y="0"/>
                  <a:pt x="88494" y="3722"/>
                </a:cubicBezTo>
                <a:cubicBezTo>
                  <a:pt x="84772" y="7441"/>
                  <a:pt x="84772" y="13484"/>
                  <a:pt x="88494" y="17205"/>
                </a:cubicBezTo>
                <a:lnTo>
                  <a:pt x="119866" y="48578"/>
                </a:lnTo>
                <a:lnTo>
                  <a:pt x="9525" y="48578"/>
                </a:lnTo>
                <a:cubicBezTo>
                  <a:pt x="4256" y="48578"/>
                  <a:pt x="0" y="52834"/>
                  <a:pt x="0" y="58103"/>
                </a:cubicBezTo>
                <a:cubicBezTo>
                  <a:pt x="0" y="63372"/>
                  <a:pt x="4256" y="67628"/>
                  <a:pt x="9525" y="67628"/>
                </a:cubicBezTo>
                <a:lnTo>
                  <a:pt x="119866" y="67628"/>
                </a:lnTo>
                <a:lnTo>
                  <a:pt x="88494" y="99001"/>
                </a:lnTo>
                <a:cubicBezTo>
                  <a:pt x="84772" y="102722"/>
                  <a:pt x="84772" y="108765"/>
                  <a:pt x="88494" y="112484"/>
                </a:cubicBezTo>
                <a:cubicBezTo>
                  <a:pt x="92213" y="116205"/>
                  <a:pt x="98256" y="116205"/>
                  <a:pt x="101977" y="112484"/>
                </a:cubicBezTo>
                <a:lnTo>
                  <a:pt x="149602" y="6485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8153412" y="2059967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8310543" y="2225428"/>
            <a:ext cx="221122" cy="198760"/>
          </a:xfrm>
          <a:custGeom>
            <a:avLst/>
            <a:gdLst/>
            <a:ahLst/>
            <a:cxnLst/>
            <a:rect r="r" b="b" t="t" l="l"/>
            <a:pathLst>
              <a:path h="198760" w="221122">
                <a:moveTo>
                  <a:pt x="82302" y="12760"/>
                </a:moveTo>
                <a:lnTo>
                  <a:pt x="91268" y="7366"/>
                </a:lnTo>
                <a:cubicBezTo>
                  <a:pt x="99306" y="2529"/>
                  <a:pt x="108496" y="0"/>
                  <a:pt x="117872" y="0"/>
                </a:cubicBezTo>
                <a:cubicBezTo>
                  <a:pt x="131564" y="0"/>
                  <a:pt x="144735" y="5431"/>
                  <a:pt x="154409" y="15142"/>
                </a:cubicBezTo>
                <a:lnTo>
                  <a:pt x="178185" y="38917"/>
                </a:lnTo>
                <a:cubicBezTo>
                  <a:pt x="183766" y="44498"/>
                  <a:pt x="186890" y="52089"/>
                  <a:pt x="186890" y="59977"/>
                </a:cubicBezTo>
                <a:lnTo>
                  <a:pt x="186890" y="71474"/>
                </a:lnTo>
                <a:lnTo>
                  <a:pt x="194221" y="78803"/>
                </a:lnTo>
                <a:lnTo>
                  <a:pt x="194221" y="78803"/>
                </a:lnTo>
                <a:cubicBezTo>
                  <a:pt x="200025" y="72999"/>
                  <a:pt x="209439" y="72999"/>
                  <a:pt x="215280" y="78803"/>
                </a:cubicBezTo>
                <a:cubicBezTo>
                  <a:pt x="221122" y="84608"/>
                  <a:pt x="221084" y="94021"/>
                  <a:pt x="215280" y="99863"/>
                </a:cubicBezTo>
                <a:lnTo>
                  <a:pt x="191468" y="123675"/>
                </a:lnTo>
                <a:cubicBezTo>
                  <a:pt x="185662" y="129479"/>
                  <a:pt x="176250" y="129479"/>
                  <a:pt x="170408" y="123675"/>
                </a:cubicBezTo>
                <a:cubicBezTo>
                  <a:pt x="164566" y="117871"/>
                  <a:pt x="164605" y="108458"/>
                  <a:pt x="170408" y="102616"/>
                </a:cubicBezTo>
                <a:lnTo>
                  <a:pt x="163079" y="95250"/>
                </a:lnTo>
                <a:lnTo>
                  <a:pt x="151582" y="95250"/>
                </a:lnTo>
                <a:cubicBezTo>
                  <a:pt x="143694" y="95250"/>
                  <a:pt x="136104" y="92123"/>
                  <a:pt x="130522" y="86542"/>
                </a:cubicBezTo>
                <a:lnTo>
                  <a:pt x="112254" y="68273"/>
                </a:lnTo>
                <a:cubicBezTo>
                  <a:pt x="106673" y="62693"/>
                  <a:pt x="103547" y="55102"/>
                  <a:pt x="103547" y="47216"/>
                </a:cubicBezTo>
                <a:lnTo>
                  <a:pt x="103547" y="42489"/>
                </a:lnTo>
                <a:cubicBezTo>
                  <a:pt x="103547" y="38322"/>
                  <a:pt x="101352" y="34415"/>
                  <a:pt x="97780" y="32296"/>
                </a:cubicBezTo>
                <a:lnTo>
                  <a:pt x="82302" y="22993"/>
                </a:lnTo>
                <a:cubicBezTo>
                  <a:pt x="78432" y="20687"/>
                  <a:pt x="78432" y="15105"/>
                  <a:pt x="82302" y="12799"/>
                </a:cubicBezTo>
                <a:close/>
                <a:moveTo>
                  <a:pt x="9303" y="155785"/>
                </a:moveTo>
                <a:lnTo>
                  <a:pt x="91939" y="73148"/>
                </a:lnTo>
                <a:lnTo>
                  <a:pt x="125610" y="106820"/>
                </a:lnTo>
                <a:lnTo>
                  <a:pt x="42974" y="189457"/>
                </a:lnTo>
                <a:cubicBezTo>
                  <a:pt x="33673" y="198760"/>
                  <a:pt x="18604" y="198760"/>
                  <a:pt x="9303" y="189457"/>
                </a:cubicBezTo>
                <a:cubicBezTo>
                  <a:pt x="0" y="180155"/>
                  <a:pt x="0" y="165086"/>
                  <a:pt x="9303" y="15578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15194" y="2669502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构建项目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319957" y="2898074"/>
            <a:ext cx="2200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Build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9505991" y="2516112"/>
            <a:ext cx="153323" cy="116205"/>
          </a:xfrm>
          <a:custGeom>
            <a:avLst/>
            <a:gdLst/>
            <a:ahLst/>
            <a:cxnLst/>
            <a:rect r="r" b="b" t="t" l="l"/>
            <a:pathLst>
              <a:path h="116205" w="153323">
                <a:moveTo>
                  <a:pt x="149602" y="64830"/>
                </a:moveTo>
                <a:cubicBezTo>
                  <a:pt x="153323" y="61109"/>
                  <a:pt x="153323" y="55066"/>
                  <a:pt x="149602" y="51347"/>
                </a:cubicBezTo>
                <a:lnTo>
                  <a:pt x="101977" y="3722"/>
                </a:lnTo>
                <a:cubicBezTo>
                  <a:pt x="98256" y="0"/>
                  <a:pt x="92213" y="0"/>
                  <a:pt x="88494" y="3722"/>
                </a:cubicBezTo>
                <a:cubicBezTo>
                  <a:pt x="84773" y="7441"/>
                  <a:pt x="84773" y="13484"/>
                  <a:pt x="88494" y="17205"/>
                </a:cubicBezTo>
                <a:lnTo>
                  <a:pt x="119866" y="48578"/>
                </a:lnTo>
                <a:lnTo>
                  <a:pt x="9525" y="48578"/>
                </a:lnTo>
                <a:cubicBezTo>
                  <a:pt x="4256" y="48578"/>
                  <a:pt x="0" y="52834"/>
                  <a:pt x="0" y="58103"/>
                </a:cubicBezTo>
                <a:cubicBezTo>
                  <a:pt x="0" y="63372"/>
                  <a:pt x="4256" y="67628"/>
                  <a:pt x="9525" y="67628"/>
                </a:cubicBezTo>
                <a:lnTo>
                  <a:pt x="119866" y="67628"/>
                </a:lnTo>
                <a:lnTo>
                  <a:pt x="88494" y="99001"/>
                </a:lnTo>
                <a:cubicBezTo>
                  <a:pt x="84773" y="102722"/>
                  <a:pt x="84773" y="108765"/>
                  <a:pt x="88494" y="112484"/>
                </a:cubicBezTo>
                <a:cubicBezTo>
                  <a:pt x="92213" y="116205"/>
                  <a:pt x="98256" y="116205"/>
                  <a:pt x="101977" y="112484"/>
                </a:cubicBezTo>
                <a:lnTo>
                  <a:pt x="149602" y="6485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10477500" y="2059967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10648881" y="2230227"/>
            <a:ext cx="191691" cy="191653"/>
          </a:xfrm>
          <a:custGeom>
            <a:avLst/>
            <a:gdLst/>
            <a:ahLst/>
            <a:cxnLst/>
            <a:rect r="r" b="b" t="t" l="l"/>
            <a:pathLst>
              <a:path h="191653" w="191691">
                <a:moveTo>
                  <a:pt x="127471" y="4651"/>
                </a:moveTo>
                <a:cubicBezTo>
                  <a:pt x="122820" y="0"/>
                  <a:pt x="115266" y="0"/>
                  <a:pt x="110617" y="4651"/>
                </a:cubicBezTo>
                <a:cubicBezTo>
                  <a:pt x="105966" y="9301"/>
                  <a:pt x="105966" y="16854"/>
                  <a:pt x="110617" y="21505"/>
                </a:cubicBezTo>
                <a:lnTo>
                  <a:pt x="114115" y="24965"/>
                </a:lnTo>
                <a:lnTo>
                  <a:pt x="10455" y="128624"/>
                </a:lnTo>
                <a:cubicBezTo>
                  <a:pt x="3758" y="135322"/>
                  <a:pt x="0" y="144400"/>
                  <a:pt x="0" y="153888"/>
                </a:cubicBezTo>
                <a:lnTo>
                  <a:pt x="0" y="155934"/>
                </a:lnTo>
                <a:cubicBezTo>
                  <a:pt x="0" y="175654"/>
                  <a:pt x="15999" y="191653"/>
                  <a:pt x="35719" y="191653"/>
                </a:cubicBezTo>
                <a:lnTo>
                  <a:pt x="37765" y="191653"/>
                </a:lnTo>
                <a:cubicBezTo>
                  <a:pt x="47253" y="191653"/>
                  <a:pt x="56331" y="187895"/>
                  <a:pt x="63029" y="181198"/>
                </a:cubicBezTo>
                <a:lnTo>
                  <a:pt x="166687" y="77538"/>
                </a:lnTo>
                <a:lnTo>
                  <a:pt x="170185" y="81036"/>
                </a:lnTo>
                <a:cubicBezTo>
                  <a:pt x="174836" y="85687"/>
                  <a:pt x="182389" y="85687"/>
                  <a:pt x="187041" y="81036"/>
                </a:cubicBezTo>
                <a:cubicBezTo>
                  <a:pt x="191691" y="76387"/>
                  <a:pt x="191691" y="68833"/>
                  <a:pt x="187041" y="64182"/>
                </a:cubicBezTo>
                <a:lnTo>
                  <a:pt x="127508" y="4651"/>
                </a:lnTo>
                <a:close/>
                <a:moveTo>
                  <a:pt x="76385" y="96403"/>
                </a:moveTo>
                <a:lnTo>
                  <a:pt x="130969" y="41820"/>
                </a:lnTo>
                <a:lnTo>
                  <a:pt x="149833" y="60684"/>
                </a:lnTo>
                <a:lnTo>
                  <a:pt x="114115" y="96403"/>
                </a:lnTo>
                <a:lnTo>
                  <a:pt x="76349" y="9640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639282" y="2669502"/>
            <a:ext cx="2209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运行测试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644044" y="2898074"/>
            <a:ext cx="2200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Test</a:t>
            </a:r>
            <a:endParaRPr lang="en-US" sz="1100"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380956" y="3317081"/>
            <a:ext cx="11430000" cy="2286000"/>
          </a:xfrm>
          <a:custGeom>
            <a:avLst/>
            <a:gdLst/>
            <a:ahLst/>
            <a:cxnLst/>
            <a:rect r="r" b="b" t="t" l="l"/>
            <a:pathLst>
              <a:path h="2286000" w="11430000">
                <a:moveTo>
                  <a:pt x="76192" y="0"/>
                </a:moveTo>
                <a:lnTo>
                  <a:pt x="11353808" y="0"/>
                </a:lnTo>
                <a:cubicBezTo>
                  <a:pt x="11395888" y="0"/>
                  <a:pt x="11430000" y="34112"/>
                  <a:pt x="11430000" y="76192"/>
                </a:cubicBezTo>
                <a:lnTo>
                  <a:pt x="11430000" y="2209808"/>
                </a:lnTo>
                <a:cubicBezTo>
                  <a:pt x="11430000" y="2251888"/>
                  <a:pt x="11395888" y="2286000"/>
                  <a:pt x="11353808" y="2286000"/>
                </a:cubicBezTo>
                <a:lnTo>
                  <a:pt x="76192" y="2286000"/>
                </a:lnTo>
                <a:cubicBezTo>
                  <a:pt x="34112" y="2286000"/>
                  <a:pt x="0" y="2251888"/>
                  <a:pt x="0" y="22098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  <a:effectLst>
            <a:outerShdw dir="5400000" dist="88900" blurRad="1397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09529" y="3545663"/>
            <a:ext cx="11058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B22222"/>
                </a:solidFill>
                <a:latin typeface="MiSans"/>
                <a:ea typeface="MiSans"/>
                <a:cs typeface="MiSans"/>
                <a:sym typeface="MiSans"/>
              </a:rPr>
              <a:t>构建示例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628484" y="3964744"/>
            <a:ext cx="10953655" cy="1409700"/>
          </a:xfrm>
          <a:custGeom>
            <a:avLst/>
            <a:gdLst/>
            <a:ahLst/>
            <a:cxnLst/>
            <a:rect r="r" b="b" t="t" l="l"/>
            <a:pathLst>
              <a:path h="1409700" w="10953655">
                <a:moveTo>
                  <a:pt x="37910" y="0"/>
                </a:moveTo>
                <a:lnTo>
                  <a:pt x="10915551" y="0"/>
                </a:lnTo>
                <a:cubicBezTo>
                  <a:pt x="10936595" y="0"/>
                  <a:pt x="10953655" y="17060"/>
                  <a:pt x="10953655" y="38104"/>
                </a:cubicBezTo>
                <a:lnTo>
                  <a:pt x="10953655" y="1371596"/>
                </a:lnTo>
                <a:cubicBezTo>
                  <a:pt x="10953655" y="1392640"/>
                  <a:pt x="10936595" y="1409700"/>
                  <a:pt x="10915551" y="1409700"/>
                </a:cubicBezTo>
                <a:lnTo>
                  <a:pt x="37910" y="1409700"/>
                </a:lnTo>
                <a:cubicBezTo>
                  <a:pt x="16974" y="1409700"/>
                  <a:pt x="0" y="1392726"/>
                  <a:pt x="0" y="1371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1E2939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628484" y="3964744"/>
            <a:ext cx="37909" cy="1409700"/>
          </a:xfrm>
          <a:custGeom>
            <a:avLst/>
            <a:gdLst/>
            <a:ahLst/>
            <a:cxnLst/>
            <a:rect r="r" b="b" t="t" l="l"/>
            <a:pathLst>
              <a:path h="1409700" w="37909">
                <a:moveTo>
                  <a:pt x="37910" y="0"/>
                </a:moveTo>
                <a:lnTo>
                  <a:pt x="37910" y="0"/>
                </a:lnTo>
                <a:lnTo>
                  <a:pt x="37910" y="1409700"/>
                </a:lnTo>
                <a:lnTo>
                  <a:pt x="37910" y="1409700"/>
                </a:lnTo>
                <a:cubicBezTo>
                  <a:pt x="16974" y="1409700"/>
                  <a:pt x="0" y="1392726"/>
                  <a:pt x="0" y="1371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99822" y="4078998"/>
            <a:ext cx="106965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使用 32 个并行任务构建项目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99822" y="4292315"/>
            <a:ext cx="106965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MAX_JOBS=32 python3 -m pip install . --no-build-isolation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99822" y="4619885"/>
            <a:ext cx="106965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# 参数说明：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99822" y="4833203"/>
            <a:ext cx="106965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# MAX_JOBS=32 - 并行编译任务数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99822" y="5046529"/>
            <a:ext cx="10696575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# --no-build-isolation - 不使用隔离构建环境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35"/>
            <a:ext cx="12858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单元测试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640886"/>
            <a:ext cx="11525250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安装完成后可以运行测试，验证代码正确性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0433" y="2188517"/>
            <a:ext cx="5543455" cy="2324005"/>
          </a:xfrm>
          <a:custGeom>
            <a:avLst/>
            <a:gdLst/>
            <a:ahLst/>
            <a:cxnLst/>
            <a:rect r="r" b="b" t="t" l="l"/>
            <a:pathLst>
              <a:path h="2324005" w="5543455">
                <a:moveTo>
                  <a:pt x="76204" y="0"/>
                </a:moveTo>
                <a:lnTo>
                  <a:pt x="5467251" y="0"/>
                </a:lnTo>
                <a:cubicBezTo>
                  <a:pt x="5509337" y="0"/>
                  <a:pt x="5543455" y="34119"/>
                  <a:pt x="5543455" y="76204"/>
                </a:cubicBezTo>
                <a:lnTo>
                  <a:pt x="5543455" y="2247801"/>
                </a:lnTo>
                <a:cubicBezTo>
                  <a:pt x="5543455" y="2289887"/>
                  <a:pt x="5509337" y="2324005"/>
                  <a:pt x="5467251" y="2324005"/>
                </a:cubicBezTo>
                <a:lnTo>
                  <a:pt x="76204" y="2324005"/>
                </a:lnTo>
                <a:cubicBezTo>
                  <a:pt x="34119" y="2324005"/>
                  <a:pt x="0" y="2289887"/>
                  <a:pt x="0" y="224780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66584" y="2426568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2"/>
                  <a:pt x="13395" y="214312"/>
                </a:cubicBezTo>
                <a:lnTo>
                  <a:pt x="35719" y="214312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2" y="279778"/>
                  <a:pt x="214312" y="272355"/>
                </a:cubicBezTo>
                <a:lnTo>
                  <a:pt x="214312" y="250031"/>
                </a:lnTo>
                <a:cubicBezTo>
                  <a:pt x="234014" y="250031"/>
                  <a:pt x="250031" y="234014"/>
                  <a:pt x="250031" y="214312"/>
                </a:cubicBezTo>
                <a:lnTo>
                  <a:pt x="272355" y="214312"/>
                </a:lnTo>
                <a:cubicBezTo>
                  <a:pt x="279778" y="214312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2" y="35719"/>
                </a:cubicBezTo>
                <a:lnTo>
                  <a:pt x="214312" y="13395"/>
                </a:lnTo>
                <a:cubicBezTo>
                  <a:pt x="214312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8"/>
                </a:moveTo>
                <a:lnTo>
                  <a:pt x="196452" y="71438"/>
                </a:lnTo>
                <a:cubicBezTo>
                  <a:pt x="206332" y="71438"/>
                  <a:pt x="214312" y="79418"/>
                  <a:pt x="214312" y="89298"/>
                </a:cubicBezTo>
                <a:lnTo>
                  <a:pt x="214312" y="196452"/>
                </a:lnTo>
                <a:cubicBezTo>
                  <a:pt x="214312" y="206332"/>
                  <a:pt x="206332" y="214312"/>
                  <a:pt x="196452" y="214312"/>
                </a:cubicBezTo>
                <a:lnTo>
                  <a:pt x="89298" y="214312"/>
                </a:lnTo>
                <a:cubicBezTo>
                  <a:pt x="79418" y="214312"/>
                  <a:pt x="71438" y="206332"/>
                  <a:pt x="71438" y="196452"/>
                </a:cubicBezTo>
                <a:lnTo>
                  <a:pt x="71438" y="89298"/>
                </a:lnTo>
                <a:cubicBezTo>
                  <a:pt x="71438" y="79418"/>
                  <a:pt x="79418" y="71438"/>
                  <a:pt x="89298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99921" y="2436047"/>
            <a:ext cx="15049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NVIDIA / AMD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628484" y="2864681"/>
            <a:ext cx="5067300" cy="1409700"/>
          </a:xfrm>
          <a:custGeom>
            <a:avLst/>
            <a:gdLst/>
            <a:ahLst/>
            <a:cxnLst/>
            <a:rect r="r" b="b" t="t" l="l"/>
            <a:pathLst>
              <a:path h="1409700" w="5067300">
                <a:moveTo>
                  <a:pt x="76194" y="0"/>
                </a:moveTo>
                <a:lnTo>
                  <a:pt x="4991106" y="0"/>
                </a:lnTo>
                <a:cubicBezTo>
                  <a:pt x="5033159" y="0"/>
                  <a:pt x="5067300" y="34141"/>
                  <a:pt x="5067300" y="76194"/>
                </a:cubicBezTo>
                <a:lnTo>
                  <a:pt x="5067300" y="1333506"/>
                </a:lnTo>
                <a:cubicBezTo>
                  <a:pt x="5067300" y="1375587"/>
                  <a:pt x="5033187" y="1409700"/>
                  <a:pt x="4991106" y="1409700"/>
                </a:cubicBezTo>
                <a:lnTo>
                  <a:pt x="76194" y="1409700"/>
                </a:lnTo>
                <a:cubicBezTo>
                  <a:pt x="34141" y="1409700"/>
                  <a:pt x="0" y="1375559"/>
                  <a:pt x="0" y="133350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80866" y="3017072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进入单元测试目录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80866" y="3321834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cd python/test/unit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80866" y="3664651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运行 pytest 测试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80866" y="3893232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pytest -s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257815" y="2188517"/>
            <a:ext cx="5543455" cy="2324005"/>
          </a:xfrm>
          <a:custGeom>
            <a:avLst/>
            <a:gdLst/>
            <a:ahLst/>
            <a:cxnLst/>
            <a:rect r="r" b="b" t="t" l="l"/>
            <a:pathLst>
              <a:path h="2324005" w="5543455">
                <a:moveTo>
                  <a:pt x="76204" y="0"/>
                </a:moveTo>
                <a:lnTo>
                  <a:pt x="5467251" y="0"/>
                </a:lnTo>
                <a:cubicBezTo>
                  <a:pt x="5509337" y="0"/>
                  <a:pt x="5543455" y="34119"/>
                  <a:pt x="5543455" y="76204"/>
                </a:cubicBezTo>
                <a:lnTo>
                  <a:pt x="5543455" y="2247801"/>
                </a:lnTo>
                <a:cubicBezTo>
                  <a:pt x="5543455" y="2289887"/>
                  <a:pt x="5509337" y="2324005"/>
                  <a:pt x="5467251" y="2324005"/>
                </a:cubicBezTo>
                <a:lnTo>
                  <a:pt x="76204" y="2324005"/>
                </a:lnTo>
                <a:cubicBezTo>
                  <a:pt x="34119" y="2324005"/>
                  <a:pt x="0" y="2289887"/>
                  <a:pt x="0" y="224780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33333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33966" y="2426568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7" y="5972"/>
                  <a:pt x="71437" y="13395"/>
                </a:cubicBezTo>
                <a:lnTo>
                  <a:pt x="71437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2"/>
                  <a:pt x="13395" y="214312"/>
                </a:cubicBezTo>
                <a:lnTo>
                  <a:pt x="35719" y="214312"/>
                </a:lnTo>
                <a:cubicBezTo>
                  <a:pt x="35719" y="234014"/>
                  <a:pt x="51736" y="250031"/>
                  <a:pt x="71437" y="250031"/>
                </a:cubicBezTo>
                <a:lnTo>
                  <a:pt x="71437" y="272355"/>
                </a:lnTo>
                <a:cubicBezTo>
                  <a:pt x="71437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2" y="279778"/>
                  <a:pt x="214312" y="272355"/>
                </a:cubicBezTo>
                <a:lnTo>
                  <a:pt x="214312" y="250031"/>
                </a:lnTo>
                <a:cubicBezTo>
                  <a:pt x="234014" y="250031"/>
                  <a:pt x="250031" y="234014"/>
                  <a:pt x="250031" y="214312"/>
                </a:cubicBezTo>
                <a:lnTo>
                  <a:pt x="272355" y="214312"/>
                </a:lnTo>
                <a:cubicBezTo>
                  <a:pt x="279778" y="214312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2" y="35719"/>
                </a:cubicBezTo>
                <a:lnTo>
                  <a:pt x="214312" y="13395"/>
                </a:lnTo>
                <a:cubicBezTo>
                  <a:pt x="214312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8" y="71438"/>
                </a:moveTo>
                <a:lnTo>
                  <a:pt x="196452" y="71438"/>
                </a:lnTo>
                <a:cubicBezTo>
                  <a:pt x="206332" y="71438"/>
                  <a:pt x="214312" y="79418"/>
                  <a:pt x="214312" y="89298"/>
                </a:cubicBezTo>
                <a:lnTo>
                  <a:pt x="214312" y="196452"/>
                </a:lnTo>
                <a:cubicBezTo>
                  <a:pt x="214312" y="206332"/>
                  <a:pt x="206332" y="214312"/>
                  <a:pt x="196452" y="214312"/>
                </a:cubicBezTo>
                <a:lnTo>
                  <a:pt x="89298" y="214312"/>
                </a:lnTo>
                <a:cubicBezTo>
                  <a:pt x="79418" y="214312"/>
                  <a:pt x="71437" y="206332"/>
                  <a:pt x="71437" y="196452"/>
                </a:cubicBezTo>
                <a:lnTo>
                  <a:pt x="71437" y="89298"/>
                </a:lnTo>
                <a:cubicBezTo>
                  <a:pt x="71437" y="79418"/>
                  <a:pt x="79418" y="71438"/>
                  <a:pt x="89298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967303" y="2436047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其他后端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495866" y="2864681"/>
            <a:ext cx="5067300" cy="1409700"/>
          </a:xfrm>
          <a:custGeom>
            <a:avLst/>
            <a:gdLst/>
            <a:ahLst/>
            <a:cxnLst/>
            <a:rect r="r" b="b" t="t" l="l"/>
            <a:pathLst>
              <a:path h="1409700" w="5067300">
                <a:moveTo>
                  <a:pt x="76194" y="0"/>
                </a:moveTo>
                <a:lnTo>
                  <a:pt x="4991106" y="0"/>
                </a:lnTo>
                <a:cubicBezTo>
                  <a:pt x="5033159" y="0"/>
                  <a:pt x="5067300" y="34141"/>
                  <a:pt x="5067300" y="76194"/>
                </a:cubicBezTo>
                <a:lnTo>
                  <a:pt x="5067300" y="1333506"/>
                </a:lnTo>
                <a:cubicBezTo>
                  <a:pt x="5067300" y="1375587"/>
                  <a:pt x="5033187" y="1409700"/>
                  <a:pt x="4991106" y="1409700"/>
                </a:cubicBezTo>
                <a:lnTo>
                  <a:pt x="76194" y="1409700"/>
                </a:lnTo>
                <a:cubicBezTo>
                  <a:pt x="34141" y="1409700"/>
                  <a:pt x="0" y="1375559"/>
                  <a:pt x="0" y="133350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101828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48248" y="3017072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进入后端测试目录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48248" y="3321834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cd third_party/backend/python/test/unit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48248" y="3664651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05DF72"/>
                </a:solidFill>
                <a:latin typeface="MiSans"/>
                <a:ea typeface="MiSans"/>
                <a:cs typeface="MiSans"/>
                <a:sym typeface="MiSans"/>
              </a:rPr>
              <a:t># 运行 pytest 测试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48248" y="3893232"/>
            <a:ext cx="4838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pytest -s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380956" y="4750287"/>
            <a:ext cx="11430000" cy="647700"/>
          </a:xfrm>
          <a:custGeom>
            <a:avLst/>
            <a:gdLst/>
            <a:ahLst/>
            <a:cxnLst/>
            <a:rect r="r" b="b" t="t" l="l"/>
            <a:pathLst>
              <a:path h="647700" w="114300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571497"/>
                </a:lnTo>
                <a:cubicBezTo>
                  <a:pt x="11430000" y="613583"/>
                  <a:pt x="11395883" y="647700"/>
                  <a:pt x="11353797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599971" y="4959753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114300" y="228600"/>
                </a:moveTo>
                <a:cubicBezTo>
                  <a:pt x="177383" y="228600"/>
                  <a:pt x="228600" y="177383"/>
                  <a:pt x="228600" y="114300"/>
                </a:cubicBezTo>
                <a:cubicBezTo>
                  <a:pt x="228600" y="51217"/>
                  <a:pt x="177383" y="0"/>
                  <a:pt x="114300" y="0"/>
                </a:cubicBezTo>
                <a:cubicBezTo>
                  <a:pt x="51217" y="0"/>
                  <a:pt x="0" y="51217"/>
                  <a:pt x="0" y="114300"/>
                </a:cubicBezTo>
                <a:cubicBezTo>
                  <a:pt x="0" y="177383"/>
                  <a:pt x="51217" y="228600"/>
                  <a:pt x="114300" y="228600"/>
                </a:cubicBezTo>
                <a:close/>
                <a:moveTo>
                  <a:pt x="100013" y="71437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7" y="63552"/>
                  <a:pt x="128587" y="71437"/>
                </a:cubicBezTo>
                <a:cubicBezTo>
                  <a:pt x="128587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7"/>
                </a:cubicBezTo>
                <a:close/>
                <a:moveTo>
                  <a:pt x="96441" y="100013"/>
                </a:moveTo>
                <a:lnTo>
                  <a:pt x="117873" y="100013"/>
                </a:lnTo>
                <a:cubicBezTo>
                  <a:pt x="123810" y="100013"/>
                  <a:pt x="128587" y="104790"/>
                  <a:pt x="128587" y="110727"/>
                </a:cubicBezTo>
                <a:lnTo>
                  <a:pt x="128587" y="150019"/>
                </a:lnTo>
                <a:lnTo>
                  <a:pt x="132159" y="150019"/>
                </a:lnTo>
                <a:cubicBezTo>
                  <a:pt x="138099" y="150019"/>
                  <a:pt x="142875" y="154796"/>
                  <a:pt x="142875" y="160734"/>
                </a:cubicBezTo>
                <a:cubicBezTo>
                  <a:pt x="142875" y="166674"/>
                  <a:pt x="138099" y="171450"/>
                  <a:pt x="132159" y="171450"/>
                </a:cubicBezTo>
                <a:lnTo>
                  <a:pt x="96441" y="171450"/>
                </a:lnTo>
                <a:cubicBezTo>
                  <a:pt x="90501" y="171450"/>
                  <a:pt x="85725" y="166674"/>
                  <a:pt x="85725" y="160734"/>
                </a:cubicBezTo>
                <a:cubicBezTo>
                  <a:pt x="85725" y="154796"/>
                  <a:pt x="90501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1" y="121444"/>
                  <a:pt x="85725" y="116666"/>
                  <a:pt x="85725" y="110727"/>
                </a:cubicBezTo>
                <a:cubicBezTo>
                  <a:pt x="85725" y="104790"/>
                  <a:pt x="90501" y="100013"/>
                  <a:pt x="96441" y="10001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71381" y="4940731"/>
            <a:ext cx="3800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pytest -s</a:t>
            </a: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 参数表示显示测试输出信息，便于调试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5"/>
            <a:ext cx="18573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安全代码扫描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640886"/>
            <a:ext cx="11525250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项目配置了自动代码扫描，持续监控代码</a:t>
            </a:r>
            <a:r>
              <a:rPr lang="en-US" b="true" i="false" strike="noStrike" u="none" sz="15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安全性</a:t>
            </a:r>
            <a:r>
              <a:rPr lang="en-US" b="false" i="false" strike="noStrike" u="none" sz="15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15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合规性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80956" y="2179039"/>
            <a:ext cx="5562600" cy="1943100"/>
          </a:xfrm>
          <a:custGeom>
            <a:avLst/>
            <a:gdLst/>
            <a:ahLst/>
            <a:cxnLst/>
            <a:rect r="r" b="b" t="t" l="l"/>
            <a:pathLst>
              <a:path h="1943100" w="55626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529" y="2407611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触发条件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52391" y="2939562"/>
            <a:ext cx="200025" cy="215697"/>
          </a:xfrm>
          <a:custGeom>
            <a:avLst/>
            <a:gdLst/>
            <a:ahLst/>
            <a:cxnLst/>
            <a:rect r="r" b="b" t="t" l="l"/>
            <a:pathLst>
              <a:path h="215697" w="200025">
                <a:moveTo>
                  <a:pt x="114300" y="50185"/>
                </a:moveTo>
                <a:lnTo>
                  <a:pt x="114300" y="144259"/>
                </a:lnTo>
                <a:cubicBezTo>
                  <a:pt x="114300" y="152162"/>
                  <a:pt x="107914" y="158546"/>
                  <a:pt x="100013" y="158546"/>
                </a:cubicBezTo>
                <a:cubicBezTo>
                  <a:pt x="92111" y="158546"/>
                  <a:pt x="85725" y="152162"/>
                  <a:pt x="85725" y="144259"/>
                </a:cubicBezTo>
                <a:lnTo>
                  <a:pt x="85725" y="50185"/>
                </a:lnTo>
                <a:lnTo>
                  <a:pt x="67241" y="68669"/>
                </a:lnTo>
                <a:cubicBezTo>
                  <a:pt x="61658" y="74250"/>
                  <a:pt x="52596" y="74250"/>
                  <a:pt x="47015" y="68669"/>
                </a:cubicBezTo>
                <a:cubicBezTo>
                  <a:pt x="41434" y="63088"/>
                  <a:pt x="41434" y="54026"/>
                  <a:pt x="47015" y="48443"/>
                </a:cubicBezTo>
                <a:lnTo>
                  <a:pt x="89877" y="5581"/>
                </a:lnTo>
                <a:cubicBezTo>
                  <a:pt x="95458" y="0"/>
                  <a:pt x="104522" y="0"/>
                  <a:pt x="110103" y="5581"/>
                </a:cubicBezTo>
                <a:lnTo>
                  <a:pt x="152966" y="48443"/>
                </a:lnTo>
                <a:cubicBezTo>
                  <a:pt x="158547" y="54026"/>
                  <a:pt x="158547" y="63088"/>
                  <a:pt x="152966" y="68669"/>
                </a:cubicBezTo>
                <a:cubicBezTo>
                  <a:pt x="147383" y="74250"/>
                  <a:pt x="138321" y="74250"/>
                  <a:pt x="132740" y="68669"/>
                </a:cubicBezTo>
                <a:lnTo>
                  <a:pt x="114300" y="50185"/>
                </a:lnTo>
                <a:close/>
                <a:moveTo>
                  <a:pt x="100013" y="179978"/>
                </a:moveTo>
                <a:cubicBezTo>
                  <a:pt x="119747" y="179978"/>
                  <a:pt x="135731" y="163994"/>
                  <a:pt x="135731" y="144259"/>
                </a:cubicBezTo>
                <a:lnTo>
                  <a:pt x="171450" y="144259"/>
                </a:lnTo>
                <a:cubicBezTo>
                  <a:pt x="187211" y="144259"/>
                  <a:pt x="200025" y="157073"/>
                  <a:pt x="200025" y="172834"/>
                </a:cubicBezTo>
                <a:lnTo>
                  <a:pt x="200025" y="187122"/>
                </a:lnTo>
                <a:cubicBezTo>
                  <a:pt x="200025" y="202882"/>
                  <a:pt x="187211" y="215696"/>
                  <a:pt x="171450" y="215696"/>
                </a:cubicBezTo>
                <a:lnTo>
                  <a:pt x="28575" y="215696"/>
                </a:lnTo>
                <a:cubicBezTo>
                  <a:pt x="12814" y="215696"/>
                  <a:pt x="0" y="202882"/>
                  <a:pt x="0" y="187122"/>
                </a:cubicBezTo>
                <a:lnTo>
                  <a:pt x="0" y="172834"/>
                </a:lnTo>
                <a:cubicBezTo>
                  <a:pt x="0" y="157073"/>
                  <a:pt x="12814" y="144259"/>
                  <a:pt x="28575" y="144259"/>
                </a:cubicBezTo>
                <a:lnTo>
                  <a:pt x="64294" y="144259"/>
                </a:lnTo>
                <a:cubicBezTo>
                  <a:pt x="64294" y="163994"/>
                  <a:pt x="80278" y="179978"/>
                  <a:pt x="100013" y="179978"/>
                </a:cubicBezTo>
                <a:close/>
                <a:moveTo>
                  <a:pt x="164306" y="190693"/>
                </a:moveTo>
                <a:cubicBezTo>
                  <a:pt x="170219" y="190693"/>
                  <a:pt x="175023" y="185892"/>
                  <a:pt x="175023" y="179978"/>
                </a:cubicBezTo>
                <a:cubicBezTo>
                  <a:pt x="175023" y="174065"/>
                  <a:pt x="170219" y="169261"/>
                  <a:pt x="164306" y="169261"/>
                </a:cubicBezTo>
                <a:cubicBezTo>
                  <a:pt x="158392" y="169261"/>
                  <a:pt x="153591" y="174065"/>
                  <a:pt x="153591" y="179978"/>
                </a:cubicBezTo>
                <a:cubicBezTo>
                  <a:pt x="153591" y="185892"/>
                  <a:pt x="158392" y="190693"/>
                  <a:pt x="164306" y="19069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09514" y="2826702"/>
            <a:ext cx="16002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push 到 main 分支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09514" y="3093402"/>
            <a:ext cx="15811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主分支代码更新时触发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52391" y="3550481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6"/>
                  <a:pt x="41633" y="25002"/>
                  <a:pt x="35719" y="25002"/>
                </a:cubicBezTo>
                <a:cubicBezTo>
                  <a:pt x="29806" y="25002"/>
                  <a:pt x="25002" y="29806"/>
                  <a:pt x="25002" y="35719"/>
                </a:cubicBezTo>
                <a:cubicBezTo>
                  <a:pt x="25002" y="41633"/>
                  <a:pt x="29806" y="46434"/>
                  <a:pt x="35719" y="46434"/>
                </a:cubicBezTo>
                <a:close/>
                <a:moveTo>
                  <a:pt x="71437" y="35719"/>
                </a:moveTo>
                <a:cubicBezTo>
                  <a:pt x="71437" y="50363"/>
                  <a:pt x="62641" y="62954"/>
                  <a:pt x="50006" y="68445"/>
                </a:cubicBezTo>
                <a:lnTo>
                  <a:pt x="50006" y="100013"/>
                </a:lnTo>
                <a:lnTo>
                  <a:pt x="128587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5"/>
                </a:lnTo>
                <a:cubicBezTo>
                  <a:pt x="137384" y="62954"/>
                  <a:pt x="128587" y="50363"/>
                  <a:pt x="128587" y="35719"/>
                </a:cubicBezTo>
                <a:cubicBezTo>
                  <a:pt x="128587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5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7" y="128588"/>
                </a:cubicBezTo>
                <a:lnTo>
                  <a:pt x="50006" y="128588"/>
                </a:lnTo>
                <a:lnTo>
                  <a:pt x="50006" y="160155"/>
                </a:lnTo>
                <a:cubicBezTo>
                  <a:pt x="62641" y="165646"/>
                  <a:pt x="71437" y="178237"/>
                  <a:pt x="71437" y="192881"/>
                </a:cubicBezTo>
                <a:cubicBezTo>
                  <a:pt x="71437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5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7" y="15984"/>
                  <a:pt x="71437" y="35719"/>
                </a:cubicBezTo>
                <a:close/>
                <a:moveTo>
                  <a:pt x="175023" y="35719"/>
                </a:moveTo>
                <a:cubicBezTo>
                  <a:pt x="175023" y="29806"/>
                  <a:pt x="170219" y="25002"/>
                  <a:pt x="164306" y="25002"/>
                </a:cubicBezTo>
                <a:cubicBezTo>
                  <a:pt x="158392" y="25002"/>
                  <a:pt x="153591" y="29806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19" y="46434"/>
                  <a:pt x="175023" y="41633"/>
                  <a:pt x="175023" y="35719"/>
                </a:cubicBezTo>
                <a:close/>
                <a:moveTo>
                  <a:pt x="35719" y="203598"/>
                </a:moveTo>
                <a:cubicBezTo>
                  <a:pt x="41633" y="203598"/>
                  <a:pt x="46434" y="198794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6" y="182166"/>
                  <a:pt x="25002" y="186967"/>
                  <a:pt x="25002" y="192881"/>
                </a:cubicBezTo>
                <a:cubicBezTo>
                  <a:pt x="25002" y="198794"/>
                  <a:pt x="29806" y="203598"/>
                  <a:pt x="35719" y="2035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09514" y="3436227"/>
            <a:ext cx="126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Pull Request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09514" y="3702937"/>
            <a:ext cx="12477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提交 PR 时触发扫描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248338" y="2179039"/>
            <a:ext cx="5562600" cy="1943100"/>
          </a:xfrm>
          <a:custGeom>
            <a:avLst/>
            <a:gdLst/>
            <a:ahLst/>
            <a:cxnLst/>
            <a:rect r="r" b="b" t="t" l="l"/>
            <a:pathLst>
              <a:path h="1943100" w="55626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1866892"/>
                </a:lnTo>
                <a:cubicBezTo>
                  <a:pt x="5562600" y="1908980"/>
                  <a:pt x="5528480" y="1943100"/>
                  <a:pt x="54863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6911" y="2407611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扫描结果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534061" y="2940946"/>
            <a:ext cx="171450" cy="228600"/>
          </a:xfrm>
          <a:custGeom>
            <a:avLst/>
            <a:gdLst/>
            <a:ahLst/>
            <a:cxnLst/>
            <a:rect r="r" b="b" t="t" l="l"/>
            <a:pathLst>
              <a:path h="228600" w="17145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4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7" y="114300"/>
                </a:moveTo>
                <a:cubicBezTo>
                  <a:pt x="47640" y="114300"/>
                  <a:pt x="42863" y="119076"/>
                  <a:pt x="42863" y="125016"/>
                </a:cubicBezTo>
                <a:cubicBezTo>
                  <a:pt x="42863" y="130954"/>
                  <a:pt x="47640" y="135731"/>
                  <a:pt x="53577" y="135731"/>
                </a:cubicBezTo>
                <a:lnTo>
                  <a:pt x="117873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6"/>
                  <a:pt x="123810" y="114300"/>
                  <a:pt x="117873" y="114300"/>
                </a:cubicBezTo>
                <a:lnTo>
                  <a:pt x="53577" y="114300"/>
                </a:lnTo>
                <a:close/>
                <a:moveTo>
                  <a:pt x="53577" y="157162"/>
                </a:moveTo>
                <a:cubicBezTo>
                  <a:pt x="47640" y="157162"/>
                  <a:pt x="42863" y="161940"/>
                  <a:pt x="42863" y="167877"/>
                </a:cubicBezTo>
                <a:cubicBezTo>
                  <a:pt x="42863" y="173816"/>
                  <a:pt x="47640" y="178594"/>
                  <a:pt x="53577" y="178594"/>
                </a:cubicBezTo>
                <a:lnTo>
                  <a:pt x="117873" y="178594"/>
                </a:lnTo>
                <a:cubicBezTo>
                  <a:pt x="123810" y="178594"/>
                  <a:pt x="128588" y="173816"/>
                  <a:pt x="128588" y="167877"/>
                </a:cubicBezTo>
                <a:cubicBezTo>
                  <a:pt x="128588" y="161940"/>
                  <a:pt x="123810" y="157162"/>
                  <a:pt x="117873" y="157162"/>
                </a:cubicBezTo>
                <a:lnTo>
                  <a:pt x="53577" y="157162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876896" y="2826702"/>
            <a:ext cx="141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生成详细报告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76896" y="3093402"/>
            <a:ext cx="14001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包含发现的问题和建议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519774" y="3550481"/>
            <a:ext cx="199981" cy="228600"/>
          </a:xfrm>
          <a:custGeom>
            <a:avLst/>
            <a:gdLst/>
            <a:ahLst/>
            <a:cxnLst/>
            <a:rect r="r" b="b" t="t" l="l"/>
            <a:pathLst>
              <a:path h="228600" w="199981">
                <a:moveTo>
                  <a:pt x="100012" y="0"/>
                </a:moveTo>
                <a:cubicBezTo>
                  <a:pt x="92111" y="0"/>
                  <a:pt x="85725" y="6386"/>
                  <a:pt x="85725" y="14288"/>
                </a:cubicBezTo>
                <a:lnTo>
                  <a:pt x="85725" y="15716"/>
                </a:lnTo>
                <a:cubicBezTo>
                  <a:pt x="53132" y="22324"/>
                  <a:pt x="28575" y="51167"/>
                  <a:pt x="28575" y="85725"/>
                </a:cubicBezTo>
                <a:lnTo>
                  <a:pt x="28575" y="95414"/>
                </a:lnTo>
                <a:cubicBezTo>
                  <a:pt x="28575" y="116890"/>
                  <a:pt x="21253" y="137740"/>
                  <a:pt x="7857" y="154529"/>
                </a:cubicBezTo>
                <a:lnTo>
                  <a:pt x="3484" y="159976"/>
                </a:lnTo>
                <a:cubicBezTo>
                  <a:pt x="1206" y="162789"/>
                  <a:pt x="0" y="166271"/>
                  <a:pt x="0" y="169887"/>
                </a:cubicBezTo>
                <a:cubicBezTo>
                  <a:pt x="0" y="178638"/>
                  <a:pt x="7099" y="185738"/>
                  <a:pt x="15850" y="185738"/>
                </a:cubicBezTo>
                <a:lnTo>
                  <a:pt x="184130" y="185738"/>
                </a:lnTo>
                <a:cubicBezTo>
                  <a:pt x="192881" y="185738"/>
                  <a:pt x="199981" y="178638"/>
                  <a:pt x="199981" y="169887"/>
                </a:cubicBezTo>
                <a:cubicBezTo>
                  <a:pt x="199981" y="166271"/>
                  <a:pt x="198775" y="162789"/>
                  <a:pt x="196498" y="159976"/>
                </a:cubicBezTo>
                <a:lnTo>
                  <a:pt x="192122" y="154529"/>
                </a:lnTo>
                <a:cubicBezTo>
                  <a:pt x="178772" y="137740"/>
                  <a:pt x="171450" y="116890"/>
                  <a:pt x="171450" y="95414"/>
                </a:cubicBezTo>
                <a:lnTo>
                  <a:pt x="171450" y="85725"/>
                </a:lnTo>
                <a:cubicBezTo>
                  <a:pt x="171450" y="51167"/>
                  <a:pt x="146893" y="22324"/>
                  <a:pt x="114300" y="15716"/>
                </a:cubicBezTo>
                <a:lnTo>
                  <a:pt x="114300" y="14288"/>
                </a:lnTo>
                <a:cubicBezTo>
                  <a:pt x="114300" y="6386"/>
                  <a:pt x="107914" y="0"/>
                  <a:pt x="100012" y="0"/>
                </a:cubicBezTo>
                <a:close/>
                <a:moveTo>
                  <a:pt x="72330" y="207169"/>
                </a:moveTo>
                <a:cubicBezTo>
                  <a:pt x="75502" y="219492"/>
                  <a:pt x="86707" y="228600"/>
                  <a:pt x="100012" y="228600"/>
                </a:cubicBezTo>
                <a:cubicBezTo>
                  <a:pt x="113318" y="228600"/>
                  <a:pt x="124523" y="219492"/>
                  <a:pt x="127695" y="207169"/>
                </a:cubicBezTo>
                <a:lnTo>
                  <a:pt x="72330" y="207169"/>
                </a:lnTo>
                <a:close/>
              </a:path>
            </a:pathLst>
          </a:custGeom>
          <a:solidFill>
            <a:srgbClr val="B2222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76896" y="3436227"/>
            <a:ext cx="1152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自动通知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76896" y="3702937"/>
            <a:ext cx="1133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90196"/>
                  </a:srgbClr>
                </a:solidFill>
                <a:latin typeface="MiSans"/>
                <a:ea typeface="MiSans"/>
                <a:cs typeface="MiSans"/>
                <a:sym typeface="MiSans"/>
              </a:rPr>
              <a:t>及时反馈给开发者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380956" y="4350525"/>
            <a:ext cx="11430000" cy="1371600"/>
          </a:xfrm>
          <a:custGeom>
            <a:avLst/>
            <a:gdLst/>
            <a:ahLst/>
            <a:cxnLst/>
            <a:rect r="r" b="b" t="t" l="l"/>
            <a:pathLst>
              <a:path h="1371600" w="11430000">
                <a:moveTo>
                  <a:pt x="76206" y="0"/>
                </a:moveTo>
                <a:lnTo>
                  <a:pt x="11353794" y="0"/>
                </a:lnTo>
                <a:cubicBezTo>
                  <a:pt x="11395881" y="0"/>
                  <a:pt x="11430000" y="34119"/>
                  <a:pt x="11430000" y="76206"/>
                </a:cubicBezTo>
                <a:lnTo>
                  <a:pt x="11430000" y="1295394"/>
                </a:lnTo>
                <a:cubicBezTo>
                  <a:pt x="11430000" y="1337481"/>
                  <a:pt x="11395881" y="1371600"/>
                  <a:pt x="113537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6"/>
                  <a:pt x="34146" y="0"/>
                  <a:pt x="76206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09529" y="4579097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目的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656558" y="5036241"/>
            <a:ext cx="268003" cy="285304"/>
          </a:xfrm>
          <a:custGeom>
            <a:avLst/>
            <a:gdLst/>
            <a:ahLst/>
            <a:cxnLst/>
            <a:rect r="r" b="b" t="t" l="l"/>
            <a:pathLst>
              <a:path h="285304" w="268003">
                <a:moveTo>
                  <a:pt x="133946" y="0"/>
                </a:moveTo>
                <a:cubicBezTo>
                  <a:pt x="136513" y="0"/>
                  <a:pt x="139081" y="558"/>
                  <a:pt x="141425" y="1619"/>
                </a:cubicBezTo>
                <a:lnTo>
                  <a:pt x="246572" y="46211"/>
                </a:lnTo>
                <a:cubicBezTo>
                  <a:pt x="258850" y="51402"/>
                  <a:pt x="268003" y="63511"/>
                  <a:pt x="267948" y="78135"/>
                </a:cubicBezTo>
                <a:cubicBezTo>
                  <a:pt x="267668" y="133499"/>
                  <a:pt x="244897" y="234795"/>
                  <a:pt x="148736" y="280839"/>
                </a:cubicBezTo>
                <a:cubicBezTo>
                  <a:pt x="139415" y="285304"/>
                  <a:pt x="128588" y="285304"/>
                  <a:pt x="119269" y="280839"/>
                </a:cubicBezTo>
                <a:cubicBezTo>
                  <a:pt x="23050" y="234795"/>
                  <a:pt x="336" y="133499"/>
                  <a:pt x="56" y="78135"/>
                </a:cubicBezTo>
                <a:cubicBezTo>
                  <a:pt x="0" y="63511"/>
                  <a:pt x="9155" y="51402"/>
                  <a:pt x="21432" y="46211"/>
                </a:cubicBezTo>
                <a:lnTo>
                  <a:pt x="126523" y="1619"/>
                </a:lnTo>
                <a:cubicBezTo>
                  <a:pt x="128867" y="558"/>
                  <a:pt x="131379" y="0"/>
                  <a:pt x="133946" y="0"/>
                </a:cubicBezTo>
                <a:close/>
                <a:moveTo>
                  <a:pt x="133946" y="37281"/>
                </a:moveTo>
                <a:lnTo>
                  <a:pt x="133946" y="248302"/>
                </a:lnTo>
                <a:cubicBezTo>
                  <a:pt x="210965" y="211019"/>
                  <a:pt x="231670" y="128420"/>
                  <a:pt x="232173" y="78972"/>
                </a:cubicBezTo>
                <a:lnTo>
                  <a:pt x="133946" y="37337"/>
                </a:lnTo>
                <a:lnTo>
                  <a:pt x="133946" y="3733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80966" y="4998188"/>
            <a:ext cx="1609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提高安全性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80966" y="5264888"/>
            <a:ext cx="1600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及时发现潜在安全漏洞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211711" y="5036241"/>
            <a:ext cx="358470" cy="285750"/>
          </a:xfrm>
          <a:custGeom>
            <a:avLst/>
            <a:gdLst/>
            <a:ahLst/>
            <a:cxnLst/>
            <a:rect r="r" b="b" t="t" l="l"/>
            <a:pathLst>
              <a:path h="285750" w="358470">
                <a:moveTo>
                  <a:pt x="215261" y="17859"/>
                </a:moveTo>
                <a:lnTo>
                  <a:pt x="286699" y="17859"/>
                </a:lnTo>
                <a:cubicBezTo>
                  <a:pt x="296577" y="17859"/>
                  <a:pt x="304558" y="25839"/>
                  <a:pt x="304558" y="35719"/>
                </a:cubicBezTo>
                <a:cubicBezTo>
                  <a:pt x="304558" y="45597"/>
                  <a:pt x="296577" y="53577"/>
                  <a:pt x="286699" y="53577"/>
                </a:cubicBezTo>
                <a:lnTo>
                  <a:pt x="223298" y="53577"/>
                </a:lnTo>
                <a:cubicBezTo>
                  <a:pt x="220396" y="67977"/>
                  <a:pt x="210518" y="79865"/>
                  <a:pt x="197401" y="85559"/>
                </a:cubicBezTo>
                <a:lnTo>
                  <a:pt x="197401" y="250031"/>
                </a:lnTo>
                <a:lnTo>
                  <a:pt x="286699" y="250031"/>
                </a:lnTo>
                <a:cubicBezTo>
                  <a:pt x="296577" y="250031"/>
                  <a:pt x="304558" y="258012"/>
                  <a:pt x="304558" y="267891"/>
                </a:cubicBezTo>
                <a:cubicBezTo>
                  <a:pt x="304558" y="277769"/>
                  <a:pt x="296577" y="285750"/>
                  <a:pt x="286699" y="285750"/>
                </a:cubicBezTo>
                <a:lnTo>
                  <a:pt x="72387" y="285750"/>
                </a:lnTo>
                <a:cubicBezTo>
                  <a:pt x="62508" y="285750"/>
                  <a:pt x="54526" y="277769"/>
                  <a:pt x="54526" y="267891"/>
                </a:cubicBezTo>
                <a:cubicBezTo>
                  <a:pt x="54526" y="258012"/>
                  <a:pt x="62508" y="250031"/>
                  <a:pt x="72387" y="250031"/>
                </a:cubicBezTo>
                <a:lnTo>
                  <a:pt x="161683" y="250031"/>
                </a:lnTo>
                <a:lnTo>
                  <a:pt x="161683" y="85559"/>
                </a:lnTo>
                <a:cubicBezTo>
                  <a:pt x="148567" y="79809"/>
                  <a:pt x="138689" y="67921"/>
                  <a:pt x="135787" y="53577"/>
                </a:cubicBezTo>
                <a:lnTo>
                  <a:pt x="72387" y="53577"/>
                </a:lnTo>
                <a:cubicBezTo>
                  <a:pt x="62508" y="53577"/>
                  <a:pt x="54526" y="45597"/>
                  <a:pt x="54526" y="35719"/>
                </a:cubicBezTo>
                <a:cubicBezTo>
                  <a:pt x="54526" y="25839"/>
                  <a:pt x="62508" y="17859"/>
                  <a:pt x="72387" y="17859"/>
                </a:cubicBezTo>
                <a:lnTo>
                  <a:pt x="143824" y="17859"/>
                </a:lnTo>
                <a:cubicBezTo>
                  <a:pt x="151972" y="7032"/>
                  <a:pt x="164920" y="0"/>
                  <a:pt x="179543" y="0"/>
                </a:cubicBezTo>
                <a:cubicBezTo>
                  <a:pt x="194166" y="0"/>
                  <a:pt x="207113" y="7032"/>
                  <a:pt x="215261" y="17859"/>
                </a:cubicBezTo>
                <a:close/>
                <a:moveTo>
                  <a:pt x="246291" y="178594"/>
                </a:moveTo>
                <a:lnTo>
                  <a:pt x="327107" y="178594"/>
                </a:lnTo>
                <a:lnTo>
                  <a:pt x="286699" y="109277"/>
                </a:lnTo>
                <a:lnTo>
                  <a:pt x="246291" y="178594"/>
                </a:lnTo>
                <a:close/>
                <a:moveTo>
                  <a:pt x="286699" y="232173"/>
                </a:moveTo>
                <a:cubicBezTo>
                  <a:pt x="251594" y="232173"/>
                  <a:pt x="222405" y="213196"/>
                  <a:pt x="216378" y="188137"/>
                </a:cubicBezTo>
                <a:cubicBezTo>
                  <a:pt x="214927" y="181999"/>
                  <a:pt x="216937" y="175692"/>
                  <a:pt x="220117" y="170222"/>
                </a:cubicBezTo>
                <a:lnTo>
                  <a:pt x="273248" y="79139"/>
                </a:lnTo>
                <a:cubicBezTo>
                  <a:pt x="276039" y="74339"/>
                  <a:pt x="281175" y="71437"/>
                  <a:pt x="286699" y="71437"/>
                </a:cubicBezTo>
                <a:cubicBezTo>
                  <a:pt x="292223" y="71437"/>
                  <a:pt x="297359" y="74395"/>
                  <a:pt x="300150" y="79139"/>
                </a:cubicBezTo>
                <a:lnTo>
                  <a:pt x="353281" y="170222"/>
                </a:lnTo>
                <a:cubicBezTo>
                  <a:pt x="356461" y="175692"/>
                  <a:pt x="358471" y="181999"/>
                  <a:pt x="357020" y="188137"/>
                </a:cubicBezTo>
                <a:cubicBezTo>
                  <a:pt x="350993" y="213140"/>
                  <a:pt x="321804" y="232173"/>
                  <a:pt x="286699" y="232173"/>
                </a:cubicBezTo>
                <a:close/>
                <a:moveTo>
                  <a:pt x="71717" y="109277"/>
                </a:moveTo>
                <a:lnTo>
                  <a:pt x="31310" y="178594"/>
                </a:lnTo>
                <a:lnTo>
                  <a:pt x="112179" y="178594"/>
                </a:lnTo>
                <a:lnTo>
                  <a:pt x="71717" y="109277"/>
                </a:lnTo>
                <a:close/>
                <a:moveTo>
                  <a:pt x="1451" y="188137"/>
                </a:moveTo>
                <a:cubicBezTo>
                  <a:pt x="0" y="181999"/>
                  <a:pt x="2009" y="175692"/>
                  <a:pt x="5191" y="170222"/>
                </a:cubicBezTo>
                <a:lnTo>
                  <a:pt x="58323" y="79139"/>
                </a:lnTo>
                <a:cubicBezTo>
                  <a:pt x="61113" y="74339"/>
                  <a:pt x="66247" y="71437"/>
                  <a:pt x="71773" y="71437"/>
                </a:cubicBezTo>
                <a:cubicBezTo>
                  <a:pt x="77298" y="71437"/>
                  <a:pt x="82432" y="74395"/>
                  <a:pt x="85222" y="79139"/>
                </a:cubicBezTo>
                <a:lnTo>
                  <a:pt x="138355" y="170222"/>
                </a:lnTo>
                <a:cubicBezTo>
                  <a:pt x="141535" y="175692"/>
                  <a:pt x="143545" y="181999"/>
                  <a:pt x="142094" y="188137"/>
                </a:cubicBezTo>
                <a:cubicBezTo>
                  <a:pt x="136066" y="213140"/>
                  <a:pt x="106877" y="232173"/>
                  <a:pt x="71773" y="232173"/>
                </a:cubicBezTo>
                <a:cubicBezTo>
                  <a:pt x="36668" y="232173"/>
                  <a:pt x="7479" y="213196"/>
                  <a:pt x="1451" y="18813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81717" y="4998188"/>
            <a:ext cx="1609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保证代码合规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81717" y="5264888"/>
            <a:ext cx="1600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确保符合开源许可要求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5"/>
            <a:ext cx="38004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FlagOS 开放计算全球挑战赛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0434" y="1650364"/>
            <a:ext cx="3800476" cy="2000155"/>
          </a:xfrm>
          <a:custGeom>
            <a:avLst/>
            <a:gdLst/>
            <a:ahLst/>
            <a:cxnLst/>
            <a:rect r="r" b="b" t="t" l="l"/>
            <a:pathLst>
              <a:path h="2000155" w="3800476">
                <a:moveTo>
                  <a:pt x="52245" y="0"/>
                </a:moveTo>
                <a:lnTo>
                  <a:pt x="3748231" y="0"/>
                </a:lnTo>
                <a:cubicBezTo>
                  <a:pt x="3777085" y="0"/>
                  <a:pt x="3800476" y="34119"/>
                  <a:pt x="3800476" y="76206"/>
                </a:cubicBezTo>
                <a:lnTo>
                  <a:pt x="3800476" y="1923948"/>
                </a:lnTo>
                <a:cubicBezTo>
                  <a:pt x="3800476" y="1966037"/>
                  <a:pt x="3777085" y="2000155"/>
                  <a:pt x="3748231" y="2000155"/>
                </a:cubicBezTo>
                <a:lnTo>
                  <a:pt x="52245" y="2000155"/>
                </a:lnTo>
                <a:cubicBezTo>
                  <a:pt x="23391" y="2000155"/>
                  <a:pt x="0" y="1966037"/>
                  <a:pt x="0" y="1923948"/>
                </a:cubicBezTo>
                <a:lnTo>
                  <a:pt x="0" y="76206"/>
                </a:lnTo>
                <a:cubicBezTo>
                  <a:pt x="0" y="34146"/>
                  <a:pt x="23410" y="0"/>
                  <a:pt x="5224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28484" y="1888415"/>
            <a:ext cx="51625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主办方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28484" y="2307506"/>
            <a:ext cx="3242246" cy="495300"/>
          </a:xfrm>
          <a:custGeom>
            <a:avLst/>
            <a:gdLst/>
            <a:ahLst/>
            <a:cxnLst/>
            <a:rect r="r" b="b" t="t" l="l"/>
            <a:pathLst>
              <a:path h="495300" w="3242246">
                <a:moveTo>
                  <a:pt x="48757" y="0"/>
                </a:moveTo>
                <a:lnTo>
                  <a:pt x="3193490" y="0"/>
                </a:lnTo>
                <a:cubicBezTo>
                  <a:pt x="3220418" y="0"/>
                  <a:pt x="3242246" y="34117"/>
                  <a:pt x="3242246" y="76203"/>
                </a:cubicBezTo>
                <a:lnTo>
                  <a:pt x="3242246" y="419097"/>
                </a:lnTo>
                <a:cubicBezTo>
                  <a:pt x="3242246" y="461183"/>
                  <a:pt x="3220418" y="495300"/>
                  <a:pt x="3193490" y="495300"/>
                </a:cubicBezTo>
                <a:lnTo>
                  <a:pt x="48757" y="495300"/>
                </a:lnTo>
                <a:cubicBezTo>
                  <a:pt x="21829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21829" y="0"/>
                  <a:pt x="4875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742734" y="2465765"/>
            <a:ext cx="238125" cy="172641"/>
          </a:xfrm>
          <a:custGeom>
            <a:avLst/>
            <a:gdLst/>
            <a:ahLst/>
            <a:cxnLst/>
            <a:rect r="r" b="b" t="t" l="l"/>
            <a:pathLst>
              <a:path h="172641" w="238125">
                <a:moveTo>
                  <a:pt x="119062" y="0"/>
                </a:moveTo>
                <a:cubicBezTo>
                  <a:pt x="140419" y="0"/>
                  <a:pt x="157758" y="17340"/>
                  <a:pt x="157758" y="38696"/>
                </a:cubicBezTo>
                <a:cubicBezTo>
                  <a:pt x="157758" y="60052"/>
                  <a:pt x="140419" y="77392"/>
                  <a:pt x="119062" y="77392"/>
                </a:cubicBezTo>
                <a:cubicBezTo>
                  <a:pt x="97706" y="77392"/>
                  <a:pt x="80367" y="60052"/>
                  <a:pt x="80367" y="38696"/>
                </a:cubicBezTo>
                <a:cubicBezTo>
                  <a:pt x="80367" y="17340"/>
                  <a:pt x="97706" y="0"/>
                  <a:pt x="119062" y="0"/>
                </a:cubicBezTo>
                <a:close/>
                <a:moveTo>
                  <a:pt x="35719" y="26790"/>
                </a:moveTo>
                <a:cubicBezTo>
                  <a:pt x="50504" y="26790"/>
                  <a:pt x="62508" y="38794"/>
                  <a:pt x="62508" y="53579"/>
                </a:cubicBezTo>
                <a:cubicBezTo>
                  <a:pt x="62508" y="68365"/>
                  <a:pt x="50504" y="80369"/>
                  <a:pt x="35719" y="80369"/>
                </a:cubicBezTo>
                <a:cubicBezTo>
                  <a:pt x="20933" y="80369"/>
                  <a:pt x="8929" y="68365"/>
                  <a:pt x="8929" y="53579"/>
                </a:cubicBezTo>
                <a:cubicBezTo>
                  <a:pt x="8929" y="38794"/>
                  <a:pt x="20933" y="26790"/>
                  <a:pt x="35719" y="26790"/>
                </a:cubicBezTo>
                <a:close/>
                <a:moveTo>
                  <a:pt x="0" y="148829"/>
                </a:moveTo>
                <a:cubicBezTo>
                  <a:pt x="0" y="122524"/>
                  <a:pt x="21319" y="101204"/>
                  <a:pt x="47625" y="101204"/>
                </a:cubicBezTo>
                <a:cubicBezTo>
                  <a:pt x="52388" y="101204"/>
                  <a:pt x="57001" y="101910"/>
                  <a:pt x="61354" y="103213"/>
                </a:cubicBezTo>
                <a:cubicBezTo>
                  <a:pt x="49113" y="116907"/>
                  <a:pt x="41673" y="134988"/>
                  <a:pt x="41673" y="154782"/>
                </a:cubicBezTo>
                <a:lnTo>
                  <a:pt x="41673" y="160735"/>
                </a:lnTo>
                <a:cubicBezTo>
                  <a:pt x="41673" y="164977"/>
                  <a:pt x="42565" y="168996"/>
                  <a:pt x="44166" y="172642"/>
                </a:cubicBezTo>
                <a:lnTo>
                  <a:pt x="11906" y="172642"/>
                </a:lnTo>
                <a:cubicBezTo>
                  <a:pt x="5321" y="172642"/>
                  <a:pt x="0" y="167320"/>
                  <a:pt x="0" y="160735"/>
                </a:cubicBezTo>
                <a:lnTo>
                  <a:pt x="0" y="148829"/>
                </a:lnTo>
                <a:close/>
                <a:moveTo>
                  <a:pt x="193959" y="172642"/>
                </a:moveTo>
                <a:cubicBezTo>
                  <a:pt x="195560" y="168996"/>
                  <a:pt x="196452" y="164977"/>
                  <a:pt x="196452" y="160735"/>
                </a:cubicBezTo>
                <a:lnTo>
                  <a:pt x="196452" y="154782"/>
                </a:lnTo>
                <a:cubicBezTo>
                  <a:pt x="196452" y="134988"/>
                  <a:pt x="189012" y="116907"/>
                  <a:pt x="176771" y="103213"/>
                </a:cubicBezTo>
                <a:cubicBezTo>
                  <a:pt x="181124" y="101910"/>
                  <a:pt x="185738" y="101204"/>
                  <a:pt x="190500" y="101204"/>
                </a:cubicBezTo>
                <a:cubicBezTo>
                  <a:pt x="216806" y="101204"/>
                  <a:pt x="238125" y="122524"/>
                  <a:pt x="238125" y="148829"/>
                </a:cubicBezTo>
                <a:lnTo>
                  <a:pt x="238125" y="160735"/>
                </a:lnTo>
                <a:cubicBezTo>
                  <a:pt x="238125" y="167320"/>
                  <a:pt x="232804" y="172642"/>
                  <a:pt x="226219" y="172642"/>
                </a:cubicBezTo>
                <a:lnTo>
                  <a:pt x="193959" y="172642"/>
                </a:lnTo>
                <a:close/>
                <a:moveTo>
                  <a:pt x="175617" y="53579"/>
                </a:moveTo>
                <a:cubicBezTo>
                  <a:pt x="175617" y="38794"/>
                  <a:pt x="187621" y="26790"/>
                  <a:pt x="202406" y="26790"/>
                </a:cubicBezTo>
                <a:cubicBezTo>
                  <a:pt x="217192" y="26790"/>
                  <a:pt x="229196" y="38794"/>
                  <a:pt x="229196" y="53579"/>
                </a:cubicBezTo>
                <a:cubicBezTo>
                  <a:pt x="229196" y="68365"/>
                  <a:pt x="217192" y="80369"/>
                  <a:pt x="202406" y="80369"/>
                </a:cubicBezTo>
                <a:cubicBezTo>
                  <a:pt x="187621" y="80369"/>
                  <a:pt x="175617" y="68365"/>
                  <a:pt x="175617" y="53579"/>
                </a:cubicBezTo>
                <a:close/>
                <a:moveTo>
                  <a:pt x="59531" y="154782"/>
                </a:moveTo>
                <a:cubicBezTo>
                  <a:pt x="59531" y="121891"/>
                  <a:pt x="86171" y="95250"/>
                  <a:pt x="119062" y="95250"/>
                </a:cubicBezTo>
                <a:cubicBezTo>
                  <a:pt x="151954" y="95250"/>
                  <a:pt x="178594" y="121891"/>
                  <a:pt x="178594" y="154782"/>
                </a:cubicBezTo>
                <a:lnTo>
                  <a:pt x="178594" y="160735"/>
                </a:lnTo>
                <a:cubicBezTo>
                  <a:pt x="178594" y="167320"/>
                  <a:pt x="173272" y="172642"/>
                  <a:pt x="166688" y="172642"/>
                </a:cubicBezTo>
                <a:lnTo>
                  <a:pt x="71438" y="172642"/>
                </a:lnTo>
                <a:cubicBezTo>
                  <a:pt x="64853" y="172642"/>
                  <a:pt x="59531" y="167320"/>
                  <a:pt x="59531" y="160735"/>
                </a:cubicBezTo>
                <a:lnTo>
                  <a:pt x="59531" y="15478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95108" y="2421750"/>
            <a:ext cx="1476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众智 FlagOS 社区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628484" y="2916957"/>
            <a:ext cx="3242246" cy="495300"/>
          </a:xfrm>
          <a:custGeom>
            <a:avLst/>
            <a:gdLst/>
            <a:ahLst/>
            <a:cxnLst/>
            <a:rect r="r" b="b" t="t" l="l"/>
            <a:pathLst>
              <a:path h="495300" w="3242246">
                <a:moveTo>
                  <a:pt x="48757" y="0"/>
                </a:moveTo>
                <a:lnTo>
                  <a:pt x="3193490" y="0"/>
                </a:lnTo>
                <a:cubicBezTo>
                  <a:pt x="3220418" y="0"/>
                  <a:pt x="3242246" y="34117"/>
                  <a:pt x="3242246" y="76203"/>
                </a:cubicBezTo>
                <a:lnTo>
                  <a:pt x="3242246" y="419097"/>
                </a:lnTo>
                <a:cubicBezTo>
                  <a:pt x="3242246" y="461183"/>
                  <a:pt x="3220418" y="495300"/>
                  <a:pt x="3193490" y="495300"/>
                </a:cubicBezTo>
                <a:lnTo>
                  <a:pt x="48757" y="495300"/>
                </a:lnTo>
                <a:cubicBezTo>
                  <a:pt x="21829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21829" y="0"/>
                  <a:pt x="4875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765541" y="3074696"/>
            <a:ext cx="192471" cy="185068"/>
          </a:xfrm>
          <a:custGeom>
            <a:avLst/>
            <a:gdLst/>
            <a:ahLst/>
            <a:cxnLst/>
            <a:rect r="r" b="b" t="t" l="l"/>
            <a:pathLst>
              <a:path h="185068" w="192471">
                <a:moveTo>
                  <a:pt x="102171" y="2084"/>
                </a:moveTo>
                <a:cubicBezTo>
                  <a:pt x="98524" y="0"/>
                  <a:pt x="94024" y="0"/>
                  <a:pt x="90339" y="2084"/>
                </a:cubicBezTo>
                <a:lnTo>
                  <a:pt x="6996" y="49709"/>
                </a:lnTo>
                <a:cubicBezTo>
                  <a:pt x="2307" y="52389"/>
                  <a:pt x="0" y="57894"/>
                  <a:pt x="1377" y="63104"/>
                </a:cubicBezTo>
                <a:cubicBezTo>
                  <a:pt x="2754" y="68312"/>
                  <a:pt x="7516" y="71959"/>
                  <a:pt x="12911" y="71959"/>
                </a:cubicBezTo>
                <a:lnTo>
                  <a:pt x="24817" y="71959"/>
                </a:lnTo>
                <a:lnTo>
                  <a:pt x="24817" y="149349"/>
                </a:lnTo>
                <a:lnTo>
                  <a:pt x="24817" y="149349"/>
                </a:lnTo>
                <a:lnTo>
                  <a:pt x="5767" y="163637"/>
                </a:lnTo>
                <a:cubicBezTo>
                  <a:pt x="2754" y="165869"/>
                  <a:pt x="1005" y="169404"/>
                  <a:pt x="1005" y="173162"/>
                </a:cubicBezTo>
                <a:cubicBezTo>
                  <a:pt x="1005" y="179747"/>
                  <a:pt x="6326" y="185068"/>
                  <a:pt x="12911" y="185068"/>
                </a:cubicBezTo>
                <a:lnTo>
                  <a:pt x="179599" y="185068"/>
                </a:lnTo>
                <a:cubicBezTo>
                  <a:pt x="186184" y="185068"/>
                  <a:pt x="191505" y="179747"/>
                  <a:pt x="191505" y="173162"/>
                </a:cubicBezTo>
                <a:cubicBezTo>
                  <a:pt x="191505" y="169404"/>
                  <a:pt x="189756" y="165869"/>
                  <a:pt x="186743" y="163637"/>
                </a:cubicBezTo>
                <a:lnTo>
                  <a:pt x="167693" y="149349"/>
                </a:lnTo>
                <a:lnTo>
                  <a:pt x="167693" y="71959"/>
                </a:lnTo>
                <a:lnTo>
                  <a:pt x="179599" y="71959"/>
                </a:lnTo>
                <a:cubicBezTo>
                  <a:pt x="184994" y="71959"/>
                  <a:pt x="189719" y="68312"/>
                  <a:pt x="191096" y="63104"/>
                </a:cubicBezTo>
                <a:cubicBezTo>
                  <a:pt x="192471" y="57894"/>
                  <a:pt x="190166" y="52389"/>
                  <a:pt x="185478" y="49709"/>
                </a:cubicBezTo>
                <a:lnTo>
                  <a:pt x="102134" y="2084"/>
                </a:lnTo>
                <a:close/>
                <a:moveTo>
                  <a:pt x="149832" y="71959"/>
                </a:moveTo>
                <a:lnTo>
                  <a:pt x="149832" y="149349"/>
                </a:lnTo>
                <a:lnTo>
                  <a:pt x="126021" y="149349"/>
                </a:lnTo>
                <a:lnTo>
                  <a:pt x="126021" y="71959"/>
                </a:lnTo>
                <a:lnTo>
                  <a:pt x="149832" y="71959"/>
                </a:lnTo>
                <a:close/>
                <a:moveTo>
                  <a:pt x="108161" y="71959"/>
                </a:moveTo>
                <a:lnTo>
                  <a:pt x="108161" y="149349"/>
                </a:lnTo>
                <a:lnTo>
                  <a:pt x="84349" y="149349"/>
                </a:lnTo>
                <a:lnTo>
                  <a:pt x="84349" y="71959"/>
                </a:lnTo>
                <a:lnTo>
                  <a:pt x="108161" y="71959"/>
                </a:lnTo>
                <a:close/>
                <a:moveTo>
                  <a:pt x="66489" y="71959"/>
                </a:moveTo>
                <a:lnTo>
                  <a:pt x="66489" y="149349"/>
                </a:lnTo>
                <a:lnTo>
                  <a:pt x="42678" y="149349"/>
                </a:lnTo>
                <a:lnTo>
                  <a:pt x="42678" y="71959"/>
                </a:lnTo>
                <a:lnTo>
                  <a:pt x="66489" y="71959"/>
                </a:lnTo>
                <a:close/>
                <a:moveTo>
                  <a:pt x="96255" y="30287"/>
                </a:moveTo>
                <a:cubicBezTo>
                  <a:pt x="102826" y="30287"/>
                  <a:pt x="108161" y="35622"/>
                  <a:pt x="108161" y="42193"/>
                </a:cubicBezTo>
                <a:cubicBezTo>
                  <a:pt x="108161" y="48764"/>
                  <a:pt x="102826" y="54099"/>
                  <a:pt x="96255" y="54099"/>
                </a:cubicBezTo>
                <a:cubicBezTo>
                  <a:pt x="89684" y="54099"/>
                  <a:pt x="84349" y="48764"/>
                  <a:pt x="84349" y="42193"/>
                </a:cubicBezTo>
                <a:cubicBezTo>
                  <a:pt x="84349" y="35622"/>
                  <a:pt x="89684" y="30287"/>
                  <a:pt x="96255" y="3028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95108" y="3031210"/>
            <a:ext cx="19716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北京智源人工智能研究院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90434" y="3888264"/>
            <a:ext cx="3809954" cy="1801007"/>
          </a:xfrm>
          <a:custGeom>
            <a:avLst/>
            <a:gdLst/>
            <a:ahLst/>
            <a:cxnLst/>
            <a:rect r="r" b="b" t="t" l="l"/>
            <a:pathLst>
              <a:path h="1801007" w="3809954">
                <a:moveTo>
                  <a:pt x="25400" y="0"/>
                </a:moveTo>
                <a:lnTo>
                  <a:pt x="3784553" y="0"/>
                </a:lnTo>
                <a:cubicBezTo>
                  <a:pt x="3798581" y="0"/>
                  <a:pt x="3809954" y="57597"/>
                  <a:pt x="3809954" y="128647"/>
                </a:cubicBezTo>
                <a:lnTo>
                  <a:pt x="3809954" y="1672360"/>
                </a:lnTo>
                <a:cubicBezTo>
                  <a:pt x="3809954" y="1743409"/>
                  <a:pt x="3798581" y="1801007"/>
                  <a:pt x="3784553" y="1801007"/>
                </a:cubicBezTo>
                <a:lnTo>
                  <a:pt x="25400" y="1801007"/>
                </a:lnTo>
                <a:cubicBezTo>
                  <a:pt x="11372" y="1801007"/>
                  <a:pt x="0" y="1743409"/>
                  <a:pt x="0" y="1672360"/>
                </a:cubicBezTo>
                <a:lnTo>
                  <a:pt x="0" y="128647"/>
                </a:lnTo>
                <a:cubicBezTo>
                  <a:pt x="0" y="57645"/>
                  <a:pt x="11382" y="0"/>
                  <a:pt x="25400" y="0"/>
                </a:cubicBezTo>
                <a:close/>
              </a:path>
            </a:pathLst>
          </a:custGeom>
          <a:gradFill rotWithShape="true">
            <a:gsLst>
              <a:gs pos="0">
                <a:srgbClr val="8B0000">
                  <a:alpha val="100000"/>
                </a:srgbClr>
              </a:gs>
              <a:gs pos="100000">
                <a:srgbClr val="B22222">
                  <a:alpha val="100000"/>
                </a:srgbClr>
              </a:gs>
            </a:gsLst>
            <a:lin ang="0"/>
          </a:gra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53396" y="4250187"/>
            <a:ext cx="341427" cy="342900"/>
          </a:xfrm>
          <a:custGeom>
            <a:avLst/>
            <a:gdLst/>
            <a:ahLst/>
            <a:cxnLst/>
            <a:rect r="r" b="b" t="t" l="l"/>
            <a:pathLst>
              <a:path h="342900" w="341427">
                <a:moveTo>
                  <a:pt x="234671" y="187523"/>
                </a:moveTo>
                <a:lnTo>
                  <a:pt x="106821" y="187523"/>
                </a:lnTo>
                <a:cubicBezTo>
                  <a:pt x="108762" y="230721"/>
                  <a:pt x="118339" y="270502"/>
                  <a:pt x="131936" y="299636"/>
                </a:cubicBezTo>
                <a:cubicBezTo>
                  <a:pt x="139571" y="316045"/>
                  <a:pt x="147809" y="327630"/>
                  <a:pt x="155442" y="334729"/>
                </a:cubicBezTo>
                <a:cubicBezTo>
                  <a:pt x="162944" y="341761"/>
                  <a:pt x="168101" y="342900"/>
                  <a:pt x="170780" y="342900"/>
                </a:cubicBezTo>
                <a:cubicBezTo>
                  <a:pt x="173459" y="342900"/>
                  <a:pt x="178616" y="341761"/>
                  <a:pt x="186117" y="334729"/>
                </a:cubicBezTo>
                <a:cubicBezTo>
                  <a:pt x="193751" y="327630"/>
                  <a:pt x="201989" y="315977"/>
                  <a:pt x="209625" y="299636"/>
                </a:cubicBezTo>
                <a:cubicBezTo>
                  <a:pt x="223219" y="270502"/>
                  <a:pt x="232797" y="230721"/>
                  <a:pt x="234739" y="187523"/>
                </a:cubicBezTo>
                <a:close/>
                <a:moveTo>
                  <a:pt x="106754" y="155377"/>
                </a:moveTo>
                <a:lnTo>
                  <a:pt x="234605" y="155377"/>
                </a:lnTo>
                <a:cubicBezTo>
                  <a:pt x="232730" y="112179"/>
                  <a:pt x="223153" y="72398"/>
                  <a:pt x="209557" y="43264"/>
                </a:cubicBezTo>
                <a:cubicBezTo>
                  <a:pt x="201922" y="26923"/>
                  <a:pt x="193685" y="15270"/>
                  <a:pt x="186049" y="8171"/>
                </a:cubicBezTo>
                <a:cubicBezTo>
                  <a:pt x="178549" y="1139"/>
                  <a:pt x="173391" y="0"/>
                  <a:pt x="170713" y="0"/>
                </a:cubicBezTo>
                <a:cubicBezTo>
                  <a:pt x="168035" y="0"/>
                  <a:pt x="162877" y="1139"/>
                  <a:pt x="155376" y="8171"/>
                </a:cubicBezTo>
                <a:cubicBezTo>
                  <a:pt x="147741" y="15270"/>
                  <a:pt x="139504" y="26923"/>
                  <a:pt x="131869" y="43264"/>
                </a:cubicBezTo>
                <a:cubicBezTo>
                  <a:pt x="118273" y="72398"/>
                  <a:pt x="108696" y="112179"/>
                  <a:pt x="106754" y="155377"/>
                </a:cubicBezTo>
                <a:close/>
                <a:moveTo>
                  <a:pt x="74607" y="155377"/>
                </a:moveTo>
                <a:cubicBezTo>
                  <a:pt x="76951" y="98048"/>
                  <a:pt x="91752" y="44806"/>
                  <a:pt x="113384" y="9845"/>
                </a:cubicBezTo>
                <a:cubicBezTo>
                  <a:pt x="51703" y="31678"/>
                  <a:pt x="6295" y="87867"/>
                  <a:pt x="0" y="155377"/>
                </a:cubicBezTo>
                <a:lnTo>
                  <a:pt x="74607" y="155377"/>
                </a:lnTo>
                <a:close/>
                <a:moveTo>
                  <a:pt x="0" y="187523"/>
                </a:moveTo>
                <a:cubicBezTo>
                  <a:pt x="6295" y="255033"/>
                  <a:pt x="51703" y="311222"/>
                  <a:pt x="113384" y="333055"/>
                </a:cubicBezTo>
                <a:cubicBezTo>
                  <a:pt x="91752" y="298094"/>
                  <a:pt x="76951" y="244852"/>
                  <a:pt x="74607" y="187523"/>
                </a:cubicBezTo>
                <a:lnTo>
                  <a:pt x="0" y="187523"/>
                </a:lnTo>
                <a:close/>
                <a:moveTo>
                  <a:pt x="266819" y="187523"/>
                </a:moveTo>
                <a:cubicBezTo>
                  <a:pt x="264475" y="244852"/>
                  <a:pt x="249674" y="298094"/>
                  <a:pt x="228041" y="333055"/>
                </a:cubicBezTo>
                <a:cubicBezTo>
                  <a:pt x="289723" y="311155"/>
                  <a:pt x="335131" y="255033"/>
                  <a:pt x="341426" y="187523"/>
                </a:cubicBezTo>
                <a:lnTo>
                  <a:pt x="266819" y="187523"/>
                </a:lnTo>
                <a:close/>
                <a:moveTo>
                  <a:pt x="341426" y="155377"/>
                </a:moveTo>
                <a:cubicBezTo>
                  <a:pt x="335131" y="87867"/>
                  <a:pt x="289723" y="31678"/>
                  <a:pt x="228041" y="9845"/>
                </a:cubicBezTo>
                <a:cubicBezTo>
                  <a:pt x="249674" y="44806"/>
                  <a:pt x="264475" y="98048"/>
                  <a:pt x="266819" y="155377"/>
                </a:cubicBezTo>
                <a:lnTo>
                  <a:pt x="341426" y="15537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90477" y="4245211"/>
            <a:ext cx="9267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官方网站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9928" y="4670546"/>
            <a:ext cx="3273341" cy="1058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官方介绍：</a:t>
            </a:r>
            <a:r>
              <a:rPr lang="en-US" b="fals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  <a:hlinkClick r:id="rId2" tooltip="https://flagos.io/RaceDetai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https://flagos.io/RaceDetail</a:t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报名入口</a:t>
            </a:r>
            <a:r>
              <a:rPr lang="en-US" b="fals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：</a:t>
            </a:r>
            <a:r>
              <a:rPr lang="en-US" b="fals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  <a:hlinkClick r:id="rId3" tooltip="https://flagos.io/events?tab=competi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https://flagos.io/events</a:t>
            </a:r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4200525" y="1562100"/>
            <a:ext cx="8155940" cy="41668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9928" y="611525"/>
            <a:ext cx="12858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课程作业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0956" y="1640886"/>
            <a:ext cx="5657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作业要求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0956" y="2059977"/>
            <a:ext cx="5648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每位学生需要：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399911" y="2479058"/>
            <a:ext cx="5543455" cy="533400"/>
          </a:xfrm>
          <a:custGeom>
            <a:avLst/>
            <a:gdLst/>
            <a:ahLst/>
            <a:cxnLst/>
            <a:rect r="r" b="b" t="t" l="l"/>
            <a:pathLst>
              <a:path h="533400" w="5543455">
                <a:moveTo>
                  <a:pt x="37909" y="0"/>
                </a:moveTo>
                <a:lnTo>
                  <a:pt x="5467253" y="0"/>
                </a:lnTo>
                <a:cubicBezTo>
                  <a:pt x="5509339" y="0"/>
                  <a:pt x="5543455" y="34117"/>
                  <a:pt x="5543455" y="76203"/>
                </a:cubicBezTo>
                <a:lnTo>
                  <a:pt x="5543455" y="457197"/>
                </a:lnTo>
                <a:cubicBezTo>
                  <a:pt x="5543455" y="499283"/>
                  <a:pt x="5509339" y="533400"/>
                  <a:pt x="5467253" y="533400"/>
                </a:cubicBezTo>
                <a:lnTo>
                  <a:pt x="37909" y="533400"/>
                </a:lnTo>
                <a:cubicBezTo>
                  <a:pt x="16974" y="533400"/>
                  <a:pt x="0" y="516426"/>
                  <a:pt x="0" y="4954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99911" y="2479058"/>
            <a:ext cx="37909" cy="533400"/>
          </a:xfrm>
          <a:custGeom>
            <a:avLst/>
            <a:gdLst/>
            <a:ahLst/>
            <a:cxnLst/>
            <a:rect r="r" b="b" t="t" l="l"/>
            <a:pathLst>
              <a:path h="533400" w="37909">
                <a:moveTo>
                  <a:pt x="37909" y="0"/>
                </a:moveTo>
                <a:lnTo>
                  <a:pt x="37909" y="0"/>
                </a:lnTo>
                <a:lnTo>
                  <a:pt x="37909" y="533400"/>
                </a:lnTo>
                <a:lnTo>
                  <a:pt x="37909" y="533400"/>
                </a:lnTo>
                <a:cubicBezTo>
                  <a:pt x="16974" y="533400"/>
                  <a:pt x="0" y="516426"/>
                  <a:pt x="0" y="4954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533116" y="2593311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95016" y="2593311"/>
            <a:ext cx="381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130" y="2612343"/>
            <a:ext cx="1466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Fork FlagOS 仓库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399911" y="3126572"/>
            <a:ext cx="5543455" cy="533400"/>
          </a:xfrm>
          <a:custGeom>
            <a:avLst/>
            <a:gdLst/>
            <a:ahLst/>
            <a:cxnLst/>
            <a:rect r="r" b="b" t="t" l="l"/>
            <a:pathLst>
              <a:path h="533400" w="5543455">
                <a:moveTo>
                  <a:pt x="37909" y="0"/>
                </a:moveTo>
                <a:lnTo>
                  <a:pt x="5467253" y="0"/>
                </a:lnTo>
                <a:cubicBezTo>
                  <a:pt x="5509339" y="0"/>
                  <a:pt x="5543455" y="34117"/>
                  <a:pt x="5543455" y="76203"/>
                </a:cubicBezTo>
                <a:lnTo>
                  <a:pt x="5543455" y="457197"/>
                </a:lnTo>
                <a:cubicBezTo>
                  <a:pt x="5543455" y="499283"/>
                  <a:pt x="5509339" y="533400"/>
                  <a:pt x="5467253" y="533400"/>
                </a:cubicBezTo>
                <a:lnTo>
                  <a:pt x="37909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99911" y="3126572"/>
            <a:ext cx="37909" cy="533400"/>
          </a:xfrm>
          <a:custGeom>
            <a:avLst/>
            <a:gdLst/>
            <a:ahLst/>
            <a:cxnLst/>
            <a:rect r="r" b="b" t="t" l="l"/>
            <a:pathLst>
              <a:path h="533400" w="37909">
                <a:moveTo>
                  <a:pt x="37909" y="0"/>
                </a:moveTo>
                <a:lnTo>
                  <a:pt x="37909" y="0"/>
                </a:lnTo>
                <a:lnTo>
                  <a:pt x="37909" y="533400"/>
                </a:lnTo>
                <a:lnTo>
                  <a:pt x="37909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533116" y="3240825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95016" y="3240825"/>
            <a:ext cx="381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130" y="3259857"/>
            <a:ext cx="1838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提交一个 Pull Request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380956" y="3812223"/>
            <a:ext cx="5562600" cy="1447800"/>
          </a:xfrm>
          <a:custGeom>
            <a:avLst/>
            <a:gdLst/>
            <a:ahLst/>
            <a:cxnLst/>
            <a:rect r="r" b="b" t="t" l="l"/>
            <a:pathLst>
              <a:path h="1447800" w="5562600">
                <a:moveTo>
                  <a:pt x="76197" y="0"/>
                </a:moveTo>
                <a:lnTo>
                  <a:pt x="5486403" y="0"/>
                </a:lnTo>
                <a:cubicBezTo>
                  <a:pt x="5528457" y="0"/>
                  <a:pt x="5562600" y="34143"/>
                  <a:pt x="5562600" y="76197"/>
                </a:cubicBezTo>
                <a:lnTo>
                  <a:pt x="5562600" y="1371603"/>
                </a:lnTo>
                <a:cubicBezTo>
                  <a:pt x="5562600" y="1413657"/>
                  <a:pt x="5528457" y="1447800"/>
                  <a:pt x="54864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33338" y="3964605"/>
            <a:ext cx="533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任务类型（二选一）：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571438" y="4302537"/>
            <a:ext cx="114300" cy="152400"/>
          </a:xfrm>
          <a:custGeom>
            <a:avLst/>
            <a:gdLst/>
            <a:ahLst/>
            <a:cxnLst/>
            <a:rect r="r" b="b" t="t" l="l"/>
            <a:pathLst>
              <a:path h="152400" w="1143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9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4"/>
                  <a:pt x="65096" y="52387"/>
                  <a:pt x="69056" y="52387"/>
                </a:cubicBezTo>
                <a:lnTo>
                  <a:pt x="96887" y="52387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4"/>
                  <a:pt x="31760" y="90487"/>
                  <a:pt x="35719" y="90487"/>
                </a:cubicBezTo>
                <a:lnTo>
                  <a:pt x="78581" y="90487"/>
                </a:lnTo>
                <a:cubicBezTo>
                  <a:pt x="82540" y="90487"/>
                  <a:pt x="85725" y="87304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9"/>
                  <a:pt x="31760" y="119063"/>
                  <a:pt x="35719" y="119063"/>
                </a:cubicBezTo>
                <a:lnTo>
                  <a:pt x="78581" y="119063"/>
                </a:lnTo>
                <a:cubicBezTo>
                  <a:pt x="82540" y="119063"/>
                  <a:pt x="85725" y="115879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0988" y="4269367"/>
            <a:ext cx="50863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Documentation Fix（文档修改）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95238" y="4574130"/>
            <a:ext cx="533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或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542863" y="4912063"/>
            <a:ext cx="171450" cy="151864"/>
          </a:xfrm>
          <a:custGeom>
            <a:avLst/>
            <a:gdLst/>
            <a:ahLst/>
            <a:cxnLst/>
            <a:rect r="r" b="b" t="t" l="l"/>
            <a:pathLst>
              <a:path h="151864" w="171450"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lnTo>
                  <a:pt x="114300" y="29647"/>
                </a:lnTo>
                <a:cubicBezTo>
                  <a:pt x="114300" y="34320"/>
                  <a:pt x="110520" y="38100"/>
                  <a:pt x="105847" y="38100"/>
                </a:cubicBezTo>
                <a:lnTo>
                  <a:pt x="65634" y="38100"/>
                </a:lnTo>
                <a:cubicBezTo>
                  <a:pt x="60960" y="38100"/>
                  <a:pt x="57180" y="34320"/>
                  <a:pt x="57180" y="29647"/>
                </a:cubicBezTo>
                <a:lnTo>
                  <a:pt x="57180" y="28575"/>
                </a:lnTo>
                <a:close/>
                <a:moveTo>
                  <a:pt x="160020" y="32385"/>
                </a:moveTo>
                <a:cubicBezTo>
                  <a:pt x="163175" y="36582"/>
                  <a:pt x="162312" y="42565"/>
                  <a:pt x="158115" y="45720"/>
                </a:cubicBezTo>
                <a:lnTo>
                  <a:pt x="129004" y="67539"/>
                </a:lnTo>
                <a:cubicBezTo>
                  <a:pt x="130581" y="70187"/>
                  <a:pt x="131771" y="73104"/>
                  <a:pt x="132517" y="76200"/>
                </a:cubicBezTo>
                <a:lnTo>
                  <a:pt x="161925" y="76200"/>
                </a:lnTo>
                <a:cubicBezTo>
                  <a:pt x="167194" y="76200"/>
                  <a:pt x="171450" y="80456"/>
                  <a:pt x="171450" y="85725"/>
                </a:cubicBezTo>
                <a:cubicBezTo>
                  <a:pt x="171450" y="90994"/>
                  <a:pt x="167194" y="95250"/>
                  <a:pt x="161925" y="95250"/>
                </a:cubicBezTo>
                <a:lnTo>
                  <a:pt x="133350" y="95250"/>
                </a:lnTo>
                <a:lnTo>
                  <a:pt x="133350" y="104775"/>
                </a:lnTo>
                <a:cubicBezTo>
                  <a:pt x="133350" y="105548"/>
                  <a:pt x="133320" y="106354"/>
                  <a:pt x="133290" y="107126"/>
                </a:cubicBezTo>
                <a:lnTo>
                  <a:pt x="158115" y="125730"/>
                </a:lnTo>
                <a:cubicBezTo>
                  <a:pt x="162312" y="128885"/>
                  <a:pt x="163175" y="134868"/>
                  <a:pt x="160020" y="139065"/>
                </a:cubicBezTo>
                <a:cubicBezTo>
                  <a:pt x="156865" y="143262"/>
                  <a:pt x="150882" y="144125"/>
                  <a:pt x="146685" y="140970"/>
                </a:cubicBezTo>
                <a:lnTo>
                  <a:pt x="127903" y="126891"/>
                </a:lnTo>
                <a:cubicBezTo>
                  <a:pt x="120997" y="140047"/>
                  <a:pt x="108109" y="149572"/>
                  <a:pt x="92869" y="151864"/>
                </a:cubicBezTo>
                <a:lnTo>
                  <a:pt x="92869" y="83344"/>
                </a:lnTo>
                <a:cubicBezTo>
                  <a:pt x="92869" y="79385"/>
                  <a:pt x="89684" y="76200"/>
                  <a:pt x="85725" y="76200"/>
                </a:cubicBezTo>
                <a:cubicBezTo>
                  <a:pt x="81766" y="76200"/>
                  <a:pt x="78581" y="79385"/>
                  <a:pt x="78581" y="83344"/>
                </a:cubicBezTo>
                <a:lnTo>
                  <a:pt x="78581" y="151864"/>
                </a:lnTo>
                <a:cubicBezTo>
                  <a:pt x="63341" y="149572"/>
                  <a:pt x="50453" y="140047"/>
                  <a:pt x="43547" y="126891"/>
                </a:cubicBezTo>
                <a:lnTo>
                  <a:pt x="24765" y="140970"/>
                </a:lnTo>
                <a:cubicBezTo>
                  <a:pt x="20568" y="144125"/>
                  <a:pt x="14585" y="143262"/>
                  <a:pt x="11430" y="139065"/>
                </a:cubicBezTo>
                <a:cubicBezTo>
                  <a:pt x="8275" y="134868"/>
                  <a:pt x="9138" y="128885"/>
                  <a:pt x="13335" y="125730"/>
                </a:cubicBezTo>
                <a:lnTo>
                  <a:pt x="38160" y="107126"/>
                </a:lnTo>
                <a:cubicBezTo>
                  <a:pt x="38130" y="106354"/>
                  <a:pt x="38100" y="105579"/>
                  <a:pt x="38100" y="104775"/>
                </a:cubicBezTo>
                <a:lnTo>
                  <a:pt x="38100" y="95250"/>
                </a:lnTo>
                <a:lnTo>
                  <a:pt x="9525" y="95250"/>
                </a:lnTo>
                <a:cubicBezTo>
                  <a:pt x="4256" y="95250"/>
                  <a:pt x="0" y="90994"/>
                  <a:pt x="0" y="85725"/>
                </a:cubicBezTo>
                <a:cubicBezTo>
                  <a:pt x="0" y="80456"/>
                  <a:pt x="4256" y="76200"/>
                  <a:pt x="9525" y="76200"/>
                </a:cubicBezTo>
                <a:lnTo>
                  <a:pt x="38933" y="76200"/>
                </a:lnTo>
                <a:cubicBezTo>
                  <a:pt x="39679" y="73104"/>
                  <a:pt x="40869" y="70187"/>
                  <a:pt x="42446" y="67539"/>
                </a:cubicBezTo>
                <a:lnTo>
                  <a:pt x="13335" y="45720"/>
                </a:lnTo>
                <a:cubicBezTo>
                  <a:pt x="9138" y="42565"/>
                  <a:pt x="8275" y="36582"/>
                  <a:pt x="11430" y="32385"/>
                </a:cubicBezTo>
                <a:cubicBezTo>
                  <a:pt x="14585" y="28188"/>
                  <a:pt x="20568" y="27325"/>
                  <a:pt x="24765" y="30480"/>
                </a:cubicBezTo>
                <a:lnTo>
                  <a:pt x="57150" y="54769"/>
                </a:lnTo>
                <a:cubicBezTo>
                  <a:pt x="60811" y="53251"/>
                  <a:pt x="64830" y="52387"/>
                  <a:pt x="69056" y="52387"/>
                </a:cubicBezTo>
                <a:lnTo>
                  <a:pt x="102394" y="52387"/>
                </a:lnTo>
                <a:cubicBezTo>
                  <a:pt x="106620" y="52387"/>
                  <a:pt x="110639" y="53221"/>
                  <a:pt x="114300" y="54769"/>
                </a:cubicBezTo>
                <a:lnTo>
                  <a:pt x="146685" y="30480"/>
                </a:lnTo>
                <a:cubicBezTo>
                  <a:pt x="150882" y="27325"/>
                  <a:pt x="156865" y="28188"/>
                  <a:pt x="160020" y="3238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80988" y="4878893"/>
            <a:ext cx="50863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Bug Fix（修复小问题）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48338" y="1640886"/>
            <a:ext cx="5657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提交内容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248338" y="2059977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6374493" y="2224190"/>
            <a:ext cx="214313" cy="166761"/>
          </a:xfrm>
          <a:custGeom>
            <a:avLst/>
            <a:gdLst/>
            <a:ahLst/>
            <a:cxnLst/>
            <a:rect r="r" b="b" t="t" l="l"/>
            <a:pathLst>
              <a:path h="166761" w="214313">
                <a:moveTo>
                  <a:pt x="156083" y="23813"/>
                </a:moveTo>
                <a:cubicBezTo>
                  <a:pt x="149907" y="23813"/>
                  <a:pt x="143916" y="25487"/>
                  <a:pt x="138671" y="28538"/>
                </a:cubicBezTo>
                <a:cubicBezTo>
                  <a:pt x="132792" y="22585"/>
                  <a:pt x="125946" y="17599"/>
                  <a:pt x="118393" y="13841"/>
                </a:cubicBezTo>
                <a:cubicBezTo>
                  <a:pt x="128885" y="4913"/>
                  <a:pt x="142243" y="0"/>
                  <a:pt x="156083" y="0"/>
                </a:cubicBezTo>
                <a:cubicBezTo>
                  <a:pt x="188231" y="0"/>
                  <a:pt x="214313" y="26045"/>
                  <a:pt x="214313" y="58228"/>
                </a:cubicBezTo>
                <a:cubicBezTo>
                  <a:pt x="214313" y="73670"/>
                  <a:pt x="208173" y="88479"/>
                  <a:pt x="197272" y="99380"/>
                </a:cubicBezTo>
                <a:lnTo>
                  <a:pt x="170818" y="125834"/>
                </a:lnTo>
                <a:cubicBezTo>
                  <a:pt x="159916" y="136736"/>
                  <a:pt x="145106" y="142875"/>
                  <a:pt x="129667" y="142875"/>
                </a:cubicBezTo>
                <a:cubicBezTo>
                  <a:pt x="97519" y="142875"/>
                  <a:pt x="71437" y="116830"/>
                  <a:pt x="71437" y="84646"/>
                </a:cubicBezTo>
                <a:cubicBezTo>
                  <a:pt x="71437" y="84088"/>
                  <a:pt x="71437" y="83529"/>
                  <a:pt x="71476" y="82972"/>
                </a:cubicBezTo>
                <a:cubicBezTo>
                  <a:pt x="71661" y="76386"/>
                  <a:pt x="77130" y="71216"/>
                  <a:pt x="83716" y="71401"/>
                </a:cubicBezTo>
                <a:cubicBezTo>
                  <a:pt x="90301" y="71588"/>
                  <a:pt x="95474" y="77056"/>
                  <a:pt x="95287" y="83642"/>
                </a:cubicBezTo>
                <a:cubicBezTo>
                  <a:pt x="95287" y="83976"/>
                  <a:pt x="95287" y="84310"/>
                  <a:pt x="95287" y="84609"/>
                </a:cubicBezTo>
                <a:cubicBezTo>
                  <a:pt x="95287" y="103622"/>
                  <a:pt x="110691" y="119026"/>
                  <a:pt x="129704" y="119026"/>
                </a:cubicBezTo>
                <a:cubicBezTo>
                  <a:pt x="138819" y="119026"/>
                  <a:pt x="147563" y="115417"/>
                  <a:pt x="154037" y="108942"/>
                </a:cubicBezTo>
                <a:lnTo>
                  <a:pt x="180491" y="82488"/>
                </a:lnTo>
                <a:cubicBezTo>
                  <a:pt x="186927" y="76050"/>
                  <a:pt x="190574" y="67271"/>
                  <a:pt x="190574" y="58155"/>
                </a:cubicBezTo>
                <a:cubicBezTo>
                  <a:pt x="190574" y="39142"/>
                  <a:pt x="175171" y="23738"/>
                  <a:pt x="156158" y="23738"/>
                </a:cubicBezTo>
                <a:close/>
                <a:moveTo>
                  <a:pt x="102394" y="52574"/>
                </a:moveTo>
                <a:cubicBezTo>
                  <a:pt x="101688" y="52276"/>
                  <a:pt x="100980" y="51867"/>
                  <a:pt x="100347" y="51420"/>
                </a:cubicBezTo>
                <a:cubicBezTo>
                  <a:pt x="95659" y="49002"/>
                  <a:pt x="90301" y="47625"/>
                  <a:pt x="84684" y="47625"/>
                </a:cubicBezTo>
                <a:cubicBezTo>
                  <a:pt x="75568" y="47625"/>
                  <a:pt x="66824" y="51235"/>
                  <a:pt x="60350" y="57708"/>
                </a:cubicBezTo>
                <a:lnTo>
                  <a:pt x="33896" y="84163"/>
                </a:lnTo>
                <a:cubicBezTo>
                  <a:pt x="27459" y="90600"/>
                  <a:pt x="23813" y="99380"/>
                  <a:pt x="23813" y="108496"/>
                </a:cubicBezTo>
                <a:cubicBezTo>
                  <a:pt x="23813" y="127510"/>
                  <a:pt x="39216" y="142912"/>
                  <a:pt x="58229" y="142912"/>
                </a:cubicBezTo>
                <a:cubicBezTo>
                  <a:pt x="64367" y="142912"/>
                  <a:pt x="70358" y="141275"/>
                  <a:pt x="75604" y="138225"/>
                </a:cubicBezTo>
                <a:cubicBezTo>
                  <a:pt x="81483" y="144177"/>
                  <a:pt x="88329" y="149163"/>
                  <a:pt x="95921" y="152921"/>
                </a:cubicBezTo>
                <a:cubicBezTo>
                  <a:pt x="85427" y="161813"/>
                  <a:pt x="72107" y="166761"/>
                  <a:pt x="58229" y="166761"/>
                </a:cubicBezTo>
                <a:cubicBezTo>
                  <a:pt x="26082" y="166761"/>
                  <a:pt x="0" y="140718"/>
                  <a:pt x="0" y="108533"/>
                </a:cubicBezTo>
                <a:cubicBezTo>
                  <a:pt x="0" y="93093"/>
                  <a:pt x="6139" y="78284"/>
                  <a:pt x="17041" y="67381"/>
                </a:cubicBezTo>
                <a:lnTo>
                  <a:pt x="43495" y="40929"/>
                </a:lnTo>
                <a:cubicBezTo>
                  <a:pt x="54397" y="30026"/>
                  <a:pt x="69205" y="23886"/>
                  <a:pt x="84645" y="23886"/>
                </a:cubicBezTo>
                <a:cubicBezTo>
                  <a:pt x="116867" y="23886"/>
                  <a:pt x="142875" y="50155"/>
                  <a:pt x="142875" y="82264"/>
                </a:cubicBezTo>
                <a:cubicBezTo>
                  <a:pt x="142875" y="82748"/>
                  <a:pt x="142875" y="83232"/>
                  <a:pt x="142875" y="83716"/>
                </a:cubicBezTo>
                <a:cubicBezTo>
                  <a:pt x="142726" y="90302"/>
                  <a:pt x="137257" y="95473"/>
                  <a:pt x="130672" y="95325"/>
                </a:cubicBezTo>
                <a:cubicBezTo>
                  <a:pt x="124085" y="95177"/>
                  <a:pt x="118914" y="89705"/>
                  <a:pt x="119063" y="83120"/>
                </a:cubicBezTo>
                <a:cubicBezTo>
                  <a:pt x="119063" y="82823"/>
                  <a:pt x="119063" y="82563"/>
                  <a:pt x="119063" y="82264"/>
                </a:cubicBezTo>
                <a:cubicBezTo>
                  <a:pt x="119063" y="69726"/>
                  <a:pt x="112365" y="58714"/>
                  <a:pt x="102394" y="5264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14962" y="2174221"/>
            <a:ext cx="695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PR 链接</a:t>
            </a:r>
            <a:endParaRPr lang="en-US" sz="1100"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6248338" y="2669428"/>
            <a:ext cx="5562600" cy="495300"/>
          </a:xfrm>
          <a:custGeom>
            <a:avLst/>
            <a:gdLst/>
            <a:ahLst/>
            <a:cxnLst/>
            <a:rect r="r" b="b" t="t" l="l"/>
            <a:pathLst>
              <a:path h="4953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419097"/>
                </a:lnTo>
                <a:cubicBezTo>
                  <a:pt x="5562600" y="461183"/>
                  <a:pt x="5528483" y="495300"/>
                  <a:pt x="5486397" y="495300"/>
                </a:cubicBezTo>
                <a:lnTo>
                  <a:pt x="76203" y="495300"/>
                </a:lnTo>
                <a:cubicBezTo>
                  <a:pt x="34117" y="495300"/>
                  <a:pt x="0" y="461183"/>
                  <a:pt x="0" y="4190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410212" y="2821735"/>
            <a:ext cx="142875" cy="190500"/>
          </a:xfrm>
          <a:custGeom>
            <a:avLst/>
            <a:gdLst/>
            <a:ahLst/>
            <a:cxnLst/>
            <a:rect r="r" b="b" t="t" l="l"/>
            <a:pathLst>
              <a:path h="190500" w="142875">
                <a:moveTo>
                  <a:pt x="0" y="23813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1" y="6958"/>
                </a:cubicBezTo>
                <a:lnTo>
                  <a:pt x="135917" y="46620"/>
                </a:lnTo>
                <a:cubicBezTo>
                  <a:pt x="140382" y="51084"/>
                  <a:pt x="142875" y="57150"/>
                  <a:pt x="142875" y="63475"/>
                </a:cubicBezTo>
                <a:lnTo>
                  <a:pt x="142875" y="166687"/>
                </a:lnTo>
                <a:cubicBezTo>
                  <a:pt x="142875" y="179822"/>
                  <a:pt x="132197" y="190500"/>
                  <a:pt x="119062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7"/>
                </a:cubicBezTo>
                <a:lnTo>
                  <a:pt x="0" y="23813"/>
                </a:lnTo>
                <a:close/>
                <a:moveTo>
                  <a:pt x="77391" y="21767"/>
                </a:moveTo>
                <a:lnTo>
                  <a:pt x="77391" y="56554"/>
                </a:lnTo>
                <a:cubicBezTo>
                  <a:pt x="77391" y="61504"/>
                  <a:pt x="81371" y="65484"/>
                  <a:pt x="86321" y="65484"/>
                </a:cubicBezTo>
                <a:lnTo>
                  <a:pt x="121108" y="65484"/>
                </a:lnTo>
                <a:lnTo>
                  <a:pt x="77391" y="21767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79"/>
                </a:cubicBezTo>
                <a:cubicBezTo>
                  <a:pt x="35719" y="109129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9"/>
                  <a:pt x="107156" y="104179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7"/>
                  <a:pt x="44648" y="148827"/>
                </a:cubicBezTo>
                <a:lnTo>
                  <a:pt x="98227" y="148827"/>
                </a:lnTo>
                <a:cubicBezTo>
                  <a:pt x="103175" y="148827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714962" y="2783681"/>
            <a:ext cx="771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修改说明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48338" y="3393207"/>
            <a:ext cx="56578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学习目标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6267388" y="3850351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8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3"/>
                </a:cubicBezTo>
                <a:cubicBezTo>
                  <a:pt x="78090" y="118006"/>
                  <a:pt x="75545" y="116801"/>
                  <a:pt x="73971" y="114657"/>
                </a:cubicBezTo>
                <a:lnTo>
                  <a:pt x="57898" y="93226"/>
                </a:lnTo>
                <a:cubicBezTo>
                  <a:pt x="55220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3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4" y="58969"/>
                  <a:pt x="107659" y="57796"/>
                  <a:pt x="111442" y="60175"/>
                </a:cubicBezTo>
                <a:cubicBezTo>
                  <a:pt x="115226" y="62553"/>
                  <a:pt x="116365" y="67475"/>
                  <a:pt x="113988" y="71258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576870" y="3812298"/>
            <a:ext cx="1800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熟悉 GitHub 开源流程</a:t>
            </a:r>
            <a:endParaRPr lang="en-US" sz="1100"/>
          </a:p>
        </p:txBody>
      </p:sp>
      <p:sp>
        <p:nvSpPr>
          <p:cNvPr name="Freeform 32" id="32"/>
          <p:cNvSpPr/>
          <p:nvPr/>
        </p:nvSpPr>
        <p:spPr>
          <a:xfrm rot="0" flipH="false" flipV="false">
            <a:off x="6267388" y="4231305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8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3"/>
                </a:cubicBezTo>
                <a:cubicBezTo>
                  <a:pt x="78090" y="118006"/>
                  <a:pt x="75545" y="116801"/>
                  <a:pt x="73971" y="114657"/>
                </a:cubicBezTo>
                <a:lnTo>
                  <a:pt x="57898" y="93226"/>
                </a:lnTo>
                <a:cubicBezTo>
                  <a:pt x="55220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3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4" y="58969"/>
                  <a:pt x="107659" y="57796"/>
                  <a:pt x="111442" y="60175"/>
                </a:cubicBezTo>
                <a:cubicBezTo>
                  <a:pt x="115226" y="62553"/>
                  <a:pt x="116365" y="67475"/>
                  <a:pt x="113988" y="71258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576870" y="4193251"/>
            <a:ext cx="1457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体验真实开源协作</a:t>
            </a:r>
            <a:endParaRPr lang="en-US" sz="1100"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6267388" y="4612267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8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3"/>
                </a:cubicBezTo>
                <a:cubicBezTo>
                  <a:pt x="78090" y="118006"/>
                  <a:pt x="75545" y="116801"/>
                  <a:pt x="73971" y="114657"/>
                </a:cubicBezTo>
                <a:lnTo>
                  <a:pt x="57898" y="93226"/>
                </a:lnTo>
                <a:cubicBezTo>
                  <a:pt x="55220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3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4" y="58969"/>
                  <a:pt x="107659" y="57796"/>
                  <a:pt x="111442" y="60175"/>
                </a:cubicBezTo>
                <a:cubicBezTo>
                  <a:pt x="115226" y="62553"/>
                  <a:pt x="116365" y="67475"/>
                  <a:pt x="113988" y="71258"/>
                </a:cubicBezTo>
                <a:close/>
              </a:path>
            </a:pathLst>
          </a:custGeom>
          <a:solidFill>
            <a:srgbClr val="333333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576870" y="4574205"/>
            <a:ext cx="18669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理解 CI/CD 与代码规范</a:t>
            </a:r>
            <a:endParaRPr lang="en-US" sz="1100"/>
          </a:p>
        </p:txBody>
      </p:sp>
      <p:sp>
        <p:nvSpPr>
          <p:cNvPr name="Freeform 36" id="36"/>
          <p:cNvSpPr/>
          <p:nvPr/>
        </p:nvSpPr>
        <p:spPr>
          <a:xfrm rot="0" flipH="false" flipV="false">
            <a:off x="380956" y="5488428"/>
            <a:ext cx="11430000" cy="571500"/>
          </a:xfrm>
          <a:custGeom>
            <a:avLst/>
            <a:gdLst/>
            <a:ahLst/>
            <a:cxnLst/>
            <a:rect r="r" b="b" t="t" l="l"/>
            <a:pathLst>
              <a:path h="571500" w="114300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495303"/>
                </a:lnTo>
                <a:cubicBezTo>
                  <a:pt x="11430000" y="537385"/>
                  <a:pt x="11395885" y="571500"/>
                  <a:pt x="11353803" y="571500"/>
                </a:cubicBezTo>
                <a:lnTo>
                  <a:pt x="76197" y="571500"/>
                </a:lnTo>
                <a:cubicBezTo>
                  <a:pt x="34115" y="571500"/>
                  <a:pt x="0" y="537385"/>
                  <a:pt x="0" y="49530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37" id="37"/>
          <p:cNvSpPr/>
          <p:nvPr/>
        </p:nvSpPr>
        <p:spPr>
          <a:xfrm rot="0" flipH="false" flipV="false">
            <a:off x="4218986" y="5689430"/>
            <a:ext cx="192881" cy="150017"/>
          </a:xfrm>
          <a:custGeom>
            <a:avLst/>
            <a:gdLst/>
            <a:ahLst/>
            <a:cxnLst/>
            <a:rect r="r" b="b" t="t" l="l"/>
            <a:pathLst>
              <a:path h="150017" w="192881">
                <a:moveTo>
                  <a:pt x="16073" y="54850"/>
                </a:moveTo>
                <a:lnTo>
                  <a:pt x="86128" y="83682"/>
                </a:lnTo>
                <a:cubicBezTo>
                  <a:pt x="89408" y="85020"/>
                  <a:pt x="92892" y="85725"/>
                  <a:pt x="96441" y="85725"/>
                </a:cubicBezTo>
                <a:cubicBezTo>
                  <a:pt x="99990" y="85725"/>
                  <a:pt x="103473" y="85020"/>
                  <a:pt x="106754" y="83682"/>
                </a:cubicBezTo>
                <a:lnTo>
                  <a:pt x="187924" y="50263"/>
                </a:lnTo>
                <a:cubicBezTo>
                  <a:pt x="190939" y="49024"/>
                  <a:pt x="192881" y="46110"/>
                  <a:pt x="192881" y="42861"/>
                </a:cubicBezTo>
                <a:cubicBezTo>
                  <a:pt x="192881" y="39614"/>
                  <a:pt x="190939" y="36701"/>
                  <a:pt x="187924" y="35462"/>
                </a:cubicBezTo>
                <a:lnTo>
                  <a:pt x="106754" y="2042"/>
                </a:lnTo>
                <a:cubicBezTo>
                  <a:pt x="103473" y="703"/>
                  <a:pt x="99990" y="0"/>
                  <a:pt x="96441" y="0"/>
                </a:cubicBezTo>
                <a:cubicBezTo>
                  <a:pt x="92892" y="0"/>
                  <a:pt x="89408" y="703"/>
                  <a:pt x="86128" y="2042"/>
                </a:cubicBezTo>
                <a:lnTo>
                  <a:pt x="4956" y="35462"/>
                </a:lnTo>
                <a:cubicBezTo>
                  <a:pt x="1942" y="36701"/>
                  <a:pt x="0" y="39614"/>
                  <a:pt x="0" y="42861"/>
                </a:cubicBezTo>
                <a:lnTo>
                  <a:pt x="0" y="141982"/>
                </a:lnTo>
                <a:cubicBezTo>
                  <a:pt x="0" y="146435"/>
                  <a:pt x="3583" y="150018"/>
                  <a:pt x="8037" y="150018"/>
                </a:cubicBezTo>
                <a:cubicBezTo>
                  <a:pt x="12490" y="150018"/>
                  <a:pt x="16073" y="146435"/>
                  <a:pt x="16073" y="141982"/>
                </a:cubicBezTo>
                <a:lnTo>
                  <a:pt x="16073" y="54850"/>
                </a:lnTo>
                <a:close/>
                <a:moveTo>
                  <a:pt x="32148" y="78860"/>
                </a:moveTo>
                <a:lnTo>
                  <a:pt x="32148" y="117872"/>
                </a:lnTo>
                <a:cubicBezTo>
                  <a:pt x="32148" y="135618"/>
                  <a:pt x="60945" y="150018"/>
                  <a:pt x="96441" y="150018"/>
                </a:cubicBezTo>
                <a:cubicBezTo>
                  <a:pt x="131936" y="150018"/>
                  <a:pt x="160734" y="135618"/>
                  <a:pt x="160734" y="117872"/>
                </a:cubicBezTo>
                <a:lnTo>
                  <a:pt x="160734" y="78827"/>
                </a:lnTo>
                <a:lnTo>
                  <a:pt x="112881" y="98550"/>
                </a:lnTo>
                <a:cubicBezTo>
                  <a:pt x="107659" y="100693"/>
                  <a:pt x="102100" y="101798"/>
                  <a:pt x="96441" y="101798"/>
                </a:cubicBezTo>
                <a:cubicBezTo>
                  <a:pt x="90781" y="101798"/>
                  <a:pt x="85223" y="100693"/>
                  <a:pt x="79999" y="98550"/>
                </a:cubicBezTo>
                <a:lnTo>
                  <a:pt x="32148" y="78827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57175" y="5640809"/>
            <a:ext cx="10944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祝同学们顺利完成作业，开启开源贡献之旅！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
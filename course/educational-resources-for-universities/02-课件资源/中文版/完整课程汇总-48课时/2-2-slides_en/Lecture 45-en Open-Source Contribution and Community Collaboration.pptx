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337" r:id="rId2"/>
    <p:sldId id="27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9" r:id="rId25"/>
    <p:sldId id="280" r:id="rId26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813322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962124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lagos.io/RaceDetai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hyperlink" Target="https://flagos.io/events?tab=competiti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14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17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16.png"/><Relationship Id="rId29" Type="http://schemas.openxmlformats.org/officeDocument/2006/relationships/image" Target="../media/image21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19.png"/><Relationship Id="rId28" Type="http://schemas.openxmlformats.org/officeDocument/2006/relationships/image" Target="../media/image20.jpeg"/><Relationship Id="rId10" Type="http://schemas.openxmlformats.org/officeDocument/2006/relationships/tags" Target="../tags/tag19.xml"/><Relationship Id="rId19" Type="http://schemas.openxmlformats.org/officeDocument/2006/relationships/image" Target="../media/image15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18.png"/><Relationship Id="rId27" Type="http://schemas.openxmlformats.org/officeDocument/2006/relationships/hyperlink" Target="https://flagos.io/Ho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Lecture 45: Open-Source Contribution and Community Collaboration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4294967295"/>
          </p:nvPr>
        </p:nvSpPr>
        <p:spPr>
          <a:xfrm>
            <a:off x="1800225" y="4846638"/>
            <a:ext cx="10391775" cy="474662"/>
          </a:xfrm>
        </p:spPr>
        <p:txBody>
          <a:bodyPr/>
          <a:lstStyle/>
          <a:p>
            <a:r>
              <a:rPr lang="zh-CN" altLang="en-US" dirty="0">
                <a:effectLst/>
              </a:rPr>
              <a:t>How to Submit a PR to FlagOS, Code Standards, CI/CD Workflow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8"/>
            <a:ext cx="405832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 err="1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 Source Community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9910" y="1640886"/>
            <a:ext cx="45719" cy="764822"/>
          </a:xfrm>
          <a:custGeom>
            <a:avLst/>
            <a:gdLst/>
            <a:ahLst/>
            <a:cxnLst/>
            <a:rect l="l" t="t" r="r" b="b"/>
            <a:pathLst>
              <a:path w="37910" h="657225">
                <a:moveTo>
                  <a:pt x="0" y="0"/>
                </a:moveTo>
                <a:lnTo>
                  <a:pt x="37910" y="0"/>
                </a:lnTo>
                <a:lnTo>
                  <a:pt x="37910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Text 2"/>
          <p:cNvSpPr/>
          <p:nvPr/>
        </p:nvSpPr>
        <p:spPr>
          <a:xfrm>
            <a:off x="571248" y="1640886"/>
            <a:ext cx="7219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 Source Software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248" y="2021841"/>
            <a:ext cx="72104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Promotes global developer collaboration through public source code — anyone can view, use, modify, and distribute the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9910" y="2639041"/>
            <a:ext cx="45719" cy="832926"/>
          </a:xfrm>
          <a:custGeom>
            <a:avLst/>
            <a:gdLst/>
            <a:ahLst/>
            <a:cxnLst/>
            <a:rect l="l" t="t" r="r" b="b"/>
            <a:pathLst>
              <a:path w="37910" h="657225">
                <a:moveTo>
                  <a:pt x="0" y="0"/>
                </a:moveTo>
                <a:lnTo>
                  <a:pt x="37910" y="0"/>
                </a:lnTo>
                <a:lnTo>
                  <a:pt x="37910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571248" y="2639041"/>
            <a:ext cx="7219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Collaboration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248" y="3019997"/>
            <a:ext cx="72104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Developers worldwide can collaborate on projects, continuously improving software quality through code reviews and discussions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9911" y="3815958"/>
            <a:ext cx="37910" cy="933450"/>
          </a:xfrm>
          <a:custGeom>
            <a:avLst/>
            <a:gdLst/>
            <a:ahLst/>
            <a:cxnLst/>
            <a:rect l="l" t="t" r="r" b="b"/>
            <a:pathLst>
              <a:path w="37910" h="933450">
                <a:moveTo>
                  <a:pt x="0" y="0"/>
                </a:moveTo>
                <a:lnTo>
                  <a:pt x="37910" y="0"/>
                </a:lnTo>
                <a:lnTo>
                  <a:pt x="37910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571248" y="3815958"/>
            <a:ext cx="7219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GitHub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248" y="4196914"/>
            <a:ext cx="72104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The most popular open source collaboration platform, offering code hosting, version control, issue tracking, and a complete Pull Request workflow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9911" y="5058366"/>
            <a:ext cx="37910" cy="657225"/>
          </a:xfrm>
          <a:custGeom>
            <a:avLst/>
            <a:gdLst/>
            <a:ahLst/>
            <a:cxnLst/>
            <a:rect l="l" t="t" r="r" b="b"/>
            <a:pathLst>
              <a:path w="37910" h="657225">
                <a:moveTo>
                  <a:pt x="0" y="0"/>
                </a:moveTo>
                <a:lnTo>
                  <a:pt x="37910" y="0"/>
                </a:lnTo>
                <a:lnTo>
                  <a:pt x="37910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571248" y="5058366"/>
            <a:ext cx="7219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 Source in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248" y="5439322"/>
            <a:ext cx="72104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Core AI frameworks like PyTorch, TensorFlow, and Hugging Face all use open source models, driving rapid industry growth</a:t>
            </a:r>
            <a:endParaRPr lang="en-US" sz="1600" dirty="0"/>
          </a:p>
        </p:txBody>
      </p:sp>
      <p:pic>
        <p:nvPicPr>
          <p:cNvPr id="15" name="Image 0" descr="https://kimi-web-img.moonshot.cn/img/repository-images.githubusercontent.com/52a6a45b173541da7c0f64a2543a79a851fdeffa"/>
          <p:cNvPicPr>
            <a:picLocks noChangeAspect="1"/>
          </p:cNvPicPr>
          <p:nvPr/>
        </p:nvPicPr>
        <p:blipFill>
          <a:blip r:embed="rId3"/>
          <a:srcRect t="78" b="78"/>
          <a:stretch>
            <a:fillRect/>
          </a:stretch>
        </p:blipFill>
        <p:spPr>
          <a:xfrm>
            <a:off x="8001030" y="2254783"/>
            <a:ext cx="3810000" cy="2028825"/>
          </a:xfrm>
          <a:prstGeom prst="roundRect">
            <a:avLst>
              <a:gd name="adj" fmla="val 3756"/>
            </a:avLst>
          </a:prstGeom>
        </p:spPr>
      </p:pic>
      <p:sp>
        <p:nvSpPr>
          <p:cNvPr id="16" name="Text 13"/>
          <p:cNvSpPr/>
          <p:nvPr/>
        </p:nvSpPr>
        <p:spPr>
          <a:xfrm>
            <a:off x="7967692" y="4439150"/>
            <a:ext cx="387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GitHub Topics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552" y="555146"/>
            <a:ext cx="5032228" cy="31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5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FlagOS &amp; FlagTree Projects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45832" y="1489599"/>
            <a:ext cx="5611779" cy="1980119"/>
          </a:xfrm>
          <a:custGeom>
            <a:avLst/>
            <a:gdLst/>
            <a:ahLst/>
            <a:cxnLst/>
            <a:rect l="l" t="t" r="r" b="b"/>
            <a:pathLst>
              <a:path w="5611779" h="1980119">
                <a:moveTo>
                  <a:pt x="69166" y="0"/>
                </a:moveTo>
                <a:lnTo>
                  <a:pt x="5542613" y="0"/>
                </a:lnTo>
                <a:cubicBezTo>
                  <a:pt x="5580812" y="0"/>
                  <a:pt x="5611779" y="30966"/>
                  <a:pt x="5611779" y="69166"/>
                </a:cubicBezTo>
                <a:lnTo>
                  <a:pt x="5611779" y="1910954"/>
                </a:lnTo>
                <a:cubicBezTo>
                  <a:pt x="5611779" y="1949153"/>
                  <a:pt x="5580812" y="1980119"/>
                  <a:pt x="5542613" y="1980119"/>
                </a:cubicBezTo>
                <a:lnTo>
                  <a:pt x="69166" y="1980119"/>
                </a:lnTo>
                <a:cubicBezTo>
                  <a:pt x="30966" y="1980119"/>
                  <a:pt x="0" y="1949153"/>
                  <a:pt x="0" y="1910954"/>
                </a:cubicBezTo>
                <a:lnTo>
                  <a:pt x="0" y="69166"/>
                </a:lnTo>
                <a:cubicBezTo>
                  <a:pt x="0" y="30966"/>
                  <a:pt x="30966" y="0"/>
                  <a:pt x="69166" y="0"/>
                </a:cubicBezTo>
                <a:close/>
              </a:path>
            </a:pathLst>
          </a:custGeom>
          <a:gradFill flip="none" rotWithShape="1">
            <a:gsLst>
              <a:gs pos="0">
                <a:srgbClr val="8B0000"/>
              </a:gs>
              <a:gs pos="100000">
                <a:srgbClr val="B22222"/>
              </a:gs>
            </a:gsLst>
            <a:lin ang="2700000" scaled="1"/>
          </a:gradFill>
          <a:effectLst>
            <a:outerShdw blurRad="129702" dist="864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7918" y="1705701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17796" y="2635"/>
                </a:moveTo>
                <a:cubicBezTo>
                  <a:pt x="125345" y="-861"/>
                  <a:pt x="134059" y="-861"/>
                  <a:pt x="141608" y="2635"/>
                </a:cubicBezTo>
                <a:lnTo>
                  <a:pt x="252362" y="53806"/>
                </a:lnTo>
                <a:cubicBezTo>
                  <a:pt x="256668" y="55782"/>
                  <a:pt x="259404" y="60089"/>
                  <a:pt x="259404" y="64851"/>
                </a:cubicBezTo>
                <a:cubicBezTo>
                  <a:pt x="259404" y="69614"/>
                  <a:pt x="256668" y="73920"/>
                  <a:pt x="252362" y="75896"/>
                </a:cubicBezTo>
                <a:lnTo>
                  <a:pt x="141608" y="127068"/>
                </a:lnTo>
                <a:cubicBezTo>
                  <a:pt x="134059" y="130563"/>
                  <a:pt x="125345" y="130563"/>
                  <a:pt x="117796" y="127068"/>
                </a:cubicBezTo>
                <a:lnTo>
                  <a:pt x="7042" y="75896"/>
                </a:lnTo>
                <a:cubicBezTo>
                  <a:pt x="2736" y="73869"/>
                  <a:pt x="0" y="69563"/>
                  <a:pt x="0" y="64851"/>
                </a:cubicBezTo>
                <a:cubicBezTo>
                  <a:pt x="0" y="60139"/>
                  <a:pt x="2736" y="55782"/>
                  <a:pt x="7042" y="53806"/>
                </a:cubicBezTo>
                <a:lnTo>
                  <a:pt x="117796" y="2635"/>
                </a:lnTo>
                <a:close/>
                <a:moveTo>
                  <a:pt x="24370" y="110652"/>
                </a:moveTo>
                <a:lnTo>
                  <a:pt x="107612" y="149107"/>
                </a:lnTo>
                <a:cubicBezTo>
                  <a:pt x="121646" y="155592"/>
                  <a:pt x="137809" y="155592"/>
                  <a:pt x="151843" y="149107"/>
                </a:cubicBezTo>
                <a:lnTo>
                  <a:pt x="235085" y="110652"/>
                </a:lnTo>
                <a:lnTo>
                  <a:pt x="252362" y="118657"/>
                </a:lnTo>
                <a:cubicBezTo>
                  <a:pt x="256668" y="120633"/>
                  <a:pt x="259404" y="124940"/>
                  <a:pt x="259404" y="129702"/>
                </a:cubicBezTo>
                <a:cubicBezTo>
                  <a:pt x="259404" y="134465"/>
                  <a:pt x="256668" y="138771"/>
                  <a:pt x="252362" y="140747"/>
                </a:cubicBezTo>
                <a:lnTo>
                  <a:pt x="141608" y="191919"/>
                </a:lnTo>
                <a:cubicBezTo>
                  <a:pt x="134059" y="195414"/>
                  <a:pt x="125345" y="195414"/>
                  <a:pt x="117796" y="191919"/>
                </a:cubicBezTo>
                <a:lnTo>
                  <a:pt x="7042" y="140747"/>
                </a:lnTo>
                <a:cubicBezTo>
                  <a:pt x="2736" y="138720"/>
                  <a:pt x="0" y="134414"/>
                  <a:pt x="0" y="129702"/>
                </a:cubicBezTo>
                <a:cubicBezTo>
                  <a:pt x="0" y="124990"/>
                  <a:pt x="2736" y="120633"/>
                  <a:pt x="7042" y="118657"/>
                </a:cubicBezTo>
                <a:lnTo>
                  <a:pt x="24319" y="110652"/>
                </a:lnTo>
                <a:close/>
                <a:moveTo>
                  <a:pt x="7042" y="183508"/>
                </a:moveTo>
                <a:lnTo>
                  <a:pt x="24319" y="175503"/>
                </a:lnTo>
                <a:lnTo>
                  <a:pt x="107562" y="213958"/>
                </a:lnTo>
                <a:cubicBezTo>
                  <a:pt x="121596" y="220443"/>
                  <a:pt x="137758" y="220443"/>
                  <a:pt x="151792" y="213958"/>
                </a:cubicBezTo>
                <a:lnTo>
                  <a:pt x="235034" y="175503"/>
                </a:lnTo>
                <a:lnTo>
                  <a:pt x="252311" y="183508"/>
                </a:lnTo>
                <a:cubicBezTo>
                  <a:pt x="256618" y="185484"/>
                  <a:pt x="259354" y="189791"/>
                  <a:pt x="259354" y="194553"/>
                </a:cubicBezTo>
                <a:cubicBezTo>
                  <a:pt x="259354" y="199316"/>
                  <a:pt x="256618" y="203622"/>
                  <a:pt x="252311" y="205598"/>
                </a:cubicBezTo>
                <a:lnTo>
                  <a:pt x="141558" y="256770"/>
                </a:lnTo>
                <a:cubicBezTo>
                  <a:pt x="134009" y="260266"/>
                  <a:pt x="125294" y="260266"/>
                  <a:pt x="117745" y="256770"/>
                </a:cubicBezTo>
                <a:lnTo>
                  <a:pt x="7042" y="205598"/>
                </a:lnTo>
                <a:cubicBezTo>
                  <a:pt x="2736" y="203572"/>
                  <a:pt x="0" y="199265"/>
                  <a:pt x="0" y="194553"/>
                </a:cubicBezTo>
                <a:cubicBezTo>
                  <a:pt x="0" y="189841"/>
                  <a:pt x="2736" y="185484"/>
                  <a:pt x="7042" y="18350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981303" y="1697098"/>
            <a:ext cx="830094" cy="276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FlagOS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3331" y="2112028"/>
            <a:ext cx="5274553" cy="2507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Unified AI System Software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0625" y="253341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773365" y="2503300"/>
            <a:ext cx="5045873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Supports Multiple AI Chips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0625" y="2810079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773365" y="2779965"/>
            <a:ext cx="5045873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Supports Multiple Computing Platforms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0625" y="3086744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773365" y="3056631"/>
            <a:ext cx="5045873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Unified Programming Interface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311" y="1489599"/>
            <a:ext cx="5611779" cy="1980119"/>
          </a:xfrm>
          <a:custGeom>
            <a:avLst/>
            <a:gdLst/>
            <a:ahLst/>
            <a:cxnLst/>
            <a:rect l="l" t="t" r="r" b="b"/>
            <a:pathLst>
              <a:path w="5611779" h="1980119">
                <a:moveTo>
                  <a:pt x="69166" y="0"/>
                </a:moveTo>
                <a:lnTo>
                  <a:pt x="5542613" y="0"/>
                </a:lnTo>
                <a:cubicBezTo>
                  <a:pt x="5580812" y="0"/>
                  <a:pt x="5611779" y="30966"/>
                  <a:pt x="5611779" y="69166"/>
                </a:cubicBezTo>
                <a:lnTo>
                  <a:pt x="5611779" y="1910954"/>
                </a:lnTo>
                <a:cubicBezTo>
                  <a:pt x="5611779" y="1949153"/>
                  <a:pt x="5580812" y="1980119"/>
                  <a:pt x="5542613" y="1980119"/>
                </a:cubicBezTo>
                <a:lnTo>
                  <a:pt x="69166" y="1980119"/>
                </a:lnTo>
                <a:cubicBezTo>
                  <a:pt x="30966" y="1980119"/>
                  <a:pt x="0" y="1949153"/>
                  <a:pt x="0" y="1910954"/>
                </a:cubicBezTo>
                <a:lnTo>
                  <a:pt x="0" y="69166"/>
                </a:lnTo>
                <a:cubicBezTo>
                  <a:pt x="0" y="30966"/>
                  <a:pt x="30966" y="0"/>
                  <a:pt x="69166" y="0"/>
                </a:cubicBezTo>
                <a:close/>
              </a:path>
            </a:pathLst>
          </a:custGeom>
          <a:gradFill flip="none" rotWithShape="1">
            <a:gsLst>
              <a:gs pos="0">
                <a:srgbClr val="333333"/>
              </a:gs>
              <a:gs pos="100000">
                <a:srgbClr val="555555"/>
              </a:gs>
            </a:gsLst>
            <a:lin ang="2700000" scaled="1"/>
          </a:gradFill>
          <a:effectLst>
            <a:outerShdw blurRad="129702" dist="864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1610" y="1705701"/>
            <a:ext cx="226979" cy="259404"/>
          </a:xfrm>
          <a:custGeom>
            <a:avLst/>
            <a:gdLst/>
            <a:ahLst/>
            <a:cxnLst/>
            <a:rect l="l" t="t" r="r" b="b"/>
            <a:pathLst>
              <a:path w="226979" h="259404">
                <a:moveTo>
                  <a:pt x="113489" y="-16213"/>
                </a:moveTo>
                <a:cubicBezTo>
                  <a:pt x="117036" y="-16213"/>
                  <a:pt x="120430" y="-14642"/>
                  <a:pt x="122761" y="-11906"/>
                </a:cubicBezTo>
                <a:lnTo>
                  <a:pt x="191665" y="69158"/>
                </a:lnTo>
                <a:cubicBezTo>
                  <a:pt x="194756" y="72755"/>
                  <a:pt x="195414" y="77821"/>
                  <a:pt x="193439" y="82128"/>
                </a:cubicBezTo>
                <a:cubicBezTo>
                  <a:pt x="191463" y="86434"/>
                  <a:pt x="187156" y="89170"/>
                  <a:pt x="182394" y="89170"/>
                </a:cubicBezTo>
                <a:lnTo>
                  <a:pt x="169778" y="89170"/>
                </a:lnTo>
                <a:lnTo>
                  <a:pt x="207878" y="134009"/>
                </a:lnTo>
                <a:cubicBezTo>
                  <a:pt x="210969" y="137606"/>
                  <a:pt x="211627" y="142672"/>
                  <a:pt x="209651" y="146979"/>
                </a:cubicBezTo>
                <a:cubicBezTo>
                  <a:pt x="207675" y="151285"/>
                  <a:pt x="203369" y="154021"/>
                  <a:pt x="198606" y="154021"/>
                </a:cubicBezTo>
                <a:lnTo>
                  <a:pt x="179100" y="154021"/>
                </a:lnTo>
                <a:lnTo>
                  <a:pt x="224091" y="206966"/>
                </a:lnTo>
                <a:cubicBezTo>
                  <a:pt x="227181" y="210563"/>
                  <a:pt x="227840" y="215630"/>
                  <a:pt x="225864" y="219936"/>
                </a:cubicBezTo>
                <a:cubicBezTo>
                  <a:pt x="223888" y="224243"/>
                  <a:pt x="219582" y="226979"/>
                  <a:pt x="214819" y="226979"/>
                </a:cubicBezTo>
                <a:lnTo>
                  <a:pt x="129702" y="226979"/>
                </a:lnTo>
                <a:lnTo>
                  <a:pt x="129702" y="259404"/>
                </a:lnTo>
                <a:cubicBezTo>
                  <a:pt x="129702" y="268372"/>
                  <a:pt x="122457" y="275617"/>
                  <a:pt x="113489" y="275617"/>
                </a:cubicBezTo>
                <a:cubicBezTo>
                  <a:pt x="104522" y="275617"/>
                  <a:pt x="97277" y="268372"/>
                  <a:pt x="97277" y="259404"/>
                </a:cubicBezTo>
                <a:lnTo>
                  <a:pt x="97277" y="226979"/>
                </a:lnTo>
                <a:lnTo>
                  <a:pt x="12160" y="226979"/>
                </a:lnTo>
                <a:cubicBezTo>
                  <a:pt x="7397" y="226979"/>
                  <a:pt x="3091" y="224243"/>
                  <a:pt x="1115" y="219936"/>
                </a:cubicBezTo>
                <a:cubicBezTo>
                  <a:pt x="-861" y="215630"/>
                  <a:pt x="-203" y="210563"/>
                  <a:pt x="2888" y="206966"/>
                </a:cubicBezTo>
                <a:lnTo>
                  <a:pt x="47878" y="154021"/>
                </a:lnTo>
                <a:lnTo>
                  <a:pt x="28372" y="154021"/>
                </a:lnTo>
                <a:cubicBezTo>
                  <a:pt x="23610" y="154021"/>
                  <a:pt x="19303" y="151285"/>
                  <a:pt x="17327" y="146979"/>
                </a:cubicBezTo>
                <a:cubicBezTo>
                  <a:pt x="15351" y="142672"/>
                  <a:pt x="16010" y="137606"/>
                  <a:pt x="19101" y="134009"/>
                </a:cubicBezTo>
                <a:lnTo>
                  <a:pt x="57201" y="89170"/>
                </a:lnTo>
                <a:lnTo>
                  <a:pt x="44585" y="89170"/>
                </a:lnTo>
                <a:cubicBezTo>
                  <a:pt x="39823" y="89170"/>
                  <a:pt x="35516" y="86434"/>
                  <a:pt x="33540" y="82128"/>
                </a:cubicBezTo>
                <a:cubicBezTo>
                  <a:pt x="31564" y="77821"/>
                  <a:pt x="32223" y="72755"/>
                  <a:pt x="35313" y="69158"/>
                </a:cubicBezTo>
                <a:lnTo>
                  <a:pt x="104218" y="-11906"/>
                </a:lnTo>
                <a:cubicBezTo>
                  <a:pt x="106548" y="-14642"/>
                  <a:pt x="109943" y="-16213"/>
                  <a:pt x="113489" y="-1621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6868782" y="1697098"/>
            <a:ext cx="994383" cy="276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FlagTree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0810" y="2112028"/>
            <a:ext cx="5274553" cy="2507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Key Component of FlagOS Ecosystem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58104" y="253341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6660844" y="2503300"/>
            <a:ext cx="5045873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Unified Compiler for Multiple AI Chips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58104" y="2810079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6660844" y="2779965"/>
            <a:ext cx="5045873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 Generation &amp; Optimization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8104" y="3086744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660844" y="3056631"/>
            <a:ext cx="5045873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Cross-Platform Compatibility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5832" y="3748294"/>
            <a:ext cx="11500255" cy="2766979"/>
          </a:xfrm>
          <a:custGeom>
            <a:avLst/>
            <a:gdLst/>
            <a:ahLst/>
            <a:cxnLst/>
            <a:rect l="l" t="t" r="r" b="b"/>
            <a:pathLst>
              <a:path w="11500255" h="2766979">
                <a:moveTo>
                  <a:pt x="69174" y="0"/>
                </a:moveTo>
                <a:lnTo>
                  <a:pt x="11431081" y="0"/>
                </a:lnTo>
                <a:cubicBezTo>
                  <a:pt x="11469285" y="0"/>
                  <a:pt x="11500255" y="30970"/>
                  <a:pt x="11500255" y="69174"/>
                </a:cubicBezTo>
                <a:lnTo>
                  <a:pt x="11500255" y="2697804"/>
                </a:lnTo>
                <a:cubicBezTo>
                  <a:pt x="11500255" y="2736008"/>
                  <a:pt x="11469285" y="2766979"/>
                  <a:pt x="11431081" y="2766979"/>
                </a:cubicBezTo>
                <a:lnTo>
                  <a:pt x="69174" y="2766979"/>
                </a:lnTo>
                <a:cubicBezTo>
                  <a:pt x="30970" y="2766979"/>
                  <a:pt x="0" y="2736008"/>
                  <a:pt x="0" y="2697804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4" name="Text 22"/>
          <p:cNvSpPr/>
          <p:nvPr/>
        </p:nvSpPr>
        <p:spPr>
          <a:xfrm>
            <a:off x="553331" y="3955794"/>
            <a:ext cx="11171677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Software Stack Architecture</a:t>
            </a:r>
            <a:endParaRPr lang="en-US" sz="1600" dirty="0"/>
          </a:p>
        </p:txBody>
      </p:sp>
      <p:pic>
        <p:nvPicPr>
          <p:cNvPr id="25" name="Image 0" descr="https://kimi-web-img.moonshot.cn/img/cdn.thenewstack.io/f73c6d1aeae43ac3d469e3eb29d93db5f4ce214a.png"/>
          <p:cNvPicPr>
            <a:picLocks noChangeAspect="1"/>
          </p:cNvPicPr>
          <p:nvPr/>
        </p:nvPicPr>
        <p:blipFill>
          <a:blip r:embed="rId3"/>
          <a:srcRect t="39746" b="39746"/>
          <a:stretch>
            <a:fillRect/>
          </a:stretch>
        </p:blipFill>
        <p:spPr>
          <a:xfrm>
            <a:off x="553331" y="4336243"/>
            <a:ext cx="11085209" cy="1729362"/>
          </a:xfrm>
          <a:prstGeom prst="roundRect">
            <a:avLst>
              <a:gd name="adj" fmla="val 4783"/>
            </a:avLst>
          </a:prstGeom>
        </p:spPr>
      </p:pic>
      <p:sp>
        <p:nvSpPr>
          <p:cNvPr id="26" name="Text 23"/>
          <p:cNvSpPr/>
          <p:nvPr/>
        </p:nvSpPr>
        <p:spPr>
          <a:xfrm>
            <a:off x="553331" y="6134771"/>
            <a:ext cx="11145736" cy="172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The New Stack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8"/>
            <a:ext cx="6320264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Why Contribute to Open Source?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0956" y="16408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502373" y="177416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952351" y="1717077"/>
            <a:ext cx="3305139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Technical Growth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9576" y="2288473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1257115" y="2250413"/>
            <a:ext cx="5879329" cy="2599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Read real-world industrial code and learn best coding practices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9576" y="266942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1257116" y="2631370"/>
            <a:ext cx="5439317" cy="342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Learn large-scale system architecture design principles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9576" y="3050384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1257116" y="3012325"/>
            <a:ext cx="5191810" cy="609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Master collaborative development workflows and best practices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956" y="35837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3" name="Shape 11"/>
          <p:cNvSpPr/>
          <p:nvPr/>
        </p:nvSpPr>
        <p:spPr>
          <a:xfrm>
            <a:off x="514279" y="371707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952352" y="3659987"/>
            <a:ext cx="3705516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Career Development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9576" y="423138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1257116" y="4158139"/>
            <a:ext cx="6174962" cy="342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 open source contributions become your technical portfolio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9576" y="461233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1257116" y="4498060"/>
            <a:ext cx="5349940" cy="380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Significantly boosts resume value and competitiveness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9576" y="4993294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1257116" y="4818508"/>
            <a:ext cx="6546222" cy="501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Build influence and network connections in the tech community</a:t>
            </a:r>
            <a:endParaRPr lang="en-US" sz="1600" dirty="0"/>
          </a:p>
        </p:txBody>
      </p:sp>
      <p:pic>
        <p:nvPicPr>
          <p:cNvPr id="21" name="Image 0" descr="https://kimi-web-img.moonshot.cn/img/docs.github.com/ab0fd9e7e4892a3fe0a3d5dde63ebcf6b6f7fd4d.png"/>
          <p:cNvPicPr>
            <a:picLocks noChangeAspect="1"/>
          </p:cNvPicPr>
          <p:nvPr/>
        </p:nvPicPr>
        <p:blipFill>
          <a:blip r:embed="rId3"/>
          <a:srcRect l="170" r="170"/>
          <a:stretch>
            <a:fillRect/>
          </a:stretch>
        </p:blipFill>
        <p:spPr>
          <a:xfrm>
            <a:off x="7524780" y="2704673"/>
            <a:ext cx="4286250" cy="1114425"/>
          </a:xfrm>
          <a:prstGeom prst="roundRect">
            <a:avLst>
              <a:gd name="adj" fmla="val 6838"/>
            </a:avLst>
          </a:prstGeom>
        </p:spPr>
      </p:pic>
      <p:sp>
        <p:nvSpPr>
          <p:cNvPr id="22" name="Text 19"/>
          <p:cNvSpPr/>
          <p:nvPr/>
        </p:nvSpPr>
        <p:spPr>
          <a:xfrm>
            <a:off x="7491442" y="3967639"/>
            <a:ext cx="4352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GitHub Docs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8"/>
            <a:ext cx="52998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 Source Collaboration Tools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0433" y="1650364"/>
            <a:ext cx="5543455" cy="2228755"/>
          </a:xfrm>
          <a:custGeom>
            <a:avLst/>
            <a:gdLst/>
            <a:ahLst/>
            <a:cxnLst/>
            <a:rect l="l" t="t" r="r" b="b"/>
            <a:pathLst>
              <a:path w="5543455" h="2228755">
                <a:moveTo>
                  <a:pt x="76201" y="0"/>
                </a:moveTo>
                <a:lnTo>
                  <a:pt x="5467254" y="0"/>
                </a:lnTo>
                <a:cubicBezTo>
                  <a:pt x="5509339" y="0"/>
                  <a:pt x="5543455" y="34116"/>
                  <a:pt x="5543455" y="76201"/>
                </a:cubicBezTo>
                <a:lnTo>
                  <a:pt x="5543455" y="2152554"/>
                </a:lnTo>
                <a:cubicBezTo>
                  <a:pt x="5543455" y="2194639"/>
                  <a:pt x="5509339" y="2228755"/>
                  <a:pt x="5467254" y="2228755"/>
                </a:cubicBezTo>
                <a:lnTo>
                  <a:pt x="76201" y="2228755"/>
                </a:lnTo>
                <a:cubicBezTo>
                  <a:pt x="34116" y="2228755"/>
                  <a:pt x="0" y="2194639"/>
                  <a:pt x="0" y="215255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2778" y="1888413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294412" y="158122"/>
                </a:moveTo>
                <a:lnTo>
                  <a:pt x="163413" y="27124"/>
                </a:lnTo>
                <a:cubicBezTo>
                  <a:pt x="159797" y="23440"/>
                  <a:pt x="154841" y="21431"/>
                  <a:pt x="149751" y="21431"/>
                </a:cubicBezTo>
                <a:cubicBezTo>
                  <a:pt x="144661" y="21431"/>
                  <a:pt x="139705" y="23440"/>
                  <a:pt x="136088" y="27057"/>
                </a:cubicBezTo>
                <a:lnTo>
                  <a:pt x="108831" y="54248"/>
                </a:lnTo>
                <a:lnTo>
                  <a:pt x="143321" y="88739"/>
                </a:lnTo>
                <a:cubicBezTo>
                  <a:pt x="161471" y="82644"/>
                  <a:pt x="178616" y="99990"/>
                  <a:pt x="172388" y="118006"/>
                </a:cubicBezTo>
                <a:lnTo>
                  <a:pt x="205673" y="151291"/>
                </a:lnTo>
                <a:cubicBezTo>
                  <a:pt x="228578" y="143388"/>
                  <a:pt x="246660" y="172053"/>
                  <a:pt x="229448" y="189265"/>
                </a:cubicBezTo>
                <a:cubicBezTo>
                  <a:pt x="211701" y="207012"/>
                  <a:pt x="182434" y="187323"/>
                  <a:pt x="191944" y="164284"/>
                </a:cubicBezTo>
                <a:lnTo>
                  <a:pt x="160935" y="133276"/>
                </a:lnTo>
                <a:lnTo>
                  <a:pt x="160935" y="214915"/>
                </a:lnTo>
                <a:cubicBezTo>
                  <a:pt x="177879" y="223287"/>
                  <a:pt x="175870" y="242910"/>
                  <a:pt x="167030" y="251750"/>
                </a:cubicBezTo>
                <a:cubicBezTo>
                  <a:pt x="162744" y="256036"/>
                  <a:pt x="156850" y="258514"/>
                  <a:pt x="150755" y="258514"/>
                </a:cubicBezTo>
                <a:cubicBezTo>
                  <a:pt x="144661" y="258514"/>
                  <a:pt x="138834" y="256103"/>
                  <a:pt x="134481" y="251750"/>
                </a:cubicBezTo>
                <a:cubicBezTo>
                  <a:pt x="122694" y="239963"/>
                  <a:pt x="127047" y="220340"/>
                  <a:pt x="141982" y="214246"/>
                </a:cubicBezTo>
                <a:lnTo>
                  <a:pt x="141982" y="131869"/>
                </a:lnTo>
                <a:cubicBezTo>
                  <a:pt x="128052" y="126176"/>
                  <a:pt x="125507" y="111309"/>
                  <a:pt x="129525" y="101731"/>
                </a:cubicBezTo>
                <a:lnTo>
                  <a:pt x="95503" y="67642"/>
                </a:lnTo>
                <a:lnTo>
                  <a:pt x="5693" y="157453"/>
                </a:lnTo>
                <a:cubicBezTo>
                  <a:pt x="2009" y="161136"/>
                  <a:pt x="0" y="166025"/>
                  <a:pt x="0" y="171115"/>
                </a:cubicBezTo>
                <a:cubicBezTo>
                  <a:pt x="0" y="176205"/>
                  <a:pt x="2009" y="181161"/>
                  <a:pt x="5693" y="184778"/>
                </a:cubicBezTo>
                <a:lnTo>
                  <a:pt x="136691" y="315843"/>
                </a:lnTo>
                <a:cubicBezTo>
                  <a:pt x="140308" y="319460"/>
                  <a:pt x="145197" y="321469"/>
                  <a:pt x="150354" y="321469"/>
                </a:cubicBezTo>
                <a:cubicBezTo>
                  <a:pt x="155511" y="321469"/>
                  <a:pt x="160400" y="319460"/>
                  <a:pt x="164016" y="315843"/>
                </a:cubicBezTo>
                <a:lnTo>
                  <a:pt x="294412" y="185447"/>
                </a:lnTo>
                <a:cubicBezTo>
                  <a:pt x="298028" y="181831"/>
                  <a:pt x="300038" y="176875"/>
                  <a:pt x="300038" y="171785"/>
                </a:cubicBezTo>
                <a:cubicBezTo>
                  <a:pt x="300038" y="166695"/>
                  <a:pt x="298028" y="161739"/>
                  <a:pt x="294412" y="1581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1171300" y="1907516"/>
            <a:ext cx="447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8484" y="2383692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Distributed Version Control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7059" y="283595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876134" y="2802780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Manage code version changes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7059" y="31407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876134" y="3107545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Supports branch-based development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7059" y="34454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876134" y="3412310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Track modification history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7815" y="1650364"/>
            <a:ext cx="5543455" cy="2228755"/>
          </a:xfrm>
          <a:custGeom>
            <a:avLst/>
            <a:gdLst/>
            <a:ahLst/>
            <a:cxnLst/>
            <a:rect l="l" t="t" r="r" b="b"/>
            <a:pathLst>
              <a:path w="5543455" h="2228755">
                <a:moveTo>
                  <a:pt x="76201" y="0"/>
                </a:moveTo>
                <a:lnTo>
                  <a:pt x="5467254" y="0"/>
                </a:lnTo>
                <a:cubicBezTo>
                  <a:pt x="5509339" y="0"/>
                  <a:pt x="5543455" y="34116"/>
                  <a:pt x="5543455" y="76201"/>
                </a:cubicBezTo>
                <a:lnTo>
                  <a:pt x="5543455" y="2152554"/>
                </a:lnTo>
                <a:cubicBezTo>
                  <a:pt x="5543455" y="2194639"/>
                  <a:pt x="5509339" y="2228755"/>
                  <a:pt x="5467254" y="2228755"/>
                </a:cubicBezTo>
                <a:lnTo>
                  <a:pt x="76201" y="2228755"/>
                </a:lnTo>
                <a:cubicBezTo>
                  <a:pt x="34116" y="2228755"/>
                  <a:pt x="0" y="2194639"/>
                  <a:pt x="0" y="215255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8729" y="18884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16465" y="266149"/>
                </a:moveTo>
                <a:cubicBezTo>
                  <a:pt x="116465" y="267489"/>
                  <a:pt x="114925" y="268560"/>
                  <a:pt x="112983" y="268560"/>
                </a:cubicBezTo>
                <a:cubicBezTo>
                  <a:pt x="110773" y="268761"/>
                  <a:pt x="109232" y="267690"/>
                  <a:pt x="109232" y="266149"/>
                </a:cubicBezTo>
                <a:cubicBezTo>
                  <a:pt x="109232" y="264810"/>
                  <a:pt x="110773" y="263738"/>
                  <a:pt x="112715" y="263738"/>
                </a:cubicBezTo>
                <a:cubicBezTo>
                  <a:pt x="114724" y="263537"/>
                  <a:pt x="116465" y="264609"/>
                  <a:pt x="116465" y="266149"/>
                </a:cubicBezTo>
                <a:close/>
                <a:moveTo>
                  <a:pt x="95637" y="263136"/>
                </a:moveTo>
                <a:cubicBezTo>
                  <a:pt x="95168" y="264475"/>
                  <a:pt x="96508" y="266015"/>
                  <a:pt x="98517" y="266417"/>
                </a:cubicBezTo>
                <a:cubicBezTo>
                  <a:pt x="100258" y="267087"/>
                  <a:pt x="102267" y="266417"/>
                  <a:pt x="102669" y="265078"/>
                </a:cubicBezTo>
                <a:cubicBezTo>
                  <a:pt x="103071" y="263738"/>
                  <a:pt x="101798" y="262198"/>
                  <a:pt x="99789" y="261595"/>
                </a:cubicBezTo>
                <a:cubicBezTo>
                  <a:pt x="98048" y="261126"/>
                  <a:pt x="96106" y="261796"/>
                  <a:pt x="95637" y="263136"/>
                </a:cubicBezTo>
                <a:close/>
                <a:moveTo>
                  <a:pt x="125239" y="261997"/>
                </a:moveTo>
                <a:cubicBezTo>
                  <a:pt x="123297" y="262466"/>
                  <a:pt x="121957" y="263738"/>
                  <a:pt x="122158" y="265279"/>
                </a:cubicBezTo>
                <a:cubicBezTo>
                  <a:pt x="122359" y="266618"/>
                  <a:pt x="124100" y="267489"/>
                  <a:pt x="126110" y="267020"/>
                </a:cubicBezTo>
                <a:cubicBezTo>
                  <a:pt x="128052" y="266551"/>
                  <a:pt x="129391" y="265279"/>
                  <a:pt x="129190" y="263939"/>
                </a:cubicBezTo>
                <a:cubicBezTo>
                  <a:pt x="128989" y="262667"/>
                  <a:pt x="127181" y="261796"/>
                  <a:pt x="125239" y="261997"/>
                </a:cubicBezTo>
                <a:close/>
                <a:moveTo>
                  <a:pt x="169307" y="5358"/>
                </a:moveTo>
                <a:cubicBezTo>
                  <a:pt x="76416" y="5358"/>
                  <a:pt x="5358" y="75880"/>
                  <a:pt x="5358" y="168771"/>
                </a:cubicBezTo>
                <a:cubicBezTo>
                  <a:pt x="5358" y="243044"/>
                  <a:pt x="52105" y="306601"/>
                  <a:pt x="118876" y="328970"/>
                </a:cubicBezTo>
                <a:cubicBezTo>
                  <a:pt x="127449" y="330510"/>
                  <a:pt x="130463" y="325219"/>
                  <a:pt x="130463" y="320866"/>
                </a:cubicBezTo>
                <a:cubicBezTo>
                  <a:pt x="130463" y="316714"/>
                  <a:pt x="130262" y="293809"/>
                  <a:pt x="130262" y="279745"/>
                </a:cubicBezTo>
                <a:cubicBezTo>
                  <a:pt x="130262" y="279745"/>
                  <a:pt x="83381" y="289791"/>
                  <a:pt x="73536" y="259787"/>
                </a:cubicBezTo>
                <a:cubicBezTo>
                  <a:pt x="73536" y="259787"/>
                  <a:pt x="65901" y="240298"/>
                  <a:pt x="54918" y="235275"/>
                </a:cubicBezTo>
                <a:cubicBezTo>
                  <a:pt x="54918" y="235275"/>
                  <a:pt x="39581" y="224760"/>
                  <a:pt x="55989" y="224961"/>
                </a:cubicBezTo>
                <a:cubicBezTo>
                  <a:pt x="55989" y="224961"/>
                  <a:pt x="72665" y="226301"/>
                  <a:pt x="81841" y="242240"/>
                </a:cubicBezTo>
                <a:cubicBezTo>
                  <a:pt x="96508" y="268092"/>
                  <a:pt x="121087" y="260658"/>
                  <a:pt x="130664" y="256237"/>
                </a:cubicBezTo>
                <a:cubicBezTo>
                  <a:pt x="132204" y="245522"/>
                  <a:pt x="136557" y="238088"/>
                  <a:pt x="141379" y="233668"/>
                </a:cubicBezTo>
                <a:cubicBezTo>
                  <a:pt x="103942" y="229515"/>
                  <a:pt x="66169" y="224091"/>
                  <a:pt x="66169" y="159663"/>
                </a:cubicBezTo>
                <a:cubicBezTo>
                  <a:pt x="66169" y="141245"/>
                  <a:pt x="71259" y="132003"/>
                  <a:pt x="81975" y="120216"/>
                </a:cubicBezTo>
                <a:cubicBezTo>
                  <a:pt x="80233" y="115863"/>
                  <a:pt x="74541" y="97914"/>
                  <a:pt x="83716" y="74741"/>
                </a:cubicBezTo>
                <a:cubicBezTo>
                  <a:pt x="97713" y="70388"/>
                  <a:pt x="129927" y="92824"/>
                  <a:pt x="129927" y="92824"/>
                </a:cubicBezTo>
                <a:cubicBezTo>
                  <a:pt x="143321" y="89074"/>
                  <a:pt x="157721" y="87131"/>
                  <a:pt x="171986" y="87131"/>
                </a:cubicBezTo>
                <a:cubicBezTo>
                  <a:pt x="186251" y="87131"/>
                  <a:pt x="200650" y="89074"/>
                  <a:pt x="214045" y="92824"/>
                </a:cubicBezTo>
                <a:cubicBezTo>
                  <a:pt x="214045" y="92824"/>
                  <a:pt x="246258" y="70321"/>
                  <a:pt x="260256" y="74741"/>
                </a:cubicBezTo>
                <a:cubicBezTo>
                  <a:pt x="269431" y="97981"/>
                  <a:pt x="263738" y="115863"/>
                  <a:pt x="261997" y="120216"/>
                </a:cubicBezTo>
                <a:cubicBezTo>
                  <a:pt x="272713" y="132070"/>
                  <a:pt x="279276" y="141312"/>
                  <a:pt x="279276" y="159663"/>
                </a:cubicBezTo>
                <a:cubicBezTo>
                  <a:pt x="279276" y="224291"/>
                  <a:pt x="239829" y="229448"/>
                  <a:pt x="202391" y="233668"/>
                </a:cubicBezTo>
                <a:cubicBezTo>
                  <a:pt x="208553" y="238958"/>
                  <a:pt x="213777" y="249004"/>
                  <a:pt x="213777" y="264743"/>
                </a:cubicBezTo>
                <a:cubicBezTo>
                  <a:pt x="213777" y="287313"/>
                  <a:pt x="213576" y="315240"/>
                  <a:pt x="213576" y="320732"/>
                </a:cubicBezTo>
                <a:cubicBezTo>
                  <a:pt x="213576" y="325085"/>
                  <a:pt x="216657" y="330376"/>
                  <a:pt x="225162" y="328836"/>
                </a:cubicBezTo>
                <a:cubicBezTo>
                  <a:pt x="292135" y="306601"/>
                  <a:pt x="337542" y="243044"/>
                  <a:pt x="337542" y="168771"/>
                </a:cubicBezTo>
                <a:cubicBezTo>
                  <a:pt x="337542" y="75880"/>
                  <a:pt x="262198" y="5358"/>
                  <a:pt x="169307" y="5358"/>
                </a:cubicBezTo>
                <a:close/>
                <a:moveTo>
                  <a:pt x="70455" y="236347"/>
                </a:moveTo>
                <a:cubicBezTo>
                  <a:pt x="69585" y="237016"/>
                  <a:pt x="69786" y="238557"/>
                  <a:pt x="70924" y="239829"/>
                </a:cubicBezTo>
                <a:cubicBezTo>
                  <a:pt x="71996" y="240901"/>
                  <a:pt x="73536" y="241369"/>
                  <a:pt x="74407" y="240499"/>
                </a:cubicBezTo>
                <a:cubicBezTo>
                  <a:pt x="75277" y="239829"/>
                  <a:pt x="75076" y="238289"/>
                  <a:pt x="73938" y="237016"/>
                </a:cubicBezTo>
                <a:cubicBezTo>
                  <a:pt x="72866" y="235945"/>
                  <a:pt x="71326" y="235476"/>
                  <a:pt x="70455" y="236347"/>
                </a:cubicBezTo>
                <a:close/>
                <a:moveTo>
                  <a:pt x="63222" y="230922"/>
                </a:moveTo>
                <a:cubicBezTo>
                  <a:pt x="62753" y="231792"/>
                  <a:pt x="63423" y="232864"/>
                  <a:pt x="64763" y="233534"/>
                </a:cubicBezTo>
                <a:cubicBezTo>
                  <a:pt x="65834" y="234203"/>
                  <a:pt x="67174" y="234002"/>
                  <a:pt x="67642" y="233065"/>
                </a:cubicBezTo>
                <a:cubicBezTo>
                  <a:pt x="68111" y="232194"/>
                  <a:pt x="67441" y="231123"/>
                  <a:pt x="66102" y="230453"/>
                </a:cubicBezTo>
                <a:cubicBezTo>
                  <a:pt x="64763" y="230051"/>
                  <a:pt x="63691" y="230252"/>
                  <a:pt x="63222" y="230922"/>
                </a:cubicBezTo>
                <a:close/>
                <a:moveTo>
                  <a:pt x="84921" y="254764"/>
                </a:moveTo>
                <a:cubicBezTo>
                  <a:pt x="83850" y="255635"/>
                  <a:pt x="84252" y="257644"/>
                  <a:pt x="85792" y="258916"/>
                </a:cubicBezTo>
                <a:cubicBezTo>
                  <a:pt x="87332" y="260457"/>
                  <a:pt x="89275" y="260658"/>
                  <a:pt x="90145" y="259586"/>
                </a:cubicBezTo>
                <a:cubicBezTo>
                  <a:pt x="91016" y="258715"/>
                  <a:pt x="90614" y="256706"/>
                  <a:pt x="89275" y="255434"/>
                </a:cubicBezTo>
                <a:cubicBezTo>
                  <a:pt x="87801" y="253893"/>
                  <a:pt x="85792" y="253692"/>
                  <a:pt x="84921" y="254764"/>
                </a:cubicBezTo>
                <a:close/>
                <a:moveTo>
                  <a:pt x="77286" y="244919"/>
                </a:moveTo>
                <a:cubicBezTo>
                  <a:pt x="76215" y="245589"/>
                  <a:pt x="76215" y="247330"/>
                  <a:pt x="77286" y="248870"/>
                </a:cubicBezTo>
                <a:cubicBezTo>
                  <a:pt x="78358" y="250411"/>
                  <a:pt x="80166" y="251080"/>
                  <a:pt x="81037" y="250411"/>
                </a:cubicBezTo>
                <a:cubicBezTo>
                  <a:pt x="82108" y="249540"/>
                  <a:pt x="82108" y="247799"/>
                  <a:pt x="81037" y="246258"/>
                </a:cubicBezTo>
                <a:cubicBezTo>
                  <a:pt x="80099" y="244718"/>
                  <a:pt x="78358" y="244048"/>
                  <a:pt x="77286" y="244919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5" name="Text 13"/>
          <p:cNvSpPr/>
          <p:nvPr/>
        </p:nvSpPr>
        <p:spPr>
          <a:xfrm>
            <a:off x="7038681" y="1907516"/>
            <a:ext cx="9429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GitHub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5866" y="2383692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 Source Code Hosting Platform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24441" y="283595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6743516" y="2802780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Provides code hosting services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24441" y="31407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6743516" y="3107545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Collaborative development toolset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24441" y="34454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6743516" y="3412310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Community communication platform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0956" y="4116986"/>
            <a:ext cx="11430000" cy="2000250"/>
          </a:xfrm>
          <a:custGeom>
            <a:avLst/>
            <a:gdLst/>
            <a:ahLst/>
            <a:cxnLst/>
            <a:rect l="l" t="t" r="r" b="b"/>
            <a:pathLst>
              <a:path w="11430000" h="2000250">
                <a:moveTo>
                  <a:pt x="76210" y="0"/>
                </a:moveTo>
                <a:lnTo>
                  <a:pt x="11353790" y="0"/>
                </a:lnTo>
                <a:cubicBezTo>
                  <a:pt x="11395880" y="0"/>
                  <a:pt x="11430000" y="34120"/>
                  <a:pt x="11430000" y="76210"/>
                </a:cubicBezTo>
                <a:lnTo>
                  <a:pt x="11430000" y="1924040"/>
                </a:lnTo>
                <a:cubicBezTo>
                  <a:pt x="11430000" y="1966130"/>
                  <a:pt x="11395880" y="2000250"/>
                  <a:pt x="11353790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4" name="Text 22"/>
          <p:cNvSpPr/>
          <p:nvPr/>
        </p:nvSpPr>
        <p:spPr>
          <a:xfrm>
            <a:off x="609529" y="4345558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529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2" y="0"/>
                  <a:pt x="2628900" y="34118"/>
                  <a:pt x="2628900" y="76204"/>
                </a:cubicBezTo>
                <a:lnTo>
                  <a:pt x="2628900" y="1047746"/>
                </a:lnTo>
                <a:cubicBezTo>
                  <a:pt x="2628900" y="1089832"/>
                  <a:pt x="2594782" y="1123950"/>
                  <a:pt x="2552696" y="1123950"/>
                </a:cubicBezTo>
                <a:lnTo>
                  <a:pt x="76204" y="1123950"/>
                </a:lnTo>
                <a:cubicBezTo>
                  <a:pt x="34118" y="1123950"/>
                  <a:pt x="0" y="1089832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765602" y="491702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1254" y="125909"/>
                </a:moveTo>
                <a:lnTo>
                  <a:pt x="18083" y="165311"/>
                </a:lnTo>
                <a:lnTo>
                  <a:pt x="18083" y="53578"/>
                </a:lnTo>
                <a:cubicBezTo>
                  <a:pt x="18083" y="33877"/>
                  <a:pt x="34100" y="17859"/>
                  <a:pt x="53801" y="17859"/>
                </a:cubicBezTo>
                <a:lnTo>
                  <a:pt x="131211" y="17859"/>
                </a:lnTo>
                <a:cubicBezTo>
                  <a:pt x="138912" y="17859"/>
                  <a:pt x="146447" y="20371"/>
                  <a:pt x="152642" y="25003"/>
                </a:cubicBezTo>
                <a:lnTo>
                  <a:pt x="174073" y="41077"/>
                </a:lnTo>
                <a:cubicBezTo>
                  <a:pt x="177143" y="43421"/>
                  <a:pt x="180938" y="44648"/>
                  <a:pt x="184789" y="44648"/>
                </a:cubicBezTo>
                <a:lnTo>
                  <a:pt x="250254" y="44648"/>
                </a:lnTo>
                <a:cubicBezTo>
                  <a:pt x="269956" y="44648"/>
                  <a:pt x="285973" y="60666"/>
                  <a:pt x="285973" y="80367"/>
                </a:cubicBezTo>
                <a:lnTo>
                  <a:pt x="285973" y="89297"/>
                </a:lnTo>
                <a:lnTo>
                  <a:pt x="82042" y="89297"/>
                </a:lnTo>
                <a:cubicBezTo>
                  <a:pt x="58992" y="89297"/>
                  <a:pt x="38509" y="104031"/>
                  <a:pt x="31198" y="125909"/>
                </a:cubicBezTo>
                <a:close/>
                <a:moveTo>
                  <a:pt x="266663" y="250031"/>
                </a:moveTo>
                <a:lnTo>
                  <a:pt x="55252" y="250031"/>
                </a:lnTo>
                <a:cubicBezTo>
                  <a:pt x="36947" y="250031"/>
                  <a:pt x="24054" y="232116"/>
                  <a:pt x="29859" y="214759"/>
                </a:cubicBezTo>
                <a:lnTo>
                  <a:pt x="56648" y="134392"/>
                </a:lnTo>
                <a:cubicBezTo>
                  <a:pt x="60275" y="123453"/>
                  <a:pt x="70545" y="116086"/>
                  <a:pt x="82042" y="116086"/>
                </a:cubicBezTo>
                <a:lnTo>
                  <a:pt x="293452" y="116086"/>
                </a:lnTo>
                <a:cubicBezTo>
                  <a:pt x="311758" y="116086"/>
                  <a:pt x="324650" y="134001"/>
                  <a:pt x="318846" y="151358"/>
                </a:cubicBezTo>
                <a:lnTo>
                  <a:pt x="292057" y="231725"/>
                </a:lnTo>
                <a:cubicBezTo>
                  <a:pt x="288429" y="242664"/>
                  <a:pt x="278160" y="250031"/>
                  <a:pt x="266663" y="25003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5"/>
          <p:cNvSpPr/>
          <p:nvPr/>
        </p:nvSpPr>
        <p:spPr>
          <a:xfrm>
            <a:off x="719049" y="5278955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8574" y="5545661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90838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2" y="0"/>
                  <a:pt x="2628900" y="34118"/>
                  <a:pt x="2628900" y="76204"/>
                </a:cubicBezTo>
                <a:lnTo>
                  <a:pt x="2628900" y="1047746"/>
                </a:lnTo>
                <a:cubicBezTo>
                  <a:pt x="2628900" y="1089832"/>
                  <a:pt x="2594782" y="1123950"/>
                  <a:pt x="2552696" y="1123950"/>
                </a:cubicBezTo>
                <a:lnTo>
                  <a:pt x="76204" y="1123950"/>
                </a:lnTo>
                <a:cubicBezTo>
                  <a:pt x="34118" y="1123950"/>
                  <a:pt x="0" y="1089832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82630" y="49170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96720"/>
                </a:lnTo>
                <a:cubicBezTo>
                  <a:pt x="250031" y="87232"/>
                  <a:pt x="246292" y="78135"/>
                  <a:pt x="239595" y="71438"/>
                </a:cubicBezTo>
                <a:lnTo>
                  <a:pt x="196453" y="28296"/>
                </a:lnTo>
                <a:cubicBezTo>
                  <a:pt x="189756" y="21599"/>
                  <a:pt x="180659" y="17859"/>
                  <a:pt x="171171" y="17859"/>
                </a:cubicBezTo>
                <a:lnTo>
                  <a:pt x="35719" y="17859"/>
                </a:lnTo>
                <a:close/>
                <a:moveTo>
                  <a:pt x="53578" y="71438"/>
                </a:moveTo>
                <a:cubicBezTo>
                  <a:pt x="53578" y="61559"/>
                  <a:pt x="61559" y="53578"/>
                  <a:pt x="71438" y="53578"/>
                </a:cubicBezTo>
                <a:lnTo>
                  <a:pt x="160734" y="53578"/>
                </a:lnTo>
                <a:cubicBezTo>
                  <a:pt x="170613" y="53578"/>
                  <a:pt x="178594" y="61559"/>
                  <a:pt x="178594" y="71438"/>
                </a:cubicBezTo>
                <a:lnTo>
                  <a:pt x="178594" y="107156"/>
                </a:lnTo>
                <a:cubicBezTo>
                  <a:pt x="178594" y="117035"/>
                  <a:pt x="170613" y="125016"/>
                  <a:pt x="160734" y="125016"/>
                </a:cubicBezTo>
                <a:lnTo>
                  <a:pt x="71438" y="125016"/>
                </a:lnTo>
                <a:cubicBezTo>
                  <a:pt x="61559" y="125016"/>
                  <a:pt x="53578" y="117035"/>
                  <a:pt x="53578" y="107156"/>
                </a:cubicBezTo>
                <a:lnTo>
                  <a:pt x="53578" y="71438"/>
                </a:lnTo>
                <a:close/>
                <a:moveTo>
                  <a:pt x="125016" y="160734"/>
                </a:moveTo>
                <a:cubicBezTo>
                  <a:pt x="144729" y="160734"/>
                  <a:pt x="160734" y="176739"/>
                  <a:pt x="160734" y="196453"/>
                </a:cubicBezTo>
                <a:cubicBezTo>
                  <a:pt x="160734" y="216167"/>
                  <a:pt x="144729" y="232172"/>
                  <a:pt x="125016" y="232172"/>
                </a:cubicBezTo>
                <a:cubicBezTo>
                  <a:pt x="105302" y="232172"/>
                  <a:pt x="89297" y="216167"/>
                  <a:pt x="89297" y="196453"/>
                </a:cubicBezTo>
                <a:cubicBezTo>
                  <a:pt x="89297" y="176739"/>
                  <a:pt x="105302" y="160734"/>
                  <a:pt x="125016" y="16073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3500358" y="5278955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Commit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09883" y="5545661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Commit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147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2" y="0"/>
                  <a:pt x="2628900" y="34118"/>
                  <a:pt x="2628900" y="76204"/>
                </a:cubicBezTo>
                <a:lnTo>
                  <a:pt x="2628900" y="1047746"/>
                </a:lnTo>
                <a:cubicBezTo>
                  <a:pt x="2628900" y="1089832"/>
                  <a:pt x="2594782" y="1123950"/>
                  <a:pt x="2552696" y="1123950"/>
                </a:cubicBezTo>
                <a:lnTo>
                  <a:pt x="76204" y="1123950"/>
                </a:lnTo>
                <a:cubicBezTo>
                  <a:pt x="34118" y="1123950"/>
                  <a:pt x="0" y="1089832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28220" y="491702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53578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4" y="0"/>
                  <a:pt x="214313" y="23999"/>
                  <a:pt x="214313" y="53578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8"/>
                </a:lnTo>
                <a:close/>
                <a:moveTo>
                  <a:pt x="300038" y="60722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3"/>
                </a:lnTo>
                <a:cubicBezTo>
                  <a:pt x="250031" y="197904"/>
                  <a:pt x="249975" y="199411"/>
                  <a:pt x="249920" y="200862"/>
                </a:cubicBezTo>
                <a:lnTo>
                  <a:pt x="296466" y="235744"/>
                </a:lnTo>
                <a:cubicBezTo>
                  <a:pt x="304335" y="241660"/>
                  <a:pt x="305953" y="252878"/>
                  <a:pt x="300038" y="260747"/>
                </a:cubicBezTo>
                <a:cubicBezTo>
                  <a:pt x="294122" y="268616"/>
                  <a:pt x="282904" y="270235"/>
                  <a:pt x="275034" y="264319"/>
                </a:cubicBezTo>
                <a:lnTo>
                  <a:pt x="239818" y="237920"/>
                </a:lnTo>
                <a:cubicBezTo>
                  <a:pt x="226870" y="262589"/>
                  <a:pt x="202704" y="280448"/>
                  <a:pt x="174129" y="284745"/>
                </a:cubicBezTo>
                <a:lnTo>
                  <a:pt x="174129" y="156270"/>
                </a:lnTo>
                <a:cubicBezTo>
                  <a:pt x="174129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9" y="262589"/>
                  <a:pt x="81651" y="237920"/>
                </a:cubicBezTo>
                <a:lnTo>
                  <a:pt x="46434" y="264319"/>
                </a:lnTo>
                <a:cubicBezTo>
                  <a:pt x="38565" y="270235"/>
                  <a:pt x="27347" y="268616"/>
                  <a:pt x="21431" y="260747"/>
                </a:cubicBezTo>
                <a:cubicBezTo>
                  <a:pt x="15515" y="252878"/>
                  <a:pt x="17134" y="241660"/>
                  <a:pt x="25003" y="235744"/>
                </a:cubicBezTo>
                <a:lnTo>
                  <a:pt x="71549" y="200862"/>
                </a:lnTo>
                <a:cubicBezTo>
                  <a:pt x="71493" y="199411"/>
                  <a:pt x="71438" y="197960"/>
                  <a:pt x="71438" y="196453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3" y="85725"/>
                </a:lnTo>
                <a:cubicBezTo>
                  <a:pt x="17134" y="79809"/>
                  <a:pt x="15515" y="68591"/>
                  <a:pt x="21431" y="60722"/>
                </a:cubicBezTo>
                <a:cubicBezTo>
                  <a:pt x="27347" y="52853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5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3"/>
                  <a:pt x="300038" y="607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6281667" y="5278955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Issue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91192" y="5545661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Issue Tracking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53455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2" y="0"/>
                  <a:pt x="2628900" y="34118"/>
                  <a:pt x="2628900" y="76204"/>
                </a:cubicBezTo>
                <a:lnTo>
                  <a:pt x="2628900" y="1047746"/>
                </a:lnTo>
                <a:cubicBezTo>
                  <a:pt x="2628900" y="1089832"/>
                  <a:pt x="2594782" y="1123950"/>
                  <a:pt x="2552696" y="1123950"/>
                </a:cubicBezTo>
                <a:lnTo>
                  <a:pt x="76204" y="1123950"/>
                </a:lnTo>
                <a:cubicBezTo>
                  <a:pt x="34118" y="1123950"/>
                  <a:pt x="0" y="1089832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145321" y="49170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6"/>
                  <a:pt x="52041" y="31254"/>
                  <a:pt x="44648" y="31254"/>
                </a:cubicBezTo>
                <a:cubicBezTo>
                  <a:pt x="37256" y="31254"/>
                  <a:pt x="31254" y="37256"/>
                  <a:pt x="31254" y="44648"/>
                </a:cubicBezTo>
                <a:cubicBezTo>
                  <a:pt x="31254" y="52041"/>
                  <a:pt x="37256" y="58043"/>
                  <a:pt x="44648" y="58043"/>
                </a:cubicBezTo>
                <a:close/>
                <a:moveTo>
                  <a:pt x="89297" y="44648"/>
                </a:moveTo>
                <a:cubicBezTo>
                  <a:pt x="89297" y="62954"/>
                  <a:pt x="78302" y="78693"/>
                  <a:pt x="62508" y="85558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8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1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8"/>
                </a:cubicBezTo>
                <a:lnTo>
                  <a:pt x="223242" y="98227"/>
                </a:lnTo>
                <a:cubicBezTo>
                  <a:pt x="223242" y="132773"/>
                  <a:pt x="195281" y="160734"/>
                  <a:pt x="160734" y="160734"/>
                </a:cubicBezTo>
                <a:lnTo>
                  <a:pt x="62508" y="160734"/>
                </a:lnTo>
                <a:lnTo>
                  <a:pt x="62508" y="200192"/>
                </a:lnTo>
                <a:cubicBezTo>
                  <a:pt x="78302" y="207057"/>
                  <a:pt x="89297" y="222796"/>
                  <a:pt x="89297" y="241102"/>
                </a:cubicBezTo>
                <a:cubicBezTo>
                  <a:pt x="89297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5" y="207057"/>
                  <a:pt x="26789" y="200192"/>
                </a:cubicBezTo>
                <a:lnTo>
                  <a:pt x="26789" y="85613"/>
                </a:lnTo>
                <a:cubicBezTo>
                  <a:pt x="10995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7" y="19980"/>
                  <a:pt x="89297" y="44648"/>
                </a:cubicBezTo>
                <a:close/>
                <a:moveTo>
                  <a:pt x="218777" y="44648"/>
                </a:moveTo>
                <a:cubicBezTo>
                  <a:pt x="218777" y="37256"/>
                  <a:pt x="212775" y="31254"/>
                  <a:pt x="205383" y="31254"/>
                </a:cubicBezTo>
                <a:cubicBezTo>
                  <a:pt x="197990" y="31254"/>
                  <a:pt x="191988" y="37256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6"/>
                </a:moveTo>
                <a:cubicBezTo>
                  <a:pt x="52041" y="254496"/>
                  <a:pt x="58043" y="248494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6" y="227707"/>
                  <a:pt x="31254" y="233709"/>
                  <a:pt x="31254" y="241102"/>
                </a:cubicBezTo>
                <a:cubicBezTo>
                  <a:pt x="31254" y="248494"/>
                  <a:pt x="37256" y="254496"/>
                  <a:pt x="44648" y="25449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Text 37"/>
          <p:cNvSpPr/>
          <p:nvPr/>
        </p:nvSpPr>
        <p:spPr>
          <a:xfrm>
            <a:off x="9062975" y="5278955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72500" y="5545661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Pull Request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8"/>
            <a:ext cx="5406534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What is a Pull Request (PR)?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86"/>
            <a:ext cx="6934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Role of a PR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2059974"/>
            <a:ext cx="6838950" cy="495300"/>
          </a:xfrm>
          <a:custGeom>
            <a:avLst/>
            <a:gdLst/>
            <a:ahLst/>
            <a:cxnLst/>
            <a:rect l="l" t="t" r="r" b="b"/>
            <a:pathLst>
              <a:path w="6838950" h="495300">
                <a:moveTo>
                  <a:pt x="76202" y="0"/>
                </a:moveTo>
                <a:lnTo>
                  <a:pt x="6762748" y="0"/>
                </a:lnTo>
                <a:cubicBezTo>
                  <a:pt x="6804833" y="0"/>
                  <a:pt x="6838950" y="34117"/>
                  <a:pt x="6838950" y="76202"/>
                </a:cubicBezTo>
                <a:lnTo>
                  <a:pt x="6838950" y="419098"/>
                </a:lnTo>
                <a:cubicBezTo>
                  <a:pt x="6838950" y="461183"/>
                  <a:pt x="6804833" y="495300"/>
                  <a:pt x="6762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530924" y="22122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847580" y="2174223"/>
            <a:ext cx="3842505" cy="266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Submit code changes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56" y="2669428"/>
            <a:ext cx="6838950" cy="495300"/>
          </a:xfrm>
          <a:custGeom>
            <a:avLst/>
            <a:gdLst/>
            <a:ahLst/>
            <a:cxnLst/>
            <a:rect l="l" t="t" r="r" b="b"/>
            <a:pathLst>
              <a:path w="6838950" h="495300">
                <a:moveTo>
                  <a:pt x="76202" y="0"/>
                </a:moveTo>
                <a:lnTo>
                  <a:pt x="6762748" y="0"/>
                </a:lnTo>
                <a:cubicBezTo>
                  <a:pt x="6804833" y="0"/>
                  <a:pt x="6838950" y="34117"/>
                  <a:pt x="6838950" y="76202"/>
                </a:cubicBezTo>
                <a:lnTo>
                  <a:pt x="6838950" y="419098"/>
                </a:lnTo>
                <a:cubicBezTo>
                  <a:pt x="6838950" y="461183"/>
                  <a:pt x="6804833" y="495300"/>
                  <a:pt x="6762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8" name="Shape 6"/>
          <p:cNvSpPr/>
          <p:nvPr/>
        </p:nvSpPr>
        <p:spPr>
          <a:xfrm>
            <a:off x="507111" y="282173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847580" y="2783678"/>
            <a:ext cx="4054429" cy="3428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Request project maintainers to merge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956" y="3278884"/>
            <a:ext cx="6838950" cy="495300"/>
          </a:xfrm>
          <a:custGeom>
            <a:avLst/>
            <a:gdLst/>
            <a:ahLst/>
            <a:cxnLst/>
            <a:rect l="l" t="t" r="r" b="b"/>
            <a:pathLst>
              <a:path w="6838950" h="495300">
                <a:moveTo>
                  <a:pt x="76202" y="0"/>
                </a:moveTo>
                <a:lnTo>
                  <a:pt x="6762748" y="0"/>
                </a:lnTo>
                <a:cubicBezTo>
                  <a:pt x="6804833" y="0"/>
                  <a:pt x="6838950" y="34117"/>
                  <a:pt x="6838950" y="76202"/>
                </a:cubicBezTo>
                <a:lnTo>
                  <a:pt x="6838950" y="419098"/>
                </a:lnTo>
                <a:cubicBezTo>
                  <a:pt x="6838950" y="461183"/>
                  <a:pt x="6804833" y="495300"/>
                  <a:pt x="6762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1" name="Shape 9"/>
          <p:cNvSpPr/>
          <p:nvPr/>
        </p:nvSpPr>
        <p:spPr>
          <a:xfrm>
            <a:off x="507111" y="343119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847580" y="3393132"/>
            <a:ext cx="3425253" cy="304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 key step in code review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0956" y="4002663"/>
            <a:ext cx="6934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Typical PR Workflow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956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2" y="0"/>
                </a:moveTo>
                <a:lnTo>
                  <a:pt x="1019173" y="0"/>
                </a:lnTo>
                <a:cubicBezTo>
                  <a:pt x="1061258" y="0"/>
                  <a:pt x="1095375" y="34117"/>
                  <a:pt x="1095375" y="76202"/>
                </a:cubicBezTo>
                <a:lnTo>
                  <a:pt x="1095375" y="571498"/>
                </a:lnTo>
                <a:cubicBezTo>
                  <a:pt x="1095375" y="613583"/>
                  <a:pt x="1061258" y="647700"/>
                  <a:pt x="1019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457105" y="453600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1. Fork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868" y="4764574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69750" y="46692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Shape 16"/>
          <p:cNvSpPr/>
          <p:nvPr/>
        </p:nvSpPr>
        <p:spPr>
          <a:xfrm>
            <a:off x="1817332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2" y="0"/>
                </a:moveTo>
                <a:lnTo>
                  <a:pt x="1019173" y="0"/>
                </a:lnTo>
                <a:cubicBezTo>
                  <a:pt x="1061258" y="0"/>
                  <a:pt x="1095375" y="34117"/>
                  <a:pt x="1095375" y="76202"/>
                </a:cubicBezTo>
                <a:lnTo>
                  <a:pt x="1095375" y="571498"/>
                </a:lnTo>
                <a:cubicBezTo>
                  <a:pt x="1095375" y="613583"/>
                  <a:pt x="1061258" y="647700"/>
                  <a:pt x="1019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19" name="Text 17"/>
          <p:cNvSpPr/>
          <p:nvPr/>
        </p:nvSpPr>
        <p:spPr>
          <a:xfrm>
            <a:off x="1893482" y="453600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 Modify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98244" y="4764574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06127" y="46692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Shape 20"/>
          <p:cNvSpPr/>
          <p:nvPr/>
        </p:nvSpPr>
        <p:spPr>
          <a:xfrm>
            <a:off x="3253709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2" y="0"/>
                </a:moveTo>
                <a:lnTo>
                  <a:pt x="1019173" y="0"/>
                </a:lnTo>
                <a:cubicBezTo>
                  <a:pt x="1061258" y="0"/>
                  <a:pt x="1095375" y="34117"/>
                  <a:pt x="1095375" y="76202"/>
                </a:cubicBezTo>
                <a:lnTo>
                  <a:pt x="1095375" y="571498"/>
                </a:lnTo>
                <a:cubicBezTo>
                  <a:pt x="1095375" y="613583"/>
                  <a:pt x="1061258" y="647700"/>
                  <a:pt x="1019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3329858" y="453600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3. Submit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34621" y="4764574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2503" y="46692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Shape 24"/>
          <p:cNvSpPr/>
          <p:nvPr/>
        </p:nvSpPr>
        <p:spPr>
          <a:xfrm>
            <a:off x="4690085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2" y="0"/>
                </a:moveTo>
                <a:lnTo>
                  <a:pt x="1019173" y="0"/>
                </a:lnTo>
                <a:cubicBezTo>
                  <a:pt x="1061258" y="0"/>
                  <a:pt x="1095375" y="34117"/>
                  <a:pt x="1095375" y="76202"/>
                </a:cubicBezTo>
                <a:lnTo>
                  <a:pt x="1095375" y="571498"/>
                </a:lnTo>
                <a:cubicBezTo>
                  <a:pt x="1095375" y="613583"/>
                  <a:pt x="1061258" y="647700"/>
                  <a:pt x="1019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27" name="Text 25"/>
          <p:cNvSpPr/>
          <p:nvPr/>
        </p:nvSpPr>
        <p:spPr>
          <a:xfrm>
            <a:off x="4766235" y="453600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4. Review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70997" y="4764574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78880" y="46692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126462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2" y="0"/>
                </a:moveTo>
                <a:lnTo>
                  <a:pt x="1019173" y="0"/>
                </a:lnTo>
                <a:cubicBezTo>
                  <a:pt x="1061258" y="0"/>
                  <a:pt x="1095375" y="34117"/>
                  <a:pt x="1095375" y="76202"/>
                </a:cubicBezTo>
                <a:lnTo>
                  <a:pt x="1095375" y="571498"/>
                </a:lnTo>
                <a:cubicBezTo>
                  <a:pt x="1095375" y="613583"/>
                  <a:pt x="1061258" y="647700"/>
                  <a:pt x="1019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202611" y="453600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5. Merge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07373" y="4764574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</a:t>
            </a:r>
            <a:endParaRPr lang="en-US" sz="1600" dirty="0"/>
          </a:p>
        </p:txBody>
      </p:sp>
      <p:pic>
        <p:nvPicPr>
          <p:cNvPr id="33" name="Image 0" descr="https://kimi-web-img.moonshot.cn/img/nulab.com/7da2abaa671d41a48bc6952c8f679a80a2a504ad.png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7524780" y="1785272"/>
            <a:ext cx="4286250" cy="2800350"/>
          </a:xfrm>
          <a:prstGeom prst="roundRect">
            <a:avLst>
              <a:gd name="adj" fmla="val 2721"/>
            </a:avLst>
          </a:prstGeom>
        </p:spPr>
      </p:pic>
      <p:sp>
        <p:nvSpPr>
          <p:cNvPr id="34" name="Text 31"/>
          <p:cNvSpPr/>
          <p:nvPr/>
        </p:nvSpPr>
        <p:spPr>
          <a:xfrm>
            <a:off x="7491442" y="4734365"/>
            <a:ext cx="4352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Nulab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30"/>
            <a:ext cx="4162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Basic PR Submission Workflow for FlagOS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104882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Text 2"/>
          <p:cNvSpPr/>
          <p:nvPr/>
        </p:nvSpPr>
        <p:spPr>
          <a:xfrm>
            <a:off x="1282007" y="1793270"/>
            <a:ext cx="257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093" y="2326607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Fork FlagOS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618" y="2593311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6913" y="209803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Shape 6"/>
          <p:cNvSpPr/>
          <p:nvPr/>
        </p:nvSpPr>
        <p:spPr>
          <a:xfrm>
            <a:off x="3448000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3625124" y="1793270"/>
            <a:ext cx="257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81210" y="2326607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Create a New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0735" y="2593311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Dev Branch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10104" y="209803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Shape 11"/>
          <p:cNvSpPr/>
          <p:nvPr/>
        </p:nvSpPr>
        <p:spPr>
          <a:xfrm>
            <a:off x="5791191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5968316" y="1793270"/>
            <a:ext cx="257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4402" y="2326607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Modify 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33927" y="2593311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or Docs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53222" y="209803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Shape 16"/>
          <p:cNvSpPr/>
          <p:nvPr/>
        </p:nvSpPr>
        <p:spPr>
          <a:xfrm>
            <a:off x="8134308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8311433" y="1793270"/>
            <a:ext cx="257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7519" y="2326607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Commit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77044" y="2593311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Commit Changes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496413" y="209803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Shape 21"/>
          <p:cNvSpPr/>
          <p:nvPr/>
        </p:nvSpPr>
        <p:spPr>
          <a:xfrm>
            <a:off x="10477500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4" name="Text 22"/>
          <p:cNvSpPr/>
          <p:nvPr/>
        </p:nvSpPr>
        <p:spPr>
          <a:xfrm>
            <a:off x="10654624" y="1793270"/>
            <a:ext cx="257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10711" y="2326607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Submit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20236" y="2593311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0956" y="3012328"/>
            <a:ext cx="11430000" cy="1333500"/>
          </a:xfrm>
          <a:custGeom>
            <a:avLst/>
            <a:gdLst/>
            <a:ahLst/>
            <a:cxnLst/>
            <a:rect l="l" t="t" r="r" b="b"/>
            <a:pathLst>
              <a:path w="11430000" h="1333500">
                <a:moveTo>
                  <a:pt x="76196" y="0"/>
                </a:moveTo>
                <a:lnTo>
                  <a:pt x="11353804" y="0"/>
                </a:lnTo>
                <a:cubicBezTo>
                  <a:pt x="11395886" y="0"/>
                  <a:pt x="11430000" y="34114"/>
                  <a:pt x="11430000" y="76196"/>
                </a:cubicBezTo>
                <a:lnTo>
                  <a:pt x="11430000" y="1257304"/>
                </a:lnTo>
                <a:cubicBezTo>
                  <a:pt x="11430000" y="1299386"/>
                  <a:pt x="11395886" y="1333500"/>
                  <a:pt x="113538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609529" y="3240900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 Must Include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6679" y="369804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1009514" y="3659991"/>
            <a:ext cx="2221824" cy="266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Description of Changes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9514" y="3926695"/>
            <a:ext cx="3101848" cy="266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Clearly describe what was changed in this PR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1913" y="369804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4743323" y="3659991"/>
            <a:ext cx="168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Reason for Changes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43323" y="3926694"/>
            <a:ext cx="2853784" cy="22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Explain why this modification is necessary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5722" y="369804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2966" y="4197"/>
                </a:moveTo>
                <a:cubicBezTo>
                  <a:pt x="147384" y="-1384"/>
                  <a:pt x="138321" y="-1384"/>
                  <a:pt x="132740" y="4197"/>
                </a:cubicBezTo>
                <a:cubicBezTo>
                  <a:pt x="127159" y="9778"/>
                  <a:pt x="127159" y="18842"/>
                  <a:pt x="132740" y="24423"/>
                </a:cubicBezTo>
                <a:lnTo>
                  <a:pt x="136937" y="28575"/>
                </a:lnTo>
                <a:lnTo>
                  <a:pt x="12546" y="152966"/>
                </a:lnTo>
                <a:cubicBezTo>
                  <a:pt x="4509" y="161002"/>
                  <a:pt x="0" y="171896"/>
                  <a:pt x="0" y="183282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45318" y="228600"/>
                </a:lnTo>
                <a:cubicBezTo>
                  <a:pt x="56704" y="228600"/>
                  <a:pt x="67598" y="224091"/>
                  <a:pt x="75634" y="216054"/>
                </a:cubicBezTo>
                <a:lnTo>
                  <a:pt x="200025" y="91663"/>
                </a:lnTo>
                <a:lnTo>
                  <a:pt x="204222" y="95860"/>
                </a:lnTo>
                <a:cubicBezTo>
                  <a:pt x="209803" y="101441"/>
                  <a:pt x="218867" y="101441"/>
                  <a:pt x="224448" y="95860"/>
                </a:cubicBezTo>
                <a:cubicBezTo>
                  <a:pt x="230029" y="90279"/>
                  <a:pt x="230029" y="81216"/>
                  <a:pt x="224448" y="75634"/>
                </a:cubicBezTo>
                <a:lnTo>
                  <a:pt x="153010" y="4197"/>
                </a:lnTo>
                <a:close/>
                <a:moveTo>
                  <a:pt x="91663" y="114300"/>
                </a:moveTo>
                <a:lnTo>
                  <a:pt x="157163" y="48801"/>
                </a:lnTo>
                <a:lnTo>
                  <a:pt x="179799" y="71438"/>
                </a:lnTo>
                <a:lnTo>
                  <a:pt x="136937" y="114300"/>
                </a:lnTo>
                <a:lnTo>
                  <a:pt x="91619" y="11430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8477131" y="3659991"/>
            <a:ext cx="1552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Related Tests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77131" y="3926695"/>
            <a:ext cx="2705355" cy="266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If applicable, provide test cases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" y="611505"/>
            <a:ext cx="451294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Issue: How to Report a Bug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86"/>
            <a:ext cx="6457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When reporting a Bug in GitHub Issues, you need to provide: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911" y="2059972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10" y="0"/>
                </a:moveTo>
                <a:lnTo>
                  <a:pt x="6267353" y="0"/>
                </a:lnTo>
                <a:cubicBezTo>
                  <a:pt x="6309438" y="0"/>
                  <a:pt x="6343555" y="34117"/>
                  <a:pt x="6343555" y="76202"/>
                </a:cubicBezTo>
                <a:lnTo>
                  <a:pt x="6343555" y="419098"/>
                </a:lnTo>
                <a:cubicBezTo>
                  <a:pt x="6343555" y="461183"/>
                  <a:pt x="6309438" y="495300"/>
                  <a:pt x="6267353" y="495300"/>
                </a:cubicBez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399911" y="2059972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568834" y="221228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cubicBezTo>
                  <a:pt x="54211" y="11906"/>
                  <a:pt x="59531" y="17227"/>
                  <a:pt x="59531" y="23812"/>
                </a:cubicBezTo>
                <a:cubicBezTo>
                  <a:pt x="59531" y="30398"/>
                  <a:pt x="54211" y="35719"/>
                  <a:pt x="47625" y="35719"/>
                </a:cubicBezTo>
                <a:lnTo>
                  <a:pt x="41672" y="35719"/>
                </a:lnTo>
                <a:lnTo>
                  <a:pt x="41672" y="77391"/>
                </a:lnTo>
                <a:lnTo>
                  <a:pt x="125016" y="77391"/>
                </a:lnTo>
                <a:lnTo>
                  <a:pt x="125016" y="35719"/>
                </a:lnTo>
                <a:lnTo>
                  <a:pt x="119063" y="35719"/>
                </a:ln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48828" y="35719"/>
                </a:lnTo>
                <a:lnTo>
                  <a:pt x="148828" y="154781"/>
                </a:lnTo>
                <a:lnTo>
                  <a:pt x="154781" y="154781"/>
                </a:ln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25016" y="154781"/>
                </a:lnTo>
                <a:lnTo>
                  <a:pt x="125016" y="101203"/>
                </a:lnTo>
                <a:lnTo>
                  <a:pt x="41672" y="101203"/>
                </a:lnTo>
                <a:lnTo>
                  <a:pt x="41672" y="154781"/>
                </a:lnTo>
                <a:lnTo>
                  <a:pt x="47625" y="154781"/>
                </a:lnTo>
                <a:cubicBezTo>
                  <a:pt x="54211" y="154781"/>
                  <a:pt x="59531" y="160102"/>
                  <a:pt x="59531" y="166688"/>
                </a:cubicBezTo>
                <a:cubicBezTo>
                  <a:pt x="59531" y="173273"/>
                  <a:pt x="54211" y="178594"/>
                  <a:pt x="4762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cubicBezTo>
                  <a:pt x="0" y="160102"/>
                  <a:pt x="5321" y="154781"/>
                  <a:pt x="11906" y="154781"/>
                </a:cubicBezTo>
                <a:lnTo>
                  <a:pt x="17859" y="154781"/>
                </a:lnTo>
                <a:lnTo>
                  <a:pt x="17859" y="35719"/>
                </a:ln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885190" y="2174240"/>
            <a:ext cx="249745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Brief problem description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9911" y="2669428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10" y="0"/>
                </a:moveTo>
                <a:lnTo>
                  <a:pt x="6267353" y="0"/>
                </a:lnTo>
                <a:cubicBezTo>
                  <a:pt x="6309438" y="0"/>
                  <a:pt x="6343555" y="34117"/>
                  <a:pt x="6343555" y="76202"/>
                </a:cubicBezTo>
                <a:lnTo>
                  <a:pt x="6343555" y="419098"/>
                </a:lnTo>
                <a:cubicBezTo>
                  <a:pt x="6343555" y="461183"/>
                  <a:pt x="6309438" y="495300"/>
                  <a:pt x="6267353" y="495300"/>
                </a:cubicBez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399911" y="2669428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556928" y="282173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885190" y="2783840"/>
            <a:ext cx="3302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Steps to reproduce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9911" y="3278884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10" y="0"/>
                </a:moveTo>
                <a:lnTo>
                  <a:pt x="6267353" y="0"/>
                </a:lnTo>
                <a:cubicBezTo>
                  <a:pt x="6309438" y="0"/>
                  <a:pt x="6343555" y="34117"/>
                  <a:pt x="6343555" y="76202"/>
                </a:cubicBezTo>
                <a:lnTo>
                  <a:pt x="6343555" y="419098"/>
                </a:lnTo>
                <a:cubicBezTo>
                  <a:pt x="6343555" y="461183"/>
                  <a:pt x="6309438" y="495300"/>
                  <a:pt x="6267353" y="495300"/>
                </a:cubicBez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399911" y="3278884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Shape 12"/>
          <p:cNvSpPr/>
          <p:nvPr/>
        </p:nvSpPr>
        <p:spPr>
          <a:xfrm>
            <a:off x="556928" y="34311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885190" y="3393440"/>
            <a:ext cx="260540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Accurate problem description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9911" y="3888339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10" y="0"/>
                </a:moveTo>
                <a:lnTo>
                  <a:pt x="6267353" y="0"/>
                </a:lnTo>
                <a:cubicBezTo>
                  <a:pt x="6309438" y="0"/>
                  <a:pt x="6343555" y="34117"/>
                  <a:pt x="6343555" y="76202"/>
                </a:cubicBezTo>
                <a:lnTo>
                  <a:pt x="6343555" y="419098"/>
                </a:lnTo>
                <a:cubicBezTo>
                  <a:pt x="6343555" y="461183"/>
                  <a:pt x="6309438" y="495300"/>
                  <a:pt x="6267353" y="495300"/>
                </a:cubicBez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Shape 15"/>
          <p:cNvSpPr/>
          <p:nvPr/>
        </p:nvSpPr>
        <p:spPr>
          <a:xfrm>
            <a:off x="399911" y="3888339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Shape 16"/>
          <p:cNvSpPr/>
          <p:nvPr/>
        </p:nvSpPr>
        <p:spPr>
          <a:xfrm>
            <a:off x="545022" y="404064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885190" y="4002405"/>
            <a:ext cx="327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Example code (if possible)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48530" y="1640886"/>
            <a:ext cx="4762500" cy="3124200"/>
          </a:xfrm>
          <a:custGeom>
            <a:avLst/>
            <a:gdLst/>
            <a:ahLst/>
            <a:cxnLst/>
            <a:rect l="l" t="t" r="r" b="b"/>
            <a:pathLst>
              <a:path w="4762500" h="3124200">
                <a:moveTo>
                  <a:pt x="76199" y="0"/>
                </a:moveTo>
                <a:lnTo>
                  <a:pt x="4686301" y="0"/>
                </a:lnTo>
                <a:cubicBezTo>
                  <a:pt x="4728384" y="0"/>
                  <a:pt x="4762500" y="34116"/>
                  <a:pt x="4762500" y="76199"/>
                </a:cubicBezTo>
                <a:lnTo>
                  <a:pt x="4762500" y="3048001"/>
                </a:lnTo>
                <a:cubicBezTo>
                  <a:pt x="4762500" y="3090084"/>
                  <a:pt x="4728384" y="3124200"/>
                  <a:pt x="4686301" y="3124200"/>
                </a:cubicBezTo>
                <a:lnTo>
                  <a:pt x="76199" y="3124200"/>
                </a:lnTo>
                <a:cubicBezTo>
                  <a:pt x="34116" y="3124200"/>
                  <a:pt x="0" y="3090084"/>
                  <a:pt x="0" y="30480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1828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77103" y="1869458"/>
            <a:ext cx="4400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B2222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Example Structure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86581" y="2288549"/>
            <a:ext cx="18955" cy="381000"/>
          </a:xfrm>
          <a:custGeom>
            <a:avLst/>
            <a:gdLst/>
            <a:ahLst/>
            <a:cxnLst/>
            <a:rect l="l" t="t" r="r" b="b"/>
            <a:pathLst>
              <a:path w="18955" h="381000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/>
          </a:solidFill>
        </p:spPr>
      </p:sp>
      <p:sp>
        <p:nvSpPr>
          <p:cNvPr id="23" name="Text 21"/>
          <p:cNvSpPr/>
          <p:nvPr/>
        </p:nvSpPr>
        <p:spPr>
          <a:xfrm>
            <a:off x="7410308" y="2288549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2222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## Summary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10308" y="2478988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Briefly describe the issue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6581" y="2783677"/>
            <a:ext cx="18955" cy="762000"/>
          </a:xfrm>
          <a:custGeom>
            <a:avLst/>
            <a:gdLst/>
            <a:ahLst/>
            <a:cxnLst/>
            <a:rect l="l" t="t" r="r" b="b"/>
            <a:pathLst>
              <a:path w="18955" h="762000">
                <a:moveTo>
                  <a:pt x="0" y="0"/>
                </a:moveTo>
                <a:lnTo>
                  <a:pt x="18955" y="0"/>
                </a:lnTo>
                <a:lnTo>
                  <a:pt x="1895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/>
          </a:solidFill>
        </p:spPr>
      </p:sp>
      <p:sp>
        <p:nvSpPr>
          <p:cNvPr id="26" name="Text 24"/>
          <p:cNvSpPr/>
          <p:nvPr/>
        </p:nvSpPr>
        <p:spPr>
          <a:xfrm>
            <a:off x="7410308" y="2783677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2222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## Steps to reproduce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10308" y="2974121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1. Step one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10308" y="3164560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 Step two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10308" y="3355000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3. Step three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86581" y="3659693"/>
            <a:ext cx="18955" cy="381000"/>
          </a:xfrm>
          <a:custGeom>
            <a:avLst/>
            <a:gdLst/>
            <a:ahLst/>
            <a:cxnLst/>
            <a:rect l="l" t="t" r="r" b="b"/>
            <a:pathLst>
              <a:path w="18955" h="381000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/>
          </a:solidFill>
        </p:spPr>
      </p:sp>
      <p:sp>
        <p:nvSpPr>
          <p:cNvPr id="31" name="Text 29"/>
          <p:cNvSpPr/>
          <p:nvPr/>
        </p:nvSpPr>
        <p:spPr>
          <a:xfrm>
            <a:off x="7410308" y="3659693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2222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## Expected behavior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10308" y="3850132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Description of expected behavior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86581" y="4154821"/>
            <a:ext cx="18955" cy="381000"/>
          </a:xfrm>
          <a:custGeom>
            <a:avLst/>
            <a:gdLst/>
            <a:ahLst/>
            <a:cxnLst/>
            <a:rect l="l" t="t" r="r" b="b"/>
            <a:pathLst>
              <a:path w="18955" h="381000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/>
          </a:solidFill>
        </p:spPr>
      </p:sp>
      <p:sp>
        <p:nvSpPr>
          <p:cNvPr id="34" name="Text 32"/>
          <p:cNvSpPr/>
          <p:nvPr/>
        </p:nvSpPr>
        <p:spPr>
          <a:xfrm>
            <a:off x="7410308" y="4154821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2222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## Actual behavior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10308" y="4345260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Description of actual behavior</a:t>
            </a:r>
            <a:endParaRPr lang="en-US" sz="1600" dirty="0"/>
          </a:p>
        </p:txBody>
      </p:sp>
      <p:sp>
        <p:nvSpPr>
          <p:cNvPr id="41" name="文本框 40"/>
          <p:cNvSpPr txBox="1"/>
          <p:nvPr/>
        </p:nvSpPr>
        <p:spPr>
          <a:xfrm>
            <a:off x="291578" y="6474722"/>
            <a:ext cx="9017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Reference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+mn-ea"/>
              </a:rPr>
              <a:t>FlagTree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：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https://github.com/flagos-ai/FlagTree/issues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56" y="5141459"/>
            <a:ext cx="4672494" cy="1218911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852" y="5136649"/>
            <a:ext cx="2369607" cy="12446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5"/>
            <a:ext cx="644270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Code Contribution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86"/>
            <a:ext cx="565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When submitting a PR, you need to: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2059972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580963" y="225041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885712" y="2212353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Clearly describe the changes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5712" y="2479058"/>
            <a:ext cx="4751942" cy="1901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Detail which files and features are affected by this change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974265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557150" y="31647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885712" y="3126646"/>
            <a:ext cx="3535034" cy="3619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State the reason for changes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5711" y="3393355"/>
            <a:ext cx="5591199" cy="3238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Explain why this modification is being made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956" y="3888558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557150" y="40789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885712" y="4040939"/>
            <a:ext cx="2066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Provide test cases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712" y="4307648"/>
            <a:ext cx="4078174" cy="3810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If possible, provide relevant test cases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956" y="4802851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Shape 15"/>
          <p:cNvSpPr/>
          <p:nvPr/>
        </p:nvSpPr>
        <p:spPr>
          <a:xfrm>
            <a:off x="557150" y="49932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885712" y="4955232"/>
            <a:ext cx="3198150" cy="343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Wait for Team Member Review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5712" y="5221942"/>
            <a:ext cx="3672538" cy="40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Patiently wait for code review feedback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48338" y="1640886"/>
            <a:ext cx="565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Before a PR can be merged: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338" y="2059972"/>
            <a:ext cx="5562600" cy="3581400"/>
          </a:xfrm>
          <a:custGeom>
            <a:avLst/>
            <a:gdLst/>
            <a:ahLst/>
            <a:cxnLst/>
            <a:rect l="l" t="t" r="r" b="b"/>
            <a:pathLst>
              <a:path w="5562600" h="3581400">
                <a:moveTo>
                  <a:pt x="76212" y="0"/>
                </a:moveTo>
                <a:lnTo>
                  <a:pt x="5486388" y="0"/>
                </a:lnTo>
                <a:cubicBezTo>
                  <a:pt x="5528479" y="0"/>
                  <a:pt x="5562600" y="34121"/>
                  <a:pt x="5562600" y="76212"/>
                </a:cubicBezTo>
                <a:lnTo>
                  <a:pt x="5562600" y="3505188"/>
                </a:lnTo>
                <a:cubicBezTo>
                  <a:pt x="5562600" y="3547279"/>
                  <a:pt x="5528479" y="3581400"/>
                  <a:pt x="54863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Shape 20"/>
          <p:cNvSpPr/>
          <p:nvPr/>
        </p:nvSpPr>
        <p:spPr>
          <a:xfrm>
            <a:off x="6476911" y="320283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6600712" y="33552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73427" y="59248"/>
                </a:moveTo>
                <a:lnTo>
                  <a:pt x="237708" y="116398"/>
                </a:lnTo>
                <a:cubicBezTo>
                  <a:pt x="235833" y="119390"/>
                  <a:pt x="232618" y="121265"/>
                  <a:pt x="229091" y="121444"/>
                </a:cubicBezTo>
                <a:cubicBezTo>
                  <a:pt x="225564" y="121622"/>
                  <a:pt x="222171" y="120015"/>
                  <a:pt x="220072" y="117157"/>
                </a:cubicBezTo>
                <a:lnTo>
                  <a:pt x="198641" y="88582"/>
                </a:lnTo>
                <a:cubicBezTo>
                  <a:pt x="195069" y="83850"/>
                  <a:pt x="196051" y="77152"/>
                  <a:pt x="200784" y="73581"/>
                </a:cubicBezTo>
                <a:cubicBezTo>
                  <a:pt x="205517" y="70009"/>
                  <a:pt x="212214" y="70991"/>
                  <a:pt x="215786" y="75724"/>
                </a:cubicBezTo>
                <a:lnTo>
                  <a:pt x="227841" y="91797"/>
                </a:lnTo>
                <a:lnTo>
                  <a:pt x="255255" y="47908"/>
                </a:lnTo>
                <a:cubicBezTo>
                  <a:pt x="258381" y="42907"/>
                  <a:pt x="264988" y="41344"/>
                  <a:pt x="270034" y="44514"/>
                </a:cubicBezTo>
                <a:cubicBezTo>
                  <a:pt x="275079" y="47685"/>
                  <a:pt x="276597" y="54248"/>
                  <a:pt x="273427" y="5929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4" name="Text 22"/>
          <p:cNvSpPr/>
          <p:nvPr/>
        </p:nvSpPr>
        <p:spPr>
          <a:xfrm>
            <a:off x="7162630" y="3221868"/>
            <a:ext cx="35351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Approved by at least one member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62630" y="3488573"/>
            <a:ext cx="4470187" cy="228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Must pass code review by project maintainers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76911" y="396474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6657862" y="411713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7162631" y="3983780"/>
            <a:ext cx="2228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Pass CI Checks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62630" y="4250485"/>
            <a:ext cx="3741417" cy="285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Must pass automated tests and code checks</a:t>
            </a:r>
            <a:endParaRPr lang="en-US" sz="1600" dirty="0"/>
          </a:p>
        </p:txBody>
      </p:sp>
      <p:sp>
        <p:nvSpPr>
          <p:cNvPr id="31" name="文本框 30"/>
          <p:cNvSpPr txBox="1"/>
          <p:nvPr/>
        </p:nvSpPr>
        <p:spPr>
          <a:xfrm>
            <a:off x="345150" y="5907979"/>
            <a:ext cx="1135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Reference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latin typeface="+mn-ea"/>
              </a:rPr>
              <a:t>FlagTree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Contribution Guidelines: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https://github.com/flagos-ai/FlagTree/blob/cc6a3158/CONTRIBUTING_cn.md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9"/>
            <a:ext cx="4518965" cy="362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Importance of Code Standards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86"/>
            <a:ext cx="115252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Large open source projects require unified code style — the foundation for code quality and collaboration efficiency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2197994"/>
            <a:ext cx="3657600" cy="1733455"/>
          </a:xfrm>
          <a:custGeom>
            <a:avLst/>
            <a:gdLst/>
            <a:ahLst/>
            <a:cxnLst/>
            <a:rect l="l" t="t" r="r" b="b"/>
            <a:pathLst>
              <a:path w="3657600" h="1733455">
                <a:moveTo>
                  <a:pt x="37910" y="0"/>
                </a:moveTo>
                <a:lnTo>
                  <a:pt x="3619690" y="0"/>
                </a:lnTo>
                <a:cubicBezTo>
                  <a:pt x="3640627" y="0"/>
                  <a:pt x="3657600" y="16973"/>
                  <a:pt x="3657600" y="37910"/>
                </a:cubicBezTo>
                <a:lnTo>
                  <a:pt x="3657600" y="1657253"/>
                </a:lnTo>
                <a:cubicBezTo>
                  <a:pt x="3657600" y="1699338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8"/>
                  <a:pt x="0" y="1657253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380956" y="2197994"/>
            <a:ext cx="3657600" cy="37910"/>
          </a:xfrm>
          <a:custGeom>
            <a:avLst/>
            <a:gdLst/>
            <a:ahLst/>
            <a:cxnLst/>
            <a:rect l="l" t="t" r="r" b="b"/>
            <a:pathLst>
              <a:path w="3657600" h="37910">
                <a:moveTo>
                  <a:pt x="37910" y="0"/>
                </a:moveTo>
                <a:lnTo>
                  <a:pt x="3619690" y="0"/>
                </a:lnTo>
                <a:cubicBezTo>
                  <a:pt x="3640627" y="0"/>
                  <a:pt x="3657600" y="16973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2016913" y="244552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92881" y="21431"/>
                </a:moveTo>
                <a:cubicBezTo>
                  <a:pt x="138767" y="21431"/>
                  <a:pt x="95436" y="46077"/>
                  <a:pt x="63892" y="75411"/>
                </a:cubicBezTo>
                <a:cubicBezTo>
                  <a:pt x="32549" y="104544"/>
                  <a:pt x="11586" y="139303"/>
                  <a:pt x="1607" y="163212"/>
                </a:cubicBezTo>
                <a:cubicBezTo>
                  <a:pt x="-603" y="168503"/>
                  <a:pt x="-603" y="174397"/>
                  <a:pt x="1607" y="179688"/>
                </a:cubicBezTo>
                <a:cubicBezTo>
                  <a:pt x="11586" y="203597"/>
                  <a:pt x="32549" y="238423"/>
                  <a:pt x="63892" y="267489"/>
                </a:cubicBezTo>
                <a:cubicBezTo>
                  <a:pt x="95436" y="296756"/>
                  <a:pt x="138767" y="321469"/>
                  <a:pt x="192881" y="321469"/>
                </a:cubicBezTo>
                <a:cubicBezTo>
                  <a:pt x="246995" y="321469"/>
                  <a:pt x="290326" y="296823"/>
                  <a:pt x="321871" y="267489"/>
                </a:cubicBezTo>
                <a:cubicBezTo>
                  <a:pt x="353214" y="238356"/>
                  <a:pt x="374176" y="203597"/>
                  <a:pt x="384155" y="179688"/>
                </a:cubicBezTo>
                <a:cubicBezTo>
                  <a:pt x="386365" y="174397"/>
                  <a:pt x="386365" y="168503"/>
                  <a:pt x="384155" y="163212"/>
                </a:cubicBezTo>
                <a:cubicBezTo>
                  <a:pt x="374176" y="139303"/>
                  <a:pt x="353214" y="104477"/>
                  <a:pt x="321871" y="75411"/>
                </a:cubicBezTo>
                <a:cubicBezTo>
                  <a:pt x="290326" y="46144"/>
                  <a:pt x="246995" y="21431"/>
                  <a:pt x="192881" y="21431"/>
                </a:cubicBezTo>
                <a:close/>
                <a:moveTo>
                  <a:pt x="96441" y="171450"/>
                </a:moveTo>
                <a:cubicBezTo>
                  <a:pt x="96441" y="118223"/>
                  <a:pt x="139654" y="75009"/>
                  <a:pt x="192881" y="75009"/>
                </a:cubicBezTo>
                <a:cubicBezTo>
                  <a:pt x="246108" y="75009"/>
                  <a:pt x="289322" y="118223"/>
                  <a:pt x="289322" y="171450"/>
                </a:cubicBezTo>
                <a:cubicBezTo>
                  <a:pt x="289322" y="224677"/>
                  <a:pt x="246108" y="267891"/>
                  <a:pt x="192881" y="267891"/>
                </a:cubicBezTo>
                <a:cubicBezTo>
                  <a:pt x="139654" y="267891"/>
                  <a:pt x="96441" y="224677"/>
                  <a:pt x="96441" y="171450"/>
                </a:cubicBezTo>
                <a:close/>
                <a:moveTo>
                  <a:pt x="192881" y="128588"/>
                </a:moveTo>
                <a:cubicBezTo>
                  <a:pt x="192881" y="152229"/>
                  <a:pt x="173660" y="171450"/>
                  <a:pt x="150019" y="171450"/>
                </a:cubicBezTo>
                <a:cubicBezTo>
                  <a:pt x="142317" y="171450"/>
                  <a:pt x="135084" y="169441"/>
                  <a:pt x="128788" y="165824"/>
                </a:cubicBezTo>
                <a:cubicBezTo>
                  <a:pt x="128119" y="173124"/>
                  <a:pt x="128721" y="180625"/>
                  <a:pt x="130731" y="188059"/>
                </a:cubicBezTo>
                <a:cubicBezTo>
                  <a:pt x="139906" y="222349"/>
                  <a:pt x="175200" y="242709"/>
                  <a:pt x="209490" y="233534"/>
                </a:cubicBezTo>
                <a:cubicBezTo>
                  <a:pt x="243780" y="224358"/>
                  <a:pt x="264140" y="189064"/>
                  <a:pt x="254965" y="154774"/>
                </a:cubicBezTo>
                <a:cubicBezTo>
                  <a:pt x="246794" y="124167"/>
                  <a:pt x="217795" y="104678"/>
                  <a:pt x="187256" y="107357"/>
                </a:cubicBezTo>
                <a:cubicBezTo>
                  <a:pt x="190805" y="113586"/>
                  <a:pt x="192881" y="120819"/>
                  <a:pt x="192881" y="12858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561904" y="2902669"/>
            <a:ext cx="3295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Improve Code Readability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429" y="3245565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Unified code style helps team members quickly understand code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7147" y="2197994"/>
            <a:ext cx="3657600" cy="1733455"/>
          </a:xfrm>
          <a:custGeom>
            <a:avLst/>
            <a:gdLst/>
            <a:ahLst/>
            <a:cxnLst/>
            <a:rect l="l" t="t" r="r" b="b"/>
            <a:pathLst>
              <a:path w="3657600" h="1733455">
                <a:moveTo>
                  <a:pt x="37910" y="0"/>
                </a:moveTo>
                <a:lnTo>
                  <a:pt x="3619690" y="0"/>
                </a:lnTo>
                <a:cubicBezTo>
                  <a:pt x="3640627" y="0"/>
                  <a:pt x="3657600" y="16973"/>
                  <a:pt x="3657600" y="37910"/>
                </a:cubicBezTo>
                <a:lnTo>
                  <a:pt x="3657600" y="1657253"/>
                </a:lnTo>
                <a:cubicBezTo>
                  <a:pt x="3657600" y="1699338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8"/>
                  <a:pt x="0" y="1657253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4267147" y="2197994"/>
            <a:ext cx="3657600" cy="37910"/>
          </a:xfrm>
          <a:custGeom>
            <a:avLst/>
            <a:gdLst/>
            <a:ahLst/>
            <a:cxnLst/>
            <a:rect l="l" t="t" r="r" b="b"/>
            <a:pathLst>
              <a:path w="3657600" h="37910">
                <a:moveTo>
                  <a:pt x="37910" y="0"/>
                </a:moveTo>
                <a:lnTo>
                  <a:pt x="3619690" y="0"/>
                </a:lnTo>
                <a:cubicBezTo>
                  <a:pt x="3640627" y="0"/>
                  <a:pt x="3657600" y="16973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Shape 9"/>
          <p:cNvSpPr/>
          <p:nvPr/>
        </p:nvSpPr>
        <p:spPr>
          <a:xfrm>
            <a:off x="5903104" y="244552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50086" y="65030"/>
                </a:moveTo>
                <a:lnTo>
                  <a:pt x="150086" y="98249"/>
                </a:lnTo>
                <a:lnTo>
                  <a:pt x="150421" y="98584"/>
                </a:lnTo>
                <a:cubicBezTo>
                  <a:pt x="154774" y="43398"/>
                  <a:pt x="200918" y="0"/>
                  <a:pt x="257242" y="0"/>
                </a:cubicBezTo>
                <a:cubicBezTo>
                  <a:pt x="270703" y="0"/>
                  <a:pt x="283629" y="2478"/>
                  <a:pt x="295483" y="7032"/>
                </a:cubicBezTo>
                <a:cubicBezTo>
                  <a:pt x="302181" y="9577"/>
                  <a:pt x="303386" y="18083"/>
                  <a:pt x="298363" y="23173"/>
                </a:cubicBezTo>
                <a:lnTo>
                  <a:pt x="238958" y="82577"/>
                </a:lnTo>
                <a:cubicBezTo>
                  <a:pt x="236949" y="84586"/>
                  <a:pt x="235811" y="87332"/>
                  <a:pt x="235811" y="90145"/>
                </a:cubicBezTo>
                <a:lnTo>
                  <a:pt x="235811" y="117872"/>
                </a:lnTo>
                <a:cubicBezTo>
                  <a:pt x="235811" y="123765"/>
                  <a:pt x="240633" y="128588"/>
                  <a:pt x="246526" y="128588"/>
                </a:cubicBezTo>
                <a:lnTo>
                  <a:pt x="274253" y="128588"/>
                </a:lnTo>
                <a:cubicBezTo>
                  <a:pt x="277066" y="128588"/>
                  <a:pt x="279812" y="127449"/>
                  <a:pt x="281821" y="125440"/>
                </a:cubicBezTo>
                <a:lnTo>
                  <a:pt x="341226" y="66035"/>
                </a:lnTo>
                <a:cubicBezTo>
                  <a:pt x="346316" y="60945"/>
                  <a:pt x="354821" y="62218"/>
                  <a:pt x="357366" y="68915"/>
                </a:cubicBezTo>
                <a:cubicBezTo>
                  <a:pt x="361920" y="80769"/>
                  <a:pt x="364398" y="93695"/>
                  <a:pt x="364398" y="107156"/>
                </a:cubicBezTo>
                <a:cubicBezTo>
                  <a:pt x="364398" y="147742"/>
                  <a:pt x="341828" y="183103"/>
                  <a:pt x="308476" y="201253"/>
                </a:cubicBezTo>
                <a:lnTo>
                  <a:pt x="363059" y="255836"/>
                </a:lnTo>
                <a:cubicBezTo>
                  <a:pt x="375583" y="268359"/>
                  <a:pt x="375583" y="288719"/>
                  <a:pt x="363059" y="301310"/>
                </a:cubicBezTo>
                <a:lnTo>
                  <a:pt x="322808" y="341561"/>
                </a:lnTo>
                <a:cubicBezTo>
                  <a:pt x="310284" y="354084"/>
                  <a:pt x="289925" y="354084"/>
                  <a:pt x="277334" y="341561"/>
                </a:cubicBezTo>
                <a:lnTo>
                  <a:pt x="192948" y="257175"/>
                </a:lnTo>
                <a:cubicBezTo>
                  <a:pt x="174598" y="238824"/>
                  <a:pt x="170445" y="211701"/>
                  <a:pt x="180558" y="189332"/>
                </a:cubicBezTo>
                <a:lnTo>
                  <a:pt x="119814" y="128588"/>
                </a:lnTo>
                <a:lnTo>
                  <a:pt x="86596" y="128588"/>
                </a:lnTo>
                <a:cubicBezTo>
                  <a:pt x="79430" y="128588"/>
                  <a:pt x="72732" y="125038"/>
                  <a:pt x="68781" y="119077"/>
                </a:cubicBezTo>
                <a:lnTo>
                  <a:pt x="15672" y="39447"/>
                </a:lnTo>
                <a:cubicBezTo>
                  <a:pt x="12859" y="35228"/>
                  <a:pt x="13395" y="29535"/>
                  <a:pt x="17011" y="25918"/>
                </a:cubicBezTo>
                <a:lnTo>
                  <a:pt x="47417" y="-4487"/>
                </a:lnTo>
                <a:cubicBezTo>
                  <a:pt x="51033" y="-8104"/>
                  <a:pt x="56659" y="-8639"/>
                  <a:pt x="60945" y="-5827"/>
                </a:cubicBezTo>
                <a:lnTo>
                  <a:pt x="140576" y="47216"/>
                </a:lnTo>
                <a:cubicBezTo>
                  <a:pt x="146536" y="51167"/>
                  <a:pt x="150086" y="57864"/>
                  <a:pt x="150086" y="65030"/>
                </a:cubicBezTo>
                <a:close/>
                <a:moveTo>
                  <a:pt x="144393" y="198641"/>
                </a:moveTo>
                <a:cubicBezTo>
                  <a:pt x="140174" y="223421"/>
                  <a:pt x="146000" y="249607"/>
                  <a:pt x="162074" y="270570"/>
                </a:cubicBezTo>
                <a:lnTo>
                  <a:pt x="98450" y="334127"/>
                </a:lnTo>
                <a:cubicBezTo>
                  <a:pt x="79630" y="352946"/>
                  <a:pt x="49091" y="352946"/>
                  <a:pt x="30272" y="334127"/>
                </a:cubicBezTo>
                <a:cubicBezTo>
                  <a:pt x="11452" y="315307"/>
                  <a:pt x="11452" y="284768"/>
                  <a:pt x="30272" y="265948"/>
                </a:cubicBezTo>
                <a:lnTo>
                  <a:pt x="120953" y="175267"/>
                </a:lnTo>
                <a:lnTo>
                  <a:pt x="144393" y="19870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4448095" y="2902669"/>
            <a:ext cx="3295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Reduce Maintenance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7620" y="3245565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Well-structured code is easier to maintain and extend, reducing technical debt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53338" y="2197994"/>
            <a:ext cx="3657600" cy="1733455"/>
          </a:xfrm>
          <a:custGeom>
            <a:avLst/>
            <a:gdLst/>
            <a:ahLst/>
            <a:cxnLst/>
            <a:rect l="l" t="t" r="r" b="b"/>
            <a:pathLst>
              <a:path w="3657600" h="1733455">
                <a:moveTo>
                  <a:pt x="37910" y="0"/>
                </a:moveTo>
                <a:lnTo>
                  <a:pt x="3619690" y="0"/>
                </a:lnTo>
                <a:cubicBezTo>
                  <a:pt x="3640627" y="0"/>
                  <a:pt x="3657600" y="16973"/>
                  <a:pt x="3657600" y="37910"/>
                </a:cubicBezTo>
                <a:lnTo>
                  <a:pt x="3657600" y="1657253"/>
                </a:lnTo>
                <a:cubicBezTo>
                  <a:pt x="3657600" y="1699338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8"/>
                  <a:pt x="0" y="1657253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Shape 13"/>
          <p:cNvSpPr/>
          <p:nvPr/>
        </p:nvSpPr>
        <p:spPr>
          <a:xfrm>
            <a:off x="8153338" y="2197994"/>
            <a:ext cx="3657600" cy="37910"/>
          </a:xfrm>
          <a:custGeom>
            <a:avLst/>
            <a:gdLst/>
            <a:ahLst/>
            <a:cxnLst/>
            <a:rect l="l" t="t" r="r" b="b"/>
            <a:pathLst>
              <a:path w="3657600" h="37910">
                <a:moveTo>
                  <a:pt x="37910" y="0"/>
                </a:moveTo>
                <a:lnTo>
                  <a:pt x="3619690" y="0"/>
                </a:lnTo>
                <a:cubicBezTo>
                  <a:pt x="3640627" y="0"/>
                  <a:pt x="3657600" y="16973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Shape 14"/>
          <p:cNvSpPr/>
          <p:nvPr/>
        </p:nvSpPr>
        <p:spPr>
          <a:xfrm>
            <a:off x="9767863" y="244552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8334286" y="2902669"/>
            <a:ext cx="3295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Facilitate Team Collaboration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3811" y="3245565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Unified standards reduce style disputes during code reviews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956" y="4159858"/>
            <a:ext cx="11430000" cy="1333500"/>
          </a:xfrm>
          <a:custGeom>
            <a:avLst/>
            <a:gdLst/>
            <a:ahLst/>
            <a:cxnLst/>
            <a:rect l="l" t="t" r="r" b="b"/>
            <a:pathLst>
              <a:path w="11430000" h="1333500">
                <a:moveTo>
                  <a:pt x="76196" y="0"/>
                </a:moveTo>
                <a:lnTo>
                  <a:pt x="11353804" y="0"/>
                </a:lnTo>
                <a:cubicBezTo>
                  <a:pt x="11395886" y="0"/>
                  <a:pt x="11430000" y="34114"/>
                  <a:pt x="11430000" y="76196"/>
                </a:cubicBezTo>
                <a:lnTo>
                  <a:pt x="11430000" y="1257304"/>
                </a:lnTo>
                <a:cubicBezTo>
                  <a:pt x="11430000" y="1299386"/>
                  <a:pt x="11395886" y="1333500"/>
                  <a:pt x="113538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609529" y="4388430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Common Standard Types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2391" y="492176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28575"/>
                </a:moveTo>
                <a:cubicBezTo>
                  <a:pt x="128588" y="36478"/>
                  <a:pt x="122203" y="42863"/>
                  <a:pt x="114300" y="42863"/>
                </a:cubicBez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ubicBezTo>
                  <a:pt x="0" y="20672"/>
                  <a:pt x="6385" y="14288"/>
                  <a:pt x="14288" y="14288"/>
                </a:cubicBezTo>
                <a:lnTo>
                  <a:pt x="114300" y="14288"/>
                </a:lnTo>
                <a:cubicBezTo>
                  <a:pt x="122203" y="14288"/>
                  <a:pt x="128588" y="20672"/>
                  <a:pt x="128588" y="28575"/>
                </a:cubicBezTo>
                <a:close/>
                <a:moveTo>
                  <a:pt x="128588" y="142875"/>
                </a:moveTo>
                <a:cubicBezTo>
                  <a:pt x="128588" y="150778"/>
                  <a:pt x="122203" y="157163"/>
                  <a:pt x="114300" y="157163"/>
                </a:cubicBezTo>
                <a:lnTo>
                  <a:pt x="14288" y="157163"/>
                </a:lnTo>
                <a:cubicBezTo>
                  <a:pt x="6385" y="157163"/>
                  <a:pt x="0" y="150778"/>
                  <a:pt x="0" y="142875"/>
                </a:cubicBezTo>
                <a:cubicBezTo>
                  <a:pt x="0" y="134972"/>
                  <a:pt x="6385" y="128588"/>
                  <a:pt x="14288" y="128588"/>
                </a:cubicBezTo>
                <a:lnTo>
                  <a:pt x="114300" y="128588"/>
                </a:lnTo>
                <a:cubicBezTo>
                  <a:pt x="122203" y="128588"/>
                  <a:pt x="128588" y="134972"/>
                  <a:pt x="128588" y="142875"/>
                </a:cubicBezTo>
                <a:close/>
                <a:moveTo>
                  <a:pt x="0" y="85725"/>
                </a:moveTo>
                <a:cubicBezTo>
                  <a:pt x="0" y="77822"/>
                  <a:pt x="6385" y="71438"/>
                  <a:pt x="14288" y="71438"/>
                </a:cubicBezTo>
                <a:lnTo>
                  <a:pt x="185738" y="71438"/>
                </a:lnTo>
                <a:cubicBezTo>
                  <a:pt x="193640" y="71438"/>
                  <a:pt x="200025" y="77822"/>
                  <a:pt x="200025" y="85725"/>
                </a:cubicBezTo>
                <a:cubicBezTo>
                  <a:pt x="200025" y="93628"/>
                  <a:pt x="193640" y="100013"/>
                  <a:pt x="185738" y="100013"/>
                </a:cubicBezTo>
                <a:lnTo>
                  <a:pt x="14288" y="100013"/>
                </a:lnTo>
                <a:cubicBezTo>
                  <a:pt x="6385" y="100013"/>
                  <a:pt x="0" y="93628"/>
                  <a:pt x="0" y="85725"/>
                </a:cubicBezTo>
                <a:close/>
                <a:moveTo>
                  <a:pt x="200025" y="200025"/>
                </a:moveTo>
                <a:cubicBezTo>
                  <a:pt x="200025" y="207928"/>
                  <a:pt x="193640" y="214313"/>
                  <a:pt x="18573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cubicBezTo>
                  <a:pt x="0" y="192122"/>
                  <a:pt x="6385" y="185738"/>
                  <a:pt x="14288" y="185738"/>
                </a:cubicBezTo>
                <a:lnTo>
                  <a:pt x="185738" y="185738"/>
                </a:lnTo>
                <a:cubicBezTo>
                  <a:pt x="193640" y="185738"/>
                  <a:pt x="200025" y="192122"/>
                  <a:pt x="200025" y="200025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22" name="Text 20"/>
          <p:cNvSpPr/>
          <p:nvPr/>
        </p:nvSpPr>
        <p:spPr>
          <a:xfrm>
            <a:off x="1009514" y="4807521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 Format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9514" y="5074225"/>
            <a:ext cx="2744339" cy="1523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Indentation, spaces, line breaks, etc.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71913" y="49217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511" y="42863"/>
                </a:moveTo>
                <a:lnTo>
                  <a:pt x="14511" y="109612"/>
                </a:lnTo>
                <a:cubicBezTo>
                  <a:pt x="14511" y="117202"/>
                  <a:pt x="17502" y="124480"/>
                  <a:pt x="22860" y="129838"/>
                </a:cubicBezTo>
                <a:lnTo>
                  <a:pt x="108585" y="215563"/>
                </a:lnTo>
                <a:cubicBezTo>
                  <a:pt x="119747" y="226725"/>
                  <a:pt x="137830" y="226725"/>
                  <a:pt x="148992" y="215563"/>
                </a:cubicBezTo>
                <a:lnTo>
                  <a:pt x="215741" y="148813"/>
                </a:lnTo>
                <a:cubicBezTo>
                  <a:pt x="226903" y="137651"/>
                  <a:pt x="226903" y="119569"/>
                  <a:pt x="215741" y="108406"/>
                </a:cubicBezTo>
                <a:lnTo>
                  <a:pt x="130016" y="22681"/>
                </a:lnTo>
                <a:cubicBezTo>
                  <a:pt x="124658" y="17279"/>
                  <a:pt x="117425" y="14288"/>
                  <a:pt x="109835" y="14288"/>
                </a:cubicBezTo>
                <a:lnTo>
                  <a:pt x="43086" y="14288"/>
                </a:lnTo>
                <a:cubicBezTo>
                  <a:pt x="27325" y="14288"/>
                  <a:pt x="14511" y="27102"/>
                  <a:pt x="14511" y="42863"/>
                </a:cubicBezTo>
                <a:close/>
                <a:moveTo>
                  <a:pt x="64517" y="50006"/>
                </a:moveTo>
                <a:cubicBezTo>
                  <a:pt x="72402" y="50006"/>
                  <a:pt x="78804" y="56408"/>
                  <a:pt x="78804" y="64294"/>
                </a:cubicBezTo>
                <a:cubicBezTo>
                  <a:pt x="78804" y="72179"/>
                  <a:pt x="72402" y="78581"/>
                  <a:pt x="64517" y="78581"/>
                </a:cubicBezTo>
                <a:cubicBezTo>
                  <a:pt x="56632" y="78581"/>
                  <a:pt x="50229" y="72179"/>
                  <a:pt x="50229" y="64294"/>
                </a:cubicBezTo>
                <a:cubicBezTo>
                  <a:pt x="50229" y="56408"/>
                  <a:pt x="56632" y="50006"/>
                  <a:pt x="64517" y="50006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25" name="Text 23"/>
          <p:cNvSpPr/>
          <p:nvPr/>
        </p:nvSpPr>
        <p:spPr>
          <a:xfrm>
            <a:off x="4743323" y="4807521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Naming Rules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43322" y="5074224"/>
            <a:ext cx="2530027" cy="228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Variables, functions, class naming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05722" y="49217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00025"/>
                </a:move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64294"/>
                </a:lnTo>
                <a:cubicBezTo>
                  <a:pt x="228600" y="48533"/>
                  <a:pt x="215786" y="35719"/>
                  <a:pt x="200025" y="35719"/>
                </a:cubicBezTo>
                <a:lnTo>
                  <a:pt x="133365" y="35719"/>
                </a:lnTo>
                <a:cubicBezTo>
                  <a:pt x="130284" y="35719"/>
                  <a:pt x="127248" y="34736"/>
                  <a:pt x="124792" y="32861"/>
                </a:cubicBezTo>
                <a:lnTo>
                  <a:pt x="107647" y="20003"/>
                </a:lnTo>
                <a:cubicBezTo>
                  <a:pt x="102691" y="16297"/>
                  <a:pt x="96664" y="14288"/>
                  <a:pt x="90502" y="14288"/>
                </a:cubicBezTo>
                <a:lnTo>
                  <a:pt x="28575" y="14288"/>
                </a:lnTo>
                <a:cubicBezTo>
                  <a:pt x="12814" y="14288"/>
                  <a:pt x="0" y="27102"/>
                  <a:pt x="0" y="42863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28" name="Text 26"/>
          <p:cNvSpPr/>
          <p:nvPr/>
        </p:nvSpPr>
        <p:spPr>
          <a:xfrm>
            <a:off x="8477131" y="4807521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File Structure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77131" y="5074225"/>
            <a:ext cx="2777552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Directory organization, module division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7" y="611530"/>
            <a:ext cx="5144607" cy="440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Pre-commit Automated Checks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5" y="1360835"/>
            <a:ext cx="12042509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FlagTree uses </a:t>
            </a: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pre-commit</a:t>
            </a:r>
            <a:r>
              <a:rPr lang="en-US" sz="1500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for code checking, automatically running checks before each commit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2179034"/>
            <a:ext cx="7315200" cy="3038475"/>
          </a:xfrm>
          <a:custGeom>
            <a:avLst/>
            <a:gdLst/>
            <a:ahLst/>
            <a:cxnLst/>
            <a:rect l="l" t="t" r="r" b="b"/>
            <a:pathLst>
              <a:path w="7315200" h="3038475">
                <a:moveTo>
                  <a:pt x="76205" y="0"/>
                </a:moveTo>
                <a:lnTo>
                  <a:pt x="7238995" y="0"/>
                </a:lnTo>
                <a:cubicBezTo>
                  <a:pt x="7281082" y="0"/>
                  <a:pt x="7315200" y="34118"/>
                  <a:pt x="7315200" y="76205"/>
                </a:cubicBezTo>
                <a:lnTo>
                  <a:pt x="7315200" y="2962270"/>
                </a:lnTo>
                <a:cubicBezTo>
                  <a:pt x="7315200" y="3004357"/>
                  <a:pt x="7281082" y="3038475"/>
                  <a:pt x="7238995" y="3038475"/>
                </a:cubicBezTo>
                <a:lnTo>
                  <a:pt x="76205" y="3038475"/>
                </a:lnTo>
                <a:cubicBezTo>
                  <a:pt x="34118" y="3038475"/>
                  <a:pt x="0" y="3004357"/>
                  <a:pt x="0" y="29622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9529" y="2407611"/>
            <a:ext cx="6953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B2222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8484" y="2826697"/>
            <a:ext cx="6838855" cy="2162175"/>
          </a:xfrm>
          <a:custGeom>
            <a:avLst/>
            <a:gdLst/>
            <a:ahLst/>
            <a:cxnLst/>
            <a:rect l="l" t="t" r="r" b="b"/>
            <a:pathLst>
              <a:path w="6838855" h="2162175">
                <a:moveTo>
                  <a:pt x="37910" y="0"/>
                </a:moveTo>
                <a:lnTo>
                  <a:pt x="6800758" y="0"/>
                </a:lnTo>
                <a:cubicBezTo>
                  <a:pt x="6821798" y="0"/>
                  <a:pt x="6838855" y="17057"/>
                  <a:pt x="6838855" y="38098"/>
                </a:cubicBezTo>
                <a:lnTo>
                  <a:pt x="6838855" y="2124077"/>
                </a:lnTo>
                <a:cubicBezTo>
                  <a:pt x="6838855" y="2145118"/>
                  <a:pt x="6821798" y="2162175"/>
                  <a:pt x="6800758" y="2162175"/>
                </a:cubicBezTo>
                <a:lnTo>
                  <a:pt x="37910" y="2162175"/>
                </a:lnTo>
                <a:cubicBezTo>
                  <a:pt x="16973" y="2162175"/>
                  <a:pt x="0" y="2145202"/>
                  <a:pt x="0" y="2124265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1E2939"/>
          </a:solidFill>
        </p:spPr>
      </p:sp>
      <p:sp>
        <p:nvSpPr>
          <p:cNvPr id="7" name="Shape 5"/>
          <p:cNvSpPr/>
          <p:nvPr/>
        </p:nvSpPr>
        <p:spPr>
          <a:xfrm>
            <a:off x="628484" y="2826697"/>
            <a:ext cx="37910" cy="2162175"/>
          </a:xfrm>
          <a:custGeom>
            <a:avLst/>
            <a:gdLst/>
            <a:ahLst/>
            <a:cxnLst/>
            <a:rect l="l" t="t" r="r" b="b"/>
            <a:pathLst>
              <a:path w="37910" h="2162175">
                <a:moveTo>
                  <a:pt x="37910" y="0"/>
                </a:moveTo>
                <a:lnTo>
                  <a:pt x="37910" y="0"/>
                </a:lnTo>
                <a:lnTo>
                  <a:pt x="37910" y="2162175"/>
                </a:lnTo>
                <a:lnTo>
                  <a:pt x="37910" y="2162175"/>
                </a:lnTo>
                <a:cubicBezTo>
                  <a:pt x="16973" y="2162175"/>
                  <a:pt x="0" y="2145202"/>
                  <a:pt x="0" y="2124265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8" name="Text 6"/>
          <p:cNvSpPr/>
          <p:nvPr/>
        </p:nvSpPr>
        <p:spPr>
          <a:xfrm>
            <a:off x="799822" y="2940946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Install pre-commit tool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9822" y="3154268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python3 -m pip install pre-commit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9822" y="3443780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Enter project directory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9822" y="3657098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cd flagtree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9822" y="3946610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Install pre-commit hooks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9822" y="4159932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pre-commit install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9822" y="4449445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Run checks manually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9822" y="4662762"/>
            <a:ext cx="6581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pre-commit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956" y="5447481"/>
            <a:ext cx="7315200" cy="990600"/>
          </a:xfrm>
          <a:custGeom>
            <a:avLst/>
            <a:gdLst/>
            <a:ahLst/>
            <a:cxnLst/>
            <a:rect l="l" t="t" r="r" b="b"/>
            <a:pathLst>
              <a:path w="7315200" h="990600">
                <a:moveTo>
                  <a:pt x="76197" y="0"/>
                </a:moveTo>
                <a:lnTo>
                  <a:pt x="7239003" y="0"/>
                </a:lnTo>
                <a:cubicBezTo>
                  <a:pt x="7281085" y="0"/>
                  <a:pt x="7315200" y="34115"/>
                  <a:pt x="7315200" y="76197"/>
                </a:cubicBezTo>
                <a:lnTo>
                  <a:pt x="7315200" y="914403"/>
                </a:lnTo>
                <a:cubicBezTo>
                  <a:pt x="7315200" y="956485"/>
                  <a:pt x="7281085" y="990600"/>
                  <a:pt x="72390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571396" y="5637921"/>
            <a:ext cx="7019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Purpose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5209" y="60379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885712" y="6018874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Automatically check code format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38577" y="60379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4429081" y="6018874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Fix issues before committing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01030" y="2610785"/>
            <a:ext cx="3810000" cy="2857500"/>
          </a:xfrm>
          <a:custGeom>
            <a:avLst/>
            <a:gdLst/>
            <a:ahLst/>
            <a:cxnLst/>
            <a:rect l="l" t="t" r="r" b="b"/>
            <a:pathLst>
              <a:path w="3810000" h="2857500">
                <a:moveTo>
                  <a:pt x="76210" y="0"/>
                </a:moveTo>
                <a:lnTo>
                  <a:pt x="3733790" y="0"/>
                </a:lnTo>
                <a:cubicBezTo>
                  <a:pt x="3775880" y="0"/>
                  <a:pt x="3810000" y="34120"/>
                  <a:pt x="3810000" y="76210"/>
                </a:cubicBezTo>
                <a:lnTo>
                  <a:pt x="3810000" y="2781290"/>
                </a:lnTo>
                <a:cubicBezTo>
                  <a:pt x="3810000" y="2823380"/>
                  <a:pt x="3775880" y="2857500"/>
                  <a:pt x="3733790" y="2857500"/>
                </a:cubicBezTo>
                <a:lnTo>
                  <a:pt x="76210" y="2857500"/>
                </a:lnTo>
                <a:cubicBezTo>
                  <a:pt x="34120" y="2857500"/>
                  <a:pt x="0" y="2823380"/>
                  <a:pt x="0" y="27812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3" name="Text 21"/>
          <p:cNvSpPr/>
          <p:nvPr/>
        </p:nvSpPr>
        <p:spPr>
          <a:xfrm>
            <a:off x="8229603" y="2839357"/>
            <a:ext cx="3438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Workflow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3" y="32584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8191503" y="3258448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24808" y="333463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Write code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3" y="379178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8191503" y="3791787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24808" y="3867978"/>
            <a:ext cx="1247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 add files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603" y="43251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31" name="Text 29"/>
          <p:cNvSpPr/>
          <p:nvPr/>
        </p:nvSpPr>
        <p:spPr>
          <a:xfrm>
            <a:off x="8191503" y="4325122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24808" y="4401313"/>
            <a:ext cx="163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pre-commit auto-check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3" y="48584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4" name="Text 32"/>
          <p:cNvSpPr/>
          <p:nvPr/>
        </p:nvSpPr>
        <p:spPr>
          <a:xfrm>
            <a:off x="8191503" y="4858462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24808" y="4934652"/>
            <a:ext cx="121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 commit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5"/>
            <a:ext cx="537607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Python Code Linting Tool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0956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545226" y="180274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734" y="17859"/>
                </a:moveTo>
                <a:cubicBezTo>
                  <a:pt x="160734" y="27738"/>
                  <a:pt x="168715" y="35719"/>
                  <a:pt x="178594" y="35719"/>
                </a:cubicBezTo>
                <a:lnTo>
                  <a:pt x="200918" y="35719"/>
                </a:lnTo>
                <a:cubicBezTo>
                  <a:pt x="208341" y="35719"/>
                  <a:pt x="214313" y="41690"/>
                  <a:pt x="214313" y="49113"/>
                </a:cubicBezTo>
                <a:cubicBezTo>
                  <a:pt x="214313" y="56536"/>
                  <a:pt x="208341" y="62508"/>
                  <a:pt x="200918" y="62508"/>
                </a:cubicBezTo>
                <a:lnTo>
                  <a:pt x="17859" y="62508"/>
                </a:lnTo>
                <a:cubicBezTo>
                  <a:pt x="7981" y="62508"/>
                  <a:pt x="0" y="70489"/>
                  <a:pt x="0" y="80367"/>
                </a:cubicBezTo>
                <a:cubicBezTo>
                  <a:pt x="0" y="90246"/>
                  <a:pt x="7981" y="98227"/>
                  <a:pt x="17859" y="98227"/>
                </a:cubicBezTo>
                <a:lnTo>
                  <a:pt x="200918" y="98227"/>
                </a:lnTo>
                <a:cubicBezTo>
                  <a:pt x="228042" y="98227"/>
                  <a:pt x="250031" y="76237"/>
                  <a:pt x="250031" y="49113"/>
                </a:cubicBezTo>
                <a:cubicBezTo>
                  <a:pt x="250031" y="21989"/>
                  <a:pt x="228042" y="0"/>
                  <a:pt x="200918" y="0"/>
                </a:cubicBezTo>
                <a:lnTo>
                  <a:pt x="178594" y="0"/>
                </a:lnTo>
                <a:cubicBezTo>
                  <a:pt x="168715" y="0"/>
                  <a:pt x="160734" y="7981"/>
                  <a:pt x="160734" y="17859"/>
                </a:cubicBezTo>
                <a:close/>
                <a:moveTo>
                  <a:pt x="196453" y="214313"/>
                </a:moveTo>
                <a:cubicBezTo>
                  <a:pt x="196453" y="224191"/>
                  <a:pt x="204434" y="232172"/>
                  <a:pt x="214313" y="232172"/>
                </a:cubicBezTo>
                <a:lnTo>
                  <a:pt x="232172" y="232172"/>
                </a:lnTo>
                <a:cubicBezTo>
                  <a:pt x="261751" y="232172"/>
                  <a:pt x="285750" y="208173"/>
                  <a:pt x="285750" y="178594"/>
                </a:cubicBezTo>
                <a:cubicBezTo>
                  <a:pt x="285750" y="149014"/>
                  <a:pt x="261751" y="125016"/>
                  <a:pt x="232172" y="125016"/>
                </a:cubicBez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214313" y="196453"/>
                </a:lnTo>
                <a:cubicBezTo>
                  <a:pt x="204434" y="196453"/>
                  <a:pt x="196453" y="204434"/>
                  <a:pt x="196453" y="214313"/>
                </a:cubicBezTo>
                <a:close/>
                <a:moveTo>
                  <a:pt x="71438" y="285750"/>
                </a:moveTo>
                <a:lnTo>
                  <a:pt x="93762" y="285750"/>
                </a:lnTo>
                <a:cubicBezTo>
                  <a:pt x="120886" y="285750"/>
                  <a:pt x="142875" y="263761"/>
                  <a:pt x="142875" y="236637"/>
                </a:cubicBezTo>
                <a:cubicBezTo>
                  <a:pt x="142875" y="209513"/>
                  <a:pt x="120886" y="187523"/>
                  <a:pt x="93762" y="187523"/>
                </a:cubicBezTo>
                <a:lnTo>
                  <a:pt x="17859" y="187523"/>
                </a:lnTo>
                <a:cubicBezTo>
                  <a:pt x="7981" y="187523"/>
                  <a:pt x="0" y="195504"/>
                  <a:pt x="0" y="205383"/>
                </a:cubicBezTo>
                <a:cubicBezTo>
                  <a:pt x="0" y="215261"/>
                  <a:pt x="7981" y="223242"/>
                  <a:pt x="17859" y="223242"/>
                </a:cubicBezTo>
                <a:lnTo>
                  <a:pt x="93762" y="223242"/>
                </a:lnTo>
                <a:cubicBezTo>
                  <a:pt x="101185" y="223242"/>
                  <a:pt x="107156" y="229214"/>
                  <a:pt x="107156" y="236637"/>
                </a:cubicBezTo>
                <a:cubicBezTo>
                  <a:pt x="107156" y="244060"/>
                  <a:pt x="101185" y="250031"/>
                  <a:pt x="93762" y="250031"/>
                </a:cubicBezTo>
                <a:lnTo>
                  <a:pt x="71438" y="250031"/>
                </a:lnTo>
                <a:cubicBezTo>
                  <a:pt x="61559" y="250031"/>
                  <a:pt x="53578" y="258012"/>
                  <a:pt x="53578" y="267891"/>
                </a:cubicBezTo>
                <a:cubicBezTo>
                  <a:pt x="53578" y="277769"/>
                  <a:pt x="61559" y="285750"/>
                  <a:pt x="71438" y="2857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1142867" y="1640886"/>
            <a:ext cx="2200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ruff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983740"/>
            <a:ext cx="353250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Blazing-fast Python code linter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433" y="2488466"/>
            <a:ext cx="5543455" cy="1923955"/>
          </a:xfrm>
          <a:custGeom>
            <a:avLst/>
            <a:gdLst/>
            <a:ahLst/>
            <a:cxnLst/>
            <a:rect l="l" t="t" r="r" b="b"/>
            <a:pathLst>
              <a:path w="5543455" h="19239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1847747"/>
                </a:lnTo>
                <a:cubicBezTo>
                  <a:pt x="5543455" y="1889836"/>
                  <a:pt x="5509336" y="1923955"/>
                  <a:pt x="5467247" y="1923955"/>
                </a:cubicBezTo>
                <a:lnTo>
                  <a:pt x="76208" y="1923955"/>
                </a:lnTo>
                <a:cubicBezTo>
                  <a:pt x="34119" y="1923955"/>
                  <a:pt x="0" y="1889836"/>
                  <a:pt x="0" y="18477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484" y="2726513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534" y="318366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957017" y="3145603"/>
            <a:ext cx="3229972" cy="2190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Python static code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6945" y="3364865"/>
            <a:ext cx="46799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Detect syntax errors, style issues, and potential bugs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7534" y="37550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957017" y="3717001"/>
            <a:ext cx="3071843" cy="2095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Auto-fix code issues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6945" y="3983990"/>
            <a:ext cx="4597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Supports auto-fixing many common issues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7815" y="2488466"/>
            <a:ext cx="5543455" cy="1923955"/>
          </a:xfrm>
          <a:custGeom>
            <a:avLst/>
            <a:gdLst/>
            <a:ahLst/>
            <a:cxnLst/>
            <a:rect l="l" t="t" r="r" b="b"/>
            <a:pathLst>
              <a:path w="5543455" h="19239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1847747"/>
                </a:lnTo>
                <a:cubicBezTo>
                  <a:pt x="5543455" y="1889836"/>
                  <a:pt x="5509336" y="1923955"/>
                  <a:pt x="5467247" y="1923955"/>
                </a:cubicBezTo>
                <a:lnTo>
                  <a:pt x="76208" y="1923955"/>
                </a:lnTo>
                <a:cubicBezTo>
                  <a:pt x="34119" y="1923955"/>
                  <a:pt x="0" y="1889836"/>
                  <a:pt x="0" y="18477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5866" y="2726513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4201" y="3193214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128588"/>
                </a:moveTo>
                <a:cubicBezTo>
                  <a:pt x="7200" y="128588"/>
                  <a:pt x="0" y="121388"/>
                  <a:pt x="0" y="112514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24110" y="42863"/>
                </a:lnTo>
                <a:lnTo>
                  <a:pt x="24110" y="77688"/>
                </a:lnTo>
                <a:cubicBezTo>
                  <a:pt x="24110" y="82142"/>
                  <a:pt x="27693" y="85725"/>
                  <a:pt x="32147" y="85725"/>
                </a:cubicBezTo>
                <a:cubicBezTo>
                  <a:pt x="36601" y="85725"/>
                  <a:pt x="40184" y="82142"/>
                  <a:pt x="40184" y="77688"/>
                </a:cubicBezTo>
                <a:lnTo>
                  <a:pt x="40184" y="42863"/>
                </a:lnTo>
                <a:lnTo>
                  <a:pt x="56257" y="42863"/>
                </a:lnTo>
                <a:lnTo>
                  <a:pt x="56257" y="66973"/>
                </a:lnTo>
                <a:cubicBezTo>
                  <a:pt x="56257" y="71426"/>
                  <a:pt x="59840" y="75009"/>
                  <a:pt x="64294" y="75009"/>
                </a:cubicBezTo>
                <a:cubicBezTo>
                  <a:pt x="68747" y="75009"/>
                  <a:pt x="72330" y="71426"/>
                  <a:pt x="72330" y="66973"/>
                </a:cubicBezTo>
                <a:lnTo>
                  <a:pt x="72330" y="42863"/>
                </a:lnTo>
                <a:lnTo>
                  <a:pt x="88404" y="42863"/>
                </a:lnTo>
                <a:lnTo>
                  <a:pt x="88404" y="77688"/>
                </a:lnTo>
                <a:cubicBezTo>
                  <a:pt x="88404" y="82142"/>
                  <a:pt x="91987" y="85725"/>
                  <a:pt x="96441" y="85725"/>
                </a:cubicBezTo>
                <a:cubicBezTo>
                  <a:pt x="100894" y="85725"/>
                  <a:pt x="104477" y="82142"/>
                  <a:pt x="104477" y="77688"/>
                </a:cubicBezTo>
                <a:lnTo>
                  <a:pt x="104477" y="42863"/>
                </a:lnTo>
                <a:lnTo>
                  <a:pt x="120551" y="42863"/>
                </a:lnTo>
                <a:lnTo>
                  <a:pt x="120551" y="66973"/>
                </a:lnTo>
                <a:cubicBezTo>
                  <a:pt x="120551" y="71426"/>
                  <a:pt x="124134" y="75009"/>
                  <a:pt x="128588" y="75009"/>
                </a:cubicBezTo>
                <a:cubicBezTo>
                  <a:pt x="133041" y="75009"/>
                  <a:pt x="136624" y="71426"/>
                  <a:pt x="136624" y="66973"/>
                </a:cubicBezTo>
                <a:lnTo>
                  <a:pt x="136624" y="42863"/>
                </a:lnTo>
                <a:lnTo>
                  <a:pt x="152698" y="42863"/>
                </a:lnTo>
                <a:lnTo>
                  <a:pt x="152698" y="77688"/>
                </a:lnTo>
                <a:cubicBezTo>
                  <a:pt x="152698" y="82142"/>
                  <a:pt x="156281" y="85725"/>
                  <a:pt x="160734" y="85725"/>
                </a:cubicBezTo>
                <a:cubicBezTo>
                  <a:pt x="165188" y="85725"/>
                  <a:pt x="168771" y="82142"/>
                  <a:pt x="168771" y="77688"/>
                </a:cubicBezTo>
                <a:lnTo>
                  <a:pt x="168771" y="42863"/>
                </a:lnTo>
                <a:lnTo>
                  <a:pt x="176808" y="42863"/>
                </a:lnTo>
                <a:cubicBezTo>
                  <a:pt x="185682" y="42863"/>
                  <a:pt x="192881" y="50062"/>
                  <a:pt x="192881" y="58936"/>
                </a:cubicBezTo>
                <a:lnTo>
                  <a:pt x="192881" y="112514"/>
                </a:lnTo>
                <a:cubicBezTo>
                  <a:pt x="192881" y="121388"/>
                  <a:pt x="185682" y="128588"/>
                  <a:pt x="176808" y="128588"/>
                </a:cubicBezTo>
                <a:lnTo>
                  <a:pt x="16073" y="128588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6824345" y="3145790"/>
            <a:ext cx="2349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Line length:</a:t>
            </a: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120 characters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04201" y="357416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0579" y="33018"/>
                </a:moveTo>
                <a:cubicBezTo>
                  <a:pt x="173124" y="30473"/>
                  <a:pt x="177377" y="31109"/>
                  <a:pt x="178650" y="34457"/>
                </a:cubicBezTo>
                <a:cubicBezTo>
                  <a:pt x="180927" y="40385"/>
                  <a:pt x="182166" y="46847"/>
                  <a:pt x="182166" y="53578"/>
                </a:cubicBezTo>
                <a:cubicBezTo>
                  <a:pt x="182166" y="83180"/>
                  <a:pt x="158189" y="107156"/>
                  <a:pt x="128588" y="107156"/>
                </a:cubicBezTo>
                <a:cubicBezTo>
                  <a:pt x="122727" y="107156"/>
                  <a:pt x="117068" y="106219"/>
                  <a:pt x="111777" y="104477"/>
                </a:cubicBezTo>
                <a:lnTo>
                  <a:pt x="49191" y="167063"/>
                </a:lnTo>
                <a:cubicBezTo>
                  <a:pt x="39782" y="176473"/>
                  <a:pt x="24512" y="176473"/>
                  <a:pt x="15102" y="167063"/>
                </a:cubicBezTo>
                <a:cubicBezTo>
                  <a:pt x="5693" y="157654"/>
                  <a:pt x="5693" y="142384"/>
                  <a:pt x="15102" y="132974"/>
                </a:cubicBezTo>
                <a:lnTo>
                  <a:pt x="77688" y="70388"/>
                </a:lnTo>
                <a:cubicBezTo>
                  <a:pt x="75947" y="65097"/>
                  <a:pt x="75009" y="59472"/>
                  <a:pt x="75009" y="53578"/>
                </a:cubicBezTo>
                <a:cubicBezTo>
                  <a:pt x="75009" y="23976"/>
                  <a:pt x="98986" y="0"/>
                  <a:pt x="128588" y="0"/>
                </a:cubicBezTo>
                <a:cubicBezTo>
                  <a:pt x="135318" y="0"/>
                  <a:pt x="141781" y="1239"/>
                  <a:pt x="147708" y="3516"/>
                </a:cubicBezTo>
                <a:cubicBezTo>
                  <a:pt x="151057" y="4789"/>
                  <a:pt x="151660" y="9041"/>
                  <a:pt x="149148" y="11586"/>
                </a:cubicBezTo>
                <a:lnTo>
                  <a:pt x="119446" y="41289"/>
                </a:lnTo>
                <a:cubicBezTo>
                  <a:pt x="118441" y="42293"/>
                  <a:pt x="117872" y="43666"/>
                  <a:pt x="117872" y="45073"/>
                </a:cubicBezTo>
                <a:lnTo>
                  <a:pt x="117872" y="58936"/>
                </a:lnTo>
                <a:cubicBezTo>
                  <a:pt x="117872" y="61883"/>
                  <a:pt x="120283" y="64294"/>
                  <a:pt x="123230" y="64294"/>
                </a:cubicBezTo>
                <a:lnTo>
                  <a:pt x="137093" y="64294"/>
                </a:lnTo>
                <a:cubicBezTo>
                  <a:pt x="138499" y="64294"/>
                  <a:pt x="139872" y="63724"/>
                  <a:pt x="140877" y="62720"/>
                </a:cubicBezTo>
                <a:lnTo>
                  <a:pt x="170579" y="33018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6828155" y="3665855"/>
            <a:ext cx="2330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Auto-fix:</a:t>
            </a: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Enabled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0956" y="4650246"/>
            <a:ext cx="11430000" cy="1257300"/>
          </a:xfrm>
          <a:custGeom>
            <a:avLst/>
            <a:gdLst/>
            <a:ahLst/>
            <a:cxnLst/>
            <a:rect l="l" t="t" r="r" b="b"/>
            <a:pathLst>
              <a:path w="11430000" h="1257300">
                <a:moveTo>
                  <a:pt x="76205" y="0"/>
                </a:moveTo>
                <a:lnTo>
                  <a:pt x="11353795" y="0"/>
                </a:lnTo>
                <a:cubicBezTo>
                  <a:pt x="11395882" y="0"/>
                  <a:pt x="11430000" y="34118"/>
                  <a:pt x="11430000" y="76205"/>
                </a:cubicBezTo>
                <a:lnTo>
                  <a:pt x="11430000" y="1181095"/>
                </a:lnTo>
                <a:cubicBezTo>
                  <a:pt x="11430000" y="1223182"/>
                  <a:pt x="11395882" y="1257300"/>
                  <a:pt x="113537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/>
          </a:solidFill>
        </p:spPr>
      </p:sp>
      <p:sp>
        <p:nvSpPr>
          <p:cNvPr id="22" name="Text 20"/>
          <p:cNvSpPr/>
          <p:nvPr/>
        </p:nvSpPr>
        <p:spPr>
          <a:xfrm>
            <a:off x="571396" y="4840691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Common ruff commands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396" y="5145453"/>
            <a:ext cx="111156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ruff check . # Check all files in current directory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ruff check --fix . # Check and auto-fix issues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ruff check --select E,W,F . # Specify rule set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703" y="594345"/>
            <a:ext cx="2610588" cy="33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5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Python Code Formatting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70253" y="1594787"/>
            <a:ext cx="592474" cy="592474"/>
          </a:xfrm>
          <a:custGeom>
            <a:avLst/>
            <a:gdLst/>
            <a:ahLst/>
            <a:cxnLst/>
            <a:rect l="l" t="t" r="r" b="b"/>
            <a:pathLst>
              <a:path w="592474" h="592474">
                <a:moveTo>
                  <a:pt x="74059" y="0"/>
                </a:moveTo>
                <a:lnTo>
                  <a:pt x="518415" y="0"/>
                </a:lnTo>
                <a:cubicBezTo>
                  <a:pt x="559316" y="0"/>
                  <a:pt x="592474" y="33157"/>
                  <a:pt x="592474" y="74059"/>
                </a:cubicBezTo>
                <a:lnTo>
                  <a:pt x="592474" y="518415"/>
                </a:lnTo>
                <a:cubicBezTo>
                  <a:pt x="592474" y="559316"/>
                  <a:pt x="559316" y="592474"/>
                  <a:pt x="518415" y="592474"/>
                </a:cubicBezTo>
                <a:lnTo>
                  <a:pt x="74059" y="592474"/>
                </a:lnTo>
                <a:cubicBezTo>
                  <a:pt x="33157" y="592474"/>
                  <a:pt x="0" y="559316"/>
                  <a:pt x="0" y="518415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529909" y="1752099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271213" y="142007"/>
                </a:moveTo>
                <a:cubicBezTo>
                  <a:pt x="271213" y="218760"/>
                  <a:pt x="218652" y="273383"/>
                  <a:pt x="141031" y="273383"/>
                </a:cubicBezTo>
                <a:cubicBezTo>
                  <a:pt x="66610" y="273383"/>
                  <a:pt x="6509" y="213282"/>
                  <a:pt x="6509" y="138861"/>
                </a:cubicBezTo>
                <a:cubicBezTo>
                  <a:pt x="6509" y="64440"/>
                  <a:pt x="66610" y="4339"/>
                  <a:pt x="141031" y="4339"/>
                </a:cubicBezTo>
                <a:cubicBezTo>
                  <a:pt x="177265" y="4339"/>
                  <a:pt x="207749" y="17629"/>
                  <a:pt x="231236" y="39543"/>
                </a:cubicBezTo>
                <a:lnTo>
                  <a:pt x="194622" y="74746"/>
                </a:lnTo>
                <a:cubicBezTo>
                  <a:pt x="146726" y="28532"/>
                  <a:pt x="57660" y="63247"/>
                  <a:pt x="57660" y="138861"/>
                </a:cubicBezTo>
                <a:cubicBezTo>
                  <a:pt x="57660" y="185781"/>
                  <a:pt x="95142" y="223805"/>
                  <a:pt x="141031" y="223805"/>
                </a:cubicBezTo>
                <a:cubicBezTo>
                  <a:pt x="194297" y="223805"/>
                  <a:pt x="214258" y="185618"/>
                  <a:pt x="217404" y="165820"/>
                </a:cubicBezTo>
                <a:lnTo>
                  <a:pt x="141031" y="165820"/>
                </a:lnTo>
                <a:lnTo>
                  <a:pt x="141031" y="119551"/>
                </a:lnTo>
                <a:lnTo>
                  <a:pt x="269098" y="119551"/>
                </a:lnTo>
                <a:cubicBezTo>
                  <a:pt x="270345" y="126439"/>
                  <a:pt x="271213" y="133057"/>
                  <a:pt x="271213" y="14200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1110759" y="1594787"/>
            <a:ext cx="3101230" cy="33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5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yapf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0759" y="1927973"/>
            <a:ext cx="4348140" cy="2588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Google's open source Python code formatter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0253" y="2427761"/>
            <a:ext cx="3665932" cy="1295944"/>
          </a:xfrm>
          <a:custGeom>
            <a:avLst/>
            <a:gdLst/>
            <a:ahLst/>
            <a:cxnLst/>
            <a:rect l="l" t="t" r="r" b="b"/>
            <a:pathLst>
              <a:path w="3665932" h="1295944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2" y="1295944"/>
                  <a:pt x="3591868" y="1295944"/>
                </a:cubicBezTo>
                <a:lnTo>
                  <a:pt x="74063" y="1295944"/>
                </a:lnTo>
                <a:cubicBezTo>
                  <a:pt x="33159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8" name="Shape 6"/>
          <p:cNvSpPr/>
          <p:nvPr/>
        </p:nvSpPr>
        <p:spPr>
          <a:xfrm>
            <a:off x="370253" y="2427761"/>
            <a:ext cx="3665932" cy="36845"/>
          </a:xfrm>
          <a:custGeom>
            <a:avLst/>
            <a:gdLst/>
            <a:ahLst/>
            <a:cxnLst/>
            <a:rect l="l" t="t" r="r" b="b"/>
            <a:pathLst>
              <a:path w="3665932" h="36845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7"/>
          <p:cNvSpPr/>
          <p:nvPr/>
        </p:nvSpPr>
        <p:spPr>
          <a:xfrm>
            <a:off x="2068707" y="2631272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271213" y="142007"/>
                </a:moveTo>
                <a:cubicBezTo>
                  <a:pt x="271213" y="218760"/>
                  <a:pt x="218652" y="273383"/>
                  <a:pt x="141031" y="273383"/>
                </a:cubicBezTo>
                <a:cubicBezTo>
                  <a:pt x="66610" y="273383"/>
                  <a:pt x="6509" y="213282"/>
                  <a:pt x="6509" y="138861"/>
                </a:cubicBezTo>
                <a:cubicBezTo>
                  <a:pt x="6509" y="64440"/>
                  <a:pt x="66610" y="4339"/>
                  <a:pt x="141031" y="4339"/>
                </a:cubicBezTo>
                <a:cubicBezTo>
                  <a:pt x="177265" y="4339"/>
                  <a:pt x="207749" y="17629"/>
                  <a:pt x="231236" y="39543"/>
                </a:cubicBezTo>
                <a:lnTo>
                  <a:pt x="194622" y="74746"/>
                </a:lnTo>
                <a:cubicBezTo>
                  <a:pt x="146726" y="28532"/>
                  <a:pt x="57660" y="63247"/>
                  <a:pt x="57660" y="138861"/>
                </a:cubicBezTo>
                <a:cubicBezTo>
                  <a:pt x="57660" y="185781"/>
                  <a:pt x="95142" y="223805"/>
                  <a:pt x="141031" y="223805"/>
                </a:cubicBezTo>
                <a:cubicBezTo>
                  <a:pt x="194297" y="223805"/>
                  <a:pt x="214258" y="185618"/>
                  <a:pt x="217404" y="165820"/>
                </a:cubicBezTo>
                <a:lnTo>
                  <a:pt x="141031" y="165820"/>
                </a:lnTo>
                <a:lnTo>
                  <a:pt x="141031" y="119551"/>
                </a:lnTo>
                <a:lnTo>
                  <a:pt x="269098" y="119551"/>
                </a:lnTo>
                <a:cubicBezTo>
                  <a:pt x="270345" y="126439"/>
                  <a:pt x="271213" y="133057"/>
                  <a:pt x="271213" y="14200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513685" y="3020020"/>
            <a:ext cx="3378952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Google Style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2943" y="3353286"/>
            <a:ext cx="3360437" cy="185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Follows Google Python Style Guide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2478" y="2427761"/>
            <a:ext cx="3665932" cy="1295944"/>
          </a:xfrm>
          <a:custGeom>
            <a:avLst/>
            <a:gdLst/>
            <a:ahLst/>
            <a:cxnLst/>
            <a:rect l="l" t="t" r="r" b="b"/>
            <a:pathLst>
              <a:path w="3665932" h="1295944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2" y="1295944"/>
                  <a:pt x="3591868" y="1295944"/>
                </a:cubicBezTo>
                <a:lnTo>
                  <a:pt x="74063" y="1295944"/>
                </a:lnTo>
                <a:cubicBezTo>
                  <a:pt x="33159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4262478" y="2427761"/>
            <a:ext cx="3665932" cy="36845"/>
          </a:xfrm>
          <a:custGeom>
            <a:avLst/>
            <a:gdLst/>
            <a:ahLst/>
            <a:cxnLst/>
            <a:rect l="l" t="t" r="r" b="b"/>
            <a:pathLst>
              <a:path w="3665932" h="36845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Shape 12"/>
          <p:cNvSpPr/>
          <p:nvPr/>
        </p:nvSpPr>
        <p:spPr>
          <a:xfrm>
            <a:off x="5960933" y="2631272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216157" y="6618"/>
                </a:moveTo>
                <a:lnTo>
                  <a:pt x="168315" y="54460"/>
                </a:lnTo>
                <a:lnTo>
                  <a:pt x="223263" y="109407"/>
                </a:lnTo>
                <a:lnTo>
                  <a:pt x="271104" y="61565"/>
                </a:lnTo>
                <a:cubicBezTo>
                  <a:pt x="275335" y="57280"/>
                  <a:pt x="277722" y="51530"/>
                  <a:pt x="277722" y="45564"/>
                </a:cubicBezTo>
                <a:cubicBezTo>
                  <a:pt x="277722" y="39597"/>
                  <a:pt x="275335" y="33847"/>
                  <a:pt x="271104" y="29562"/>
                </a:cubicBezTo>
                <a:lnTo>
                  <a:pt x="248160" y="6618"/>
                </a:lnTo>
                <a:cubicBezTo>
                  <a:pt x="243875" y="2387"/>
                  <a:pt x="238125" y="0"/>
                  <a:pt x="232158" y="0"/>
                </a:cubicBezTo>
                <a:cubicBezTo>
                  <a:pt x="226192" y="0"/>
                  <a:pt x="220442" y="2387"/>
                  <a:pt x="216157" y="6618"/>
                </a:cubicBezTo>
                <a:close/>
                <a:moveTo>
                  <a:pt x="149927" y="72848"/>
                </a:moveTo>
                <a:lnTo>
                  <a:pt x="6618" y="216157"/>
                </a:lnTo>
                <a:cubicBezTo>
                  <a:pt x="2387" y="220442"/>
                  <a:pt x="0" y="226192"/>
                  <a:pt x="0" y="232158"/>
                </a:cubicBezTo>
                <a:cubicBezTo>
                  <a:pt x="0" y="238125"/>
                  <a:pt x="2387" y="243875"/>
                  <a:pt x="6618" y="248160"/>
                </a:cubicBezTo>
                <a:lnTo>
                  <a:pt x="29562" y="271104"/>
                </a:lnTo>
                <a:cubicBezTo>
                  <a:pt x="33847" y="275335"/>
                  <a:pt x="39597" y="277722"/>
                  <a:pt x="45564" y="277722"/>
                </a:cubicBezTo>
                <a:cubicBezTo>
                  <a:pt x="51530" y="277722"/>
                  <a:pt x="57280" y="275335"/>
                  <a:pt x="61565" y="271104"/>
                </a:cubicBezTo>
                <a:lnTo>
                  <a:pt x="204874" y="127796"/>
                </a:lnTo>
                <a:lnTo>
                  <a:pt x="149927" y="7284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4405911" y="3020020"/>
            <a:ext cx="3378952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Auto-format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15168" y="3353286"/>
            <a:ext cx="3360437" cy="185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Format entire files with one command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54704" y="2427761"/>
            <a:ext cx="3665932" cy="1295944"/>
          </a:xfrm>
          <a:custGeom>
            <a:avLst/>
            <a:gdLst/>
            <a:ahLst/>
            <a:cxnLst/>
            <a:rect l="l" t="t" r="r" b="b"/>
            <a:pathLst>
              <a:path w="3665932" h="1295944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2" y="1295944"/>
                  <a:pt x="3591868" y="1295944"/>
                </a:cubicBezTo>
                <a:lnTo>
                  <a:pt x="74063" y="1295944"/>
                </a:lnTo>
                <a:cubicBezTo>
                  <a:pt x="33159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8" name="Shape 16"/>
          <p:cNvSpPr/>
          <p:nvPr/>
        </p:nvSpPr>
        <p:spPr>
          <a:xfrm>
            <a:off x="8154704" y="2427761"/>
            <a:ext cx="3665932" cy="36845"/>
          </a:xfrm>
          <a:custGeom>
            <a:avLst/>
            <a:gdLst/>
            <a:ahLst/>
            <a:cxnLst/>
            <a:rect l="l" t="t" r="r" b="b"/>
            <a:pathLst>
              <a:path w="3665932" h="36845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Shape 17"/>
          <p:cNvSpPr/>
          <p:nvPr/>
        </p:nvSpPr>
        <p:spPr>
          <a:xfrm>
            <a:off x="9870516" y="2631272"/>
            <a:ext cx="243007" cy="277722"/>
          </a:xfrm>
          <a:custGeom>
            <a:avLst/>
            <a:gdLst/>
            <a:ahLst/>
            <a:cxnLst/>
            <a:rect l="l" t="t" r="r" b="b"/>
            <a:pathLst>
              <a:path w="243007" h="277722">
                <a:moveTo>
                  <a:pt x="17358" y="69431"/>
                </a:moveTo>
                <a:cubicBezTo>
                  <a:pt x="7757" y="69431"/>
                  <a:pt x="0" y="77187"/>
                  <a:pt x="0" y="86788"/>
                </a:cubicBezTo>
                <a:cubicBezTo>
                  <a:pt x="0" y="96389"/>
                  <a:pt x="7757" y="104146"/>
                  <a:pt x="17358" y="104146"/>
                </a:cubicBezTo>
                <a:lnTo>
                  <a:pt x="225649" y="104146"/>
                </a:lnTo>
                <a:cubicBezTo>
                  <a:pt x="235250" y="104146"/>
                  <a:pt x="243007" y="96389"/>
                  <a:pt x="243007" y="86788"/>
                </a:cubicBezTo>
                <a:cubicBezTo>
                  <a:pt x="243007" y="77187"/>
                  <a:pt x="235250" y="69431"/>
                  <a:pt x="225649" y="69431"/>
                </a:cubicBezTo>
                <a:lnTo>
                  <a:pt x="17358" y="69431"/>
                </a:lnTo>
                <a:close/>
                <a:moveTo>
                  <a:pt x="17358" y="173576"/>
                </a:moveTo>
                <a:cubicBezTo>
                  <a:pt x="7757" y="173576"/>
                  <a:pt x="0" y="181333"/>
                  <a:pt x="0" y="190934"/>
                </a:cubicBezTo>
                <a:cubicBezTo>
                  <a:pt x="0" y="200535"/>
                  <a:pt x="7757" y="208292"/>
                  <a:pt x="17358" y="208292"/>
                </a:cubicBezTo>
                <a:lnTo>
                  <a:pt x="225649" y="208292"/>
                </a:lnTo>
                <a:cubicBezTo>
                  <a:pt x="235250" y="208292"/>
                  <a:pt x="243007" y="200535"/>
                  <a:pt x="243007" y="190934"/>
                </a:cubicBezTo>
                <a:cubicBezTo>
                  <a:pt x="243007" y="181333"/>
                  <a:pt x="235250" y="173576"/>
                  <a:pt x="225649" y="173576"/>
                </a:cubicBezTo>
                <a:lnTo>
                  <a:pt x="17358" y="17357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8298136" y="3020020"/>
            <a:ext cx="3378952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Maintain Consistency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7394" y="3353286"/>
            <a:ext cx="3360437" cy="185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Ensures uniform code style across the team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0253" y="3945616"/>
            <a:ext cx="11451408" cy="2536528"/>
          </a:xfrm>
          <a:custGeom>
            <a:avLst/>
            <a:gdLst/>
            <a:ahLst/>
            <a:cxnLst/>
            <a:rect l="l" t="t" r="r" b="b"/>
            <a:pathLst>
              <a:path w="11451408" h="2536528">
                <a:moveTo>
                  <a:pt x="74067" y="0"/>
                </a:moveTo>
                <a:lnTo>
                  <a:pt x="11377341" y="0"/>
                </a:lnTo>
                <a:cubicBezTo>
                  <a:pt x="11418247" y="0"/>
                  <a:pt x="11451408" y="33161"/>
                  <a:pt x="11451408" y="74067"/>
                </a:cubicBezTo>
                <a:lnTo>
                  <a:pt x="11451408" y="2462462"/>
                </a:lnTo>
                <a:cubicBezTo>
                  <a:pt x="11451408" y="2503368"/>
                  <a:pt x="11418247" y="2536528"/>
                  <a:pt x="11377341" y="2536528"/>
                </a:cubicBezTo>
                <a:lnTo>
                  <a:pt x="74067" y="2536528"/>
                </a:lnTo>
                <a:cubicBezTo>
                  <a:pt x="33161" y="2536528"/>
                  <a:pt x="0" y="2503368"/>
                  <a:pt x="0" y="2462462"/>
                </a:cubicBezTo>
                <a:lnTo>
                  <a:pt x="0" y="74067"/>
                </a:lnTo>
                <a:cubicBezTo>
                  <a:pt x="0" y="33188"/>
                  <a:pt x="33188" y="0"/>
                  <a:pt x="74067" y="0"/>
                </a:cubicBezTo>
                <a:close/>
              </a:path>
            </a:pathLst>
          </a:custGeom>
          <a:solidFill>
            <a:srgbClr val="101828"/>
          </a:solidFill>
          <a:effectLst>
            <a:outerShdw blurRad="138861" dist="92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2405" y="4167775"/>
            <a:ext cx="11090369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B2222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Usage Examples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0827" y="4575083"/>
            <a:ext cx="10988445" cy="1684847"/>
          </a:xfrm>
          <a:custGeom>
            <a:avLst/>
            <a:gdLst/>
            <a:ahLst/>
            <a:cxnLst/>
            <a:rect l="l" t="t" r="r" b="b"/>
            <a:pathLst>
              <a:path w="10988445" h="1684847">
                <a:moveTo>
                  <a:pt x="36845" y="0"/>
                </a:moveTo>
                <a:lnTo>
                  <a:pt x="10951413" y="0"/>
                </a:lnTo>
                <a:cubicBezTo>
                  <a:pt x="10971865" y="0"/>
                  <a:pt x="10988445" y="16580"/>
                  <a:pt x="10988445" y="37033"/>
                </a:cubicBezTo>
                <a:lnTo>
                  <a:pt x="10988445" y="1647814"/>
                </a:lnTo>
                <a:cubicBezTo>
                  <a:pt x="10988445" y="1668267"/>
                  <a:pt x="10971865" y="1684847"/>
                  <a:pt x="10951413" y="1684847"/>
                </a:cubicBezTo>
                <a:lnTo>
                  <a:pt x="36845" y="1684847"/>
                </a:lnTo>
                <a:cubicBezTo>
                  <a:pt x="16496" y="1684847"/>
                  <a:pt x="0" y="1668351"/>
                  <a:pt x="0" y="1648002"/>
                </a:cubicBez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1E2939"/>
          </a:solidFill>
        </p:spPr>
      </p:sp>
      <p:sp>
        <p:nvSpPr>
          <p:cNvPr id="25" name="Shape 23"/>
          <p:cNvSpPr/>
          <p:nvPr/>
        </p:nvSpPr>
        <p:spPr>
          <a:xfrm>
            <a:off x="610827" y="4575083"/>
            <a:ext cx="36845" cy="1684847"/>
          </a:xfrm>
          <a:custGeom>
            <a:avLst/>
            <a:gdLst/>
            <a:ahLst/>
            <a:cxnLst/>
            <a:rect l="l" t="t" r="r" b="b"/>
            <a:pathLst>
              <a:path w="36845" h="1684847">
                <a:moveTo>
                  <a:pt x="36845" y="0"/>
                </a:moveTo>
                <a:lnTo>
                  <a:pt x="36845" y="0"/>
                </a:lnTo>
                <a:lnTo>
                  <a:pt x="36845" y="1684847"/>
                </a:lnTo>
                <a:lnTo>
                  <a:pt x="36845" y="1684847"/>
                </a:lnTo>
                <a:cubicBezTo>
                  <a:pt x="16496" y="1684847"/>
                  <a:pt x="0" y="1668351"/>
                  <a:pt x="0" y="1648002"/>
                </a:cubicBez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26" name="Text 24"/>
          <p:cNvSpPr/>
          <p:nvPr/>
        </p:nvSpPr>
        <p:spPr>
          <a:xfrm>
            <a:off x="777351" y="4686126"/>
            <a:ext cx="10738588" cy="203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Format a single file (-i means in-place modification)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351" y="4893451"/>
            <a:ext cx="10738588" cy="203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yapf -i file.py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351" y="5211819"/>
            <a:ext cx="10738588" cy="203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Format entire directory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351" y="5419152"/>
            <a:ext cx="10738588" cy="203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yapf -i -r 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351" y="5737511"/>
            <a:ext cx="10738588" cy="203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Show diff only, do not modify file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351" y="5944844"/>
            <a:ext cx="10738588" cy="203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yapf -d file.py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5"/>
            <a:ext cx="22860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C++ Code Formatting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0956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527367" y="1802746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1142867" y="1640886"/>
            <a:ext cx="28384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clang-format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2867" y="1983711"/>
            <a:ext cx="4013524" cy="238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LLVM project's C++ code formatter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433" y="2488461"/>
            <a:ext cx="5543455" cy="2038255"/>
          </a:xfrm>
          <a:custGeom>
            <a:avLst/>
            <a:gdLst/>
            <a:ahLst/>
            <a:cxnLst/>
            <a:rect l="l" t="t" r="r" b="b"/>
            <a:pathLst>
              <a:path w="5543455" h="2038255">
                <a:moveTo>
                  <a:pt x="76190" y="0"/>
                </a:moveTo>
                <a:lnTo>
                  <a:pt x="5467265" y="0"/>
                </a:lnTo>
                <a:cubicBezTo>
                  <a:pt x="5509344" y="0"/>
                  <a:pt x="5543455" y="34111"/>
                  <a:pt x="5543455" y="76190"/>
                </a:cubicBezTo>
                <a:lnTo>
                  <a:pt x="5543455" y="1962065"/>
                </a:lnTo>
                <a:cubicBezTo>
                  <a:pt x="5543455" y="2004144"/>
                  <a:pt x="5509344" y="2038255"/>
                  <a:pt x="5467265" y="2038255"/>
                </a:cubicBezTo>
                <a:lnTo>
                  <a:pt x="76190" y="2038255"/>
                </a:lnTo>
                <a:cubicBezTo>
                  <a:pt x="34111" y="2038255"/>
                  <a:pt x="0" y="2004144"/>
                  <a:pt x="0" y="196206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484" y="2726513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7059" y="318366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1028469" y="3145603"/>
            <a:ext cx="1800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LLVM Style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469" y="3412313"/>
            <a:ext cx="1790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Follows LLVM project code standards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8484" y="383132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1028469" y="3793266"/>
            <a:ext cx="172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Auto-format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8469" y="405997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Automatically formats C++ code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7815" y="2488461"/>
            <a:ext cx="5543455" cy="2038255"/>
          </a:xfrm>
          <a:custGeom>
            <a:avLst/>
            <a:gdLst/>
            <a:ahLst/>
            <a:cxnLst/>
            <a:rect l="l" t="t" r="r" b="b"/>
            <a:pathLst>
              <a:path w="5543455" h="2038255">
                <a:moveTo>
                  <a:pt x="76190" y="0"/>
                </a:moveTo>
                <a:lnTo>
                  <a:pt x="5467265" y="0"/>
                </a:lnTo>
                <a:cubicBezTo>
                  <a:pt x="5509344" y="0"/>
                  <a:pt x="5543455" y="34111"/>
                  <a:pt x="5543455" y="76190"/>
                </a:cubicBezTo>
                <a:lnTo>
                  <a:pt x="5543455" y="1962065"/>
                </a:lnTo>
                <a:cubicBezTo>
                  <a:pt x="5543455" y="2004144"/>
                  <a:pt x="5509344" y="2038255"/>
                  <a:pt x="5467265" y="2038255"/>
                </a:cubicBezTo>
                <a:lnTo>
                  <a:pt x="76190" y="2038255"/>
                </a:lnTo>
                <a:cubicBezTo>
                  <a:pt x="34111" y="2038255"/>
                  <a:pt x="0" y="2004144"/>
                  <a:pt x="0" y="196206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5866" y="2726513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10154" y="318366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6895851" y="3145603"/>
            <a:ext cx="2475030" cy="266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Improve Code Readability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95850" y="3412313"/>
            <a:ext cx="3554435" cy="190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Unified format makes code easier to read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10154" y="383132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1" name="Text 19"/>
          <p:cNvSpPr/>
          <p:nvPr/>
        </p:nvSpPr>
        <p:spPr>
          <a:xfrm>
            <a:off x="6895851" y="3793266"/>
            <a:ext cx="2117520" cy="190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 style disputes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95851" y="4059975"/>
            <a:ext cx="479122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Automation eliminates manual style debates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0956" y="4764649"/>
            <a:ext cx="11430000" cy="1257300"/>
          </a:xfrm>
          <a:custGeom>
            <a:avLst/>
            <a:gdLst/>
            <a:ahLst/>
            <a:cxnLst/>
            <a:rect l="l" t="t" r="r" b="b"/>
            <a:pathLst>
              <a:path w="11430000" h="1257300">
                <a:moveTo>
                  <a:pt x="76205" y="0"/>
                </a:moveTo>
                <a:lnTo>
                  <a:pt x="11353795" y="0"/>
                </a:lnTo>
                <a:cubicBezTo>
                  <a:pt x="11395882" y="0"/>
                  <a:pt x="11430000" y="34118"/>
                  <a:pt x="11430000" y="76205"/>
                </a:cubicBezTo>
                <a:lnTo>
                  <a:pt x="11430000" y="1181095"/>
                </a:lnTo>
                <a:cubicBezTo>
                  <a:pt x="11430000" y="1223182"/>
                  <a:pt x="11395882" y="1257300"/>
                  <a:pt x="113537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/>
          </a:solidFill>
        </p:spPr>
      </p:sp>
      <p:sp>
        <p:nvSpPr>
          <p:cNvPr id="24" name="Text 22"/>
          <p:cNvSpPr/>
          <p:nvPr/>
        </p:nvSpPr>
        <p:spPr>
          <a:xfrm>
            <a:off x="571396" y="4955084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Common clang-format commands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396" y="5259856"/>
            <a:ext cx="111156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clang-format -i file.cpp # Format a single file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clang-format -i *.cpp *.h # Format multiple files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clang-format --style=LLVM -i file.cpp # Specify style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5"/>
            <a:ext cx="3831902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CI/CD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95231" y="1640886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CI/CD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331" y="209803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556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Continuous Integration / Continuous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093" y="2364739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Continuous Integration / Continuous Deployment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956" y="2860011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8B0000"/>
              </a:gs>
              <a:gs pos="100000">
                <a:srgbClr val="B22222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7629" y="309807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80966" y="3088593"/>
            <a:ext cx="1300163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Role of CI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29" y="358371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1864" y="6809"/>
                </a:moveTo>
                <a:lnTo>
                  <a:pt x="100831" y="1414"/>
                </a:lnTo>
                <a:cubicBezTo>
                  <a:pt x="108868" y="-3423"/>
                  <a:pt x="118058" y="-5953"/>
                  <a:pt x="127434" y="-5953"/>
                </a:cubicBezTo>
                <a:cubicBezTo>
                  <a:pt x="141126" y="-5953"/>
                  <a:pt x="154298" y="-521"/>
                  <a:pt x="163971" y="9190"/>
                </a:cubicBezTo>
                <a:lnTo>
                  <a:pt x="187747" y="32965"/>
                </a:lnTo>
                <a:cubicBezTo>
                  <a:pt x="193328" y="38546"/>
                  <a:pt x="196453" y="46137"/>
                  <a:pt x="196453" y="54025"/>
                </a:cubicBezTo>
                <a:lnTo>
                  <a:pt x="196453" y="65522"/>
                </a:lnTo>
                <a:lnTo>
                  <a:pt x="203783" y="72851"/>
                </a:lnTo>
                <a:lnTo>
                  <a:pt x="203783" y="72851"/>
                </a:lnTo>
                <a:cubicBezTo>
                  <a:pt x="209587" y="67047"/>
                  <a:pt x="219001" y="67047"/>
                  <a:pt x="224842" y="72851"/>
                </a:cubicBezTo>
                <a:cubicBezTo>
                  <a:pt x="230684" y="78656"/>
                  <a:pt x="230646" y="88069"/>
                  <a:pt x="224842" y="93911"/>
                </a:cubicBezTo>
                <a:lnTo>
                  <a:pt x="201030" y="117723"/>
                </a:lnTo>
                <a:cubicBezTo>
                  <a:pt x="195225" y="123527"/>
                  <a:pt x="185812" y="123527"/>
                  <a:pt x="179970" y="117723"/>
                </a:cubicBezTo>
                <a:cubicBezTo>
                  <a:pt x="174129" y="111919"/>
                  <a:pt x="174166" y="102505"/>
                  <a:pt x="179970" y="96664"/>
                </a:cubicBezTo>
                <a:lnTo>
                  <a:pt x="172641" y="89297"/>
                </a:lnTo>
                <a:lnTo>
                  <a:pt x="161144" y="89297"/>
                </a:lnTo>
                <a:cubicBezTo>
                  <a:pt x="153256" y="89297"/>
                  <a:pt x="145666" y="86171"/>
                  <a:pt x="140084" y="80590"/>
                </a:cubicBezTo>
                <a:lnTo>
                  <a:pt x="121816" y="62322"/>
                </a:lnTo>
                <a:cubicBezTo>
                  <a:pt x="116235" y="56741"/>
                  <a:pt x="113109" y="49150"/>
                  <a:pt x="113109" y="41263"/>
                </a:cubicBezTo>
                <a:lnTo>
                  <a:pt x="113109" y="36537"/>
                </a:lnTo>
                <a:cubicBezTo>
                  <a:pt x="113109" y="32370"/>
                  <a:pt x="110914" y="28463"/>
                  <a:pt x="107342" y="26343"/>
                </a:cubicBezTo>
                <a:lnTo>
                  <a:pt x="91864" y="17041"/>
                </a:lnTo>
                <a:cubicBezTo>
                  <a:pt x="87995" y="14734"/>
                  <a:pt x="87995" y="9153"/>
                  <a:pt x="91864" y="6846"/>
                </a:cubicBezTo>
                <a:close/>
                <a:moveTo>
                  <a:pt x="18864" y="149833"/>
                </a:moveTo>
                <a:lnTo>
                  <a:pt x="101501" y="67196"/>
                </a:lnTo>
                <a:lnTo>
                  <a:pt x="135173" y="100868"/>
                </a:lnTo>
                <a:lnTo>
                  <a:pt x="52536" y="183505"/>
                </a:lnTo>
                <a:cubicBezTo>
                  <a:pt x="43235" y="192807"/>
                  <a:pt x="28166" y="192807"/>
                  <a:pt x="18864" y="183505"/>
                </a:cubicBezTo>
                <a:cubicBezTo>
                  <a:pt x="9562" y="174203"/>
                  <a:pt x="9562" y="159134"/>
                  <a:pt x="18864" y="1498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961904" y="3545663"/>
            <a:ext cx="2212135" cy="2285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Automated code 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1904" y="3812372"/>
            <a:ext cx="4221988" cy="2285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Automatically compiles the project on each commit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3341" y="41551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961904" y="4117060"/>
            <a:ext cx="253069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Automated test execution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1904" y="4383760"/>
            <a:ext cx="3589926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Runs unit tests and integration tests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338" y="2860011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33333"/>
              </a:gs>
              <a:gs pos="100000">
                <a:srgbClr val="555555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5011" y="309807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6948348" y="3088593"/>
            <a:ext cx="971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Role of CD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88817" y="358371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13481" y="71065"/>
                </a:moveTo>
                <a:cubicBezTo>
                  <a:pt x="109984" y="67568"/>
                  <a:pt x="104329" y="67568"/>
                  <a:pt x="100868" y="71065"/>
                </a:cubicBezTo>
                <a:lnTo>
                  <a:pt x="74079" y="97854"/>
                </a:lnTo>
                <a:cubicBezTo>
                  <a:pt x="70582" y="101352"/>
                  <a:pt x="70582" y="107007"/>
                  <a:pt x="74079" y="110468"/>
                </a:cubicBezTo>
                <a:cubicBezTo>
                  <a:pt x="77577" y="113928"/>
                  <a:pt x="83232" y="113965"/>
                  <a:pt x="86692" y="110468"/>
                </a:cubicBezTo>
                <a:lnTo>
                  <a:pt x="98227" y="98933"/>
                </a:lnTo>
                <a:lnTo>
                  <a:pt x="98227" y="136922"/>
                </a:lnTo>
                <a:cubicBezTo>
                  <a:pt x="98227" y="141870"/>
                  <a:pt x="102208" y="145852"/>
                  <a:pt x="107156" y="145852"/>
                </a:cubicBezTo>
                <a:cubicBezTo>
                  <a:pt x="112105" y="145852"/>
                  <a:pt x="116086" y="141870"/>
                  <a:pt x="116086" y="136922"/>
                </a:cubicBezTo>
                <a:lnTo>
                  <a:pt x="116086" y="98933"/>
                </a:lnTo>
                <a:lnTo>
                  <a:pt x="127620" y="110468"/>
                </a:lnTo>
                <a:cubicBezTo>
                  <a:pt x="131118" y="113965"/>
                  <a:pt x="136773" y="113965"/>
                  <a:pt x="140233" y="110468"/>
                </a:cubicBezTo>
                <a:cubicBezTo>
                  <a:pt x="143694" y="106970"/>
                  <a:pt x="143731" y="101315"/>
                  <a:pt x="140233" y="97854"/>
                </a:cubicBezTo>
                <a:lnTo>
                  <a:pt x="113444" y="7106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6829285" y="3545663"/>
            <a:ext cx="2878480" cy="2285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Automated software deployment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29285" y="3812371"/>
            <a:ext cx="4817283" cy="2666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Automatically deploys code that passes tests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6911" y="415511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54781" y="11906"/>
                </a:lnTo>
                <a:cubicBezTo>
                  <a:pt x="167915" y="11906"/>
                  <a:pt x="178594" y="22585"/>
                  <a:pt x="178594" y="35719"/>
                </a:cubicBezTo>
                <a:lnTo>
                  <a:pt x="178594" y="47625"/>
                </a:lnTo>
                <a:lnTo>
                  <a:pt x="197458" y="47625"/>
                </a:lnTo>
                <a:cubicBezTo>
                  <a:pt x="203783" y="47625"/>
                  <a:pt x="209848" y="50118"/>
                  <a:pt x="214313" y="54583"/>
                </a:cubicBezTo>
                <a:lnTo>
                  <a:pt x="231167" y="71438"/>
                </a:lnTo>
                <a:cubicBezTo>
                  <a:pt x="235632" y="75902"/>
                  <a:pt x="238125" y="81967"/>
                  <a:pt x="238125" y="88292"/>
                </a:cubicBezTo>
                <a:lnTo>
                  <a:pt x="238125" y="142875"/>
                </a:lnTo>
                <a:cubicBezTo>
                  <a:pt x="238125" y="156009"/>
                  <a:pt x="227447" y="166688"/>
                  <a:pt x="214313" y="166688"/>
                </a:cubicBezTo>
                <a:lnTo>
                  <a:pt x="213085" y="166688"/>
                </a:lnTo>
                <a:cubicBezTo>
                  <a:pt x="209215" y="180417"/>
                  <a:pt x="196565" y="190500"/>
                  <a:pt x="181570" y="190500"/>
                </a:cubicBezTo>
                <a:cubicBezTo>
                  <a:pt x="166576" y="190500"/>
                  <a:pt x="153963" y="180417"/>
                  <a:pt x="150056" y="166688"/>
                </a:cubicBezTo>
                <a:lnTo>
                  <a:pt x="111882" y="166688"/>
                </a:lnTo>
                <a:cubicBezTo>
                  <a:pt x="108012" y="180417"/>
                  <a:pt x="95362" y="190500"/>
                  <a:pt x="80367" y="190500"/>
                </a:cubicBezTo>
                <a:cubicBezTo>
                  <a:pt x="65373" y="190500"/>
                  <a:pt x="52760" y="180417"/>
                  <a:pt x="48853" y="166688"/>
                </a:cubicBezTo>
                <a:lnTo>
                  <a:pt x="47625" y="166688"/>
                </a:lnTo>
                <a:cubicBezTo>
                  <a:pt x="34491" y="166688"/>
                  <a:pt x="23813" y="156009"/>
                  <a:pt x="23813" y="142875"/>
                </a:cubicBezTo>
                <a:lnTo>
                  <a:pt x="23813" y="125016"/>
                </a:lnTo>
                <a:lnTo>
                  <a:pt x="8930" y="125016"/>
                </a:lnTo>
                <a:cubicBezTo>
                  <a:pt x="3981" y="125016"/>
                  <a:pt x="0" y="121034"/>
                  <a:pt x="0" y="116086"/>
                </a:cubicBezTo>
                <a:cubicBezTo>
                  <a:pt x="0" y="111137"/>
                  <a:pt x="3981" y="107156"/>
                  <a:pt x="8930" y="107156"/>
                </a:cubicBezTo>
                <a:lnTo>
                  <a:pt x="50602" y="107156"/>
                </a:lnTo>
                <a:cubicBezTo>
                  <a:pt x="55550" y="107156"/>
                  <a:pt x="59531" y="103175"/>
                  <a:pt x="59531" y="98227"/>
                </a:cubicBezTo>
                <a:cubicBezTo>
                  <a:pt x="59531" y="93278"/>
                  <a:pt x="55550" y="89297"/>
                  <a:pt x="50602" y="89297"/>
                </a:cubicBezTo>
                <a:lnTo>
                  <a:pt x="8930" y="89297"/>
                </a:lnTo>
                <a:cubicBezTo>
                  <a:pt x="3981" y="89297"/>
                  <a:pt x="0" y="85316"/>
                  <a:pt x="0" y="80367"/>
                </a:cubicBezTo>
                <a:cubicBezTo>
                  <a:pt x="0" y="75419"/>
                  <a:pt x="3981" y="71438"/>
                  <a:pt x="8930" y="71438"/>
                </a:cubicBezTo>
                <a:lnTo>
                  <a:pt x="74414" y="71438"/>
                </a:lnTo>
                <a:cubicBezTo>
                  <a:pt x="79363" y="71438"/>
                  <a:pt x="83344" y="67456"/>
                  <a:pt x="83344" y="62508"/>
                </a:cubicBezTo>
                <a:cubicBezTo>
                  <a:pt x="83344" y="57559"/>
                  <a:pt x="79363" y="53578"/>
                  <a:pt x="74414" y="53578"/>
                </a:cubicBezTo>
                <a:lnTo>
                  <a:pt x="8930" y="53578"/>
                </a:lnTo>
                <a:cubicBezTo>
                  <a:pt x="3981" y="53578"/>
                  <a:pt x="0" y="49597"/>
                  <a:pt x="0" y="44648"/>
                </a:cubicBezTo>
                <a:cubicBezTo>
                  <a:pt x="0" y="39700"/>
                  <a:pt x="3981" y="35719"/>
                  <a:pt x="8930" y="35719"/>
                </a:cubicBezTo>
                <a:lnTo>
                  <a:pt x="23812" y="35719"/>
                </a:lnTo>
                <a:close/>
                <a:moveTo>
                  <a:pt x="214313" y="107156"/>
                </a:moveTo>
                <a:lnTo>
                  <a:pt x="214313" y="88292"/>
                </a:lnTo>
                <a:lnTo>
                  <a:pt x="197458" y="71438"/>
                </a:lnTo>
                <a:lnTo>
                  <a:pt x="178594" y="71438"/>
                </a:lnTo>
                <a:lnTo>
                  <a:pt x="178594" y="107156"/>
                </a:lnTo>
                <a:lnTo>
                  <a:pt x="214313" y="107156"/>
                </a:lnTo>
                <a:close/>
                <a:moveTo>
                  <a:pt x="95250" y="157758"/>
                </a:moveTo>
                <a:cubicBezTo>
                  <a:pt x="95250" y="149544"/>
                  <a:pt x="88581" y="142875"/>
                  <a:pt x="80367" y="142875"/>
                </a:cubicBezTo>
                <a:cubicBezTo>
                  <a:pt x="72153" y="142875"/>
                  <a:pt x="65484" y="149544"/>
                  <a:pt x="65484" y="157758"/>
                </a:cubicBezTo>
                <a:cubicBezTo>
                  <a:pt x="65484" y="165972"/>
                  <a:pt x="72153" y="172641"/>
                  <a:pt x="80367" y="172641"/>
                </a:cubicBezTo>
                <a:cubicBezTo>
                  <a:pt x="88581" y="172641"/>
                  <a:pt x="95250" y="165972"/>
                  <a:pt x="95250" y="157758"/>
                </a:cubicBezTo>
                <a:close/>
                <a:moveTo>
                  <a:pt x="181570" y="172641"/>
                </a:moveTo>
                <a:cubicBezTo>
                  <a:pt x="189784" y="172641"/>
                  <a:pt x="196453" y="165972"/>
                  <a:pt x="196453" y="157758"/>
                </a:cubicBezTo>
                <a:cubicBezTo>
                  <a:pt x="196453" y="149544"/>
                  <a:pt x="189784" y="142875"/>
                  <a:pt x="181570" y="142875"/>
                </a:cubicBezTo>
                <a:cubicBezTo>
                  <a:pt x="173356" y="142875"/>
                  <a:pt x="166688" y="149544"/>
                  <a:pt x="166688" y="157758"/>
                </a:cubicBezTo>
                <a:cubicBezTo>
                  <a:pt x="166688" y="165972"/>
                  <a:pt x="173356" y="172641"/>
                  <a:pt x="181570" y="17264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829285" y="4117060"/>
            <a:ext cx="1552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Rapid delivery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9285" y="4383760"/>
            <a:ext cx="4033512" cy="228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Shortens time from development to production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0956" y="5031349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495302"/>
                </a:lnTo>
                <a:cubicBezTo>
                  <a:pt x="11430000" y="537385"/>
                  <a:pt x="11395885" y="571500"/>
                  <a:pt x="11353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5" name="Shape 23"/>
          <p:cNvSpPr/>
          <p:nvPr/>
        </p:nvSpPr>
        <p:spPr>
          <a:xfrm>
            <a:off x="4380380" y="52216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4659736" y="5202687"/>
            <a:ext cx="3213707" cy="2227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 open source projects, CI/CD is used to ensure code quality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4"/>
            <a:ext cx="5166323" cy="524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FlagTree CI/CD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86"/>
            <a:ext cx="115252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FlagTree provides a unified CI pipeline for different hardware, ensuring cross-platform compatibility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956" y="217903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Supported Backends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433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8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8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8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2050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514193" y="3131381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NVIDIA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85992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8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8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8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609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3409751" y="3131381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AMD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81624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8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8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8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3241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6305384" y="3131381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Iluvatar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77257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8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8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8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98874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9201016" y="3131381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Moore Threads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0433" y="3693160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8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8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8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12050" y="385501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514193" y="4216943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MetaX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85992" y="3693160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8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8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8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609" y="385501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3409751" y="4216943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Huawei Ascend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1624" y="3693160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8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8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8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3241" y="385501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6305384" y="4216943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Cambricon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67779" y="3683682"/>
            <a:ext cx="2743200" cy="933450"/>
          </a:xfrm>
          <a:custGeom>
            <a:avLst/>
            <a:gdLst/>
            <a:ahLst/>
            <a:cxnLst/>
            <a:rect l="l" t="t" r="r" b="b"/>
            <a:pathLst>
              <a:path w="2743200" h="933450">
                <a:moveTo>
                  <a:pt x="76198" y="0"/>
                </a:moveTo>
                <a:lnTo>
                  <a:pt x="2667002" y="0"/>
                </a:lnTo>
                <a:cubicBezTo>
                  <a:pt x="2709085" y="0"/>
                  <a:pt x="2743200" y="34115"/>
                  <a:pt x="2743200" y="76198"/>
                </a:cubicBezTo>
                <a:lnTo>
                  <a:pt x="2743200" y="857252"/>
                </a:lnTo>
                <a:cubicBezTo>
                  <a:pt x="2743200" y="899335"/>
                  <a:pt x="2709085" y="933450"/>
                  <a:pt x="26670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Shape 25"/>
          <p:cNvSpPr/>
          <p:nvPr/>
        </p:nvSpPr>
        <p:spPr>
          <a:xfrm>
            <a:off x="10316733" y="383606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2875" y="35719"/>
                </a:moveTo>
                <a:cubicBezTo>
                  <a:pt x="142875" y="25840"/>
                  <a:pt x="134894" y="17859"/>
                  <a:pt x="125016" y="17859"/>
                </a:cubicBezTo>
                <a:cubicBezTo>
                  <a:pt x="115137" y="17859"/>
                  <a:pt x="107156" y="25840"/>
                  <a:pt x="107156" y="35719"/>
                </a:cubicBezTo>
                <a:lnTo>
                  <a:pt x="107156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107156" y="160734"/>
                </a:lnTo>
                <a:lnTo>
                  <a:pt x="107156" y="250031"/>
                </a:lnTo>
                <a:cubicBezTo>
                  <a:pt x="107156" y="259910"/>
                  <a:pt x="115137" y="267891"/>
                  <a:pt x="125016" y="267891"/>
                </a:cubicBezTo>
                <a:cubicBezTo>
                  <a:pt x="134894" y="267891"/>
                  <a:pt x="142875" y="259910"/>
                  <a:pt x="142875" y="250031"/>
                </a:cubicBezTo>
                <a:lnTo>
                  <a:pt x="142875" y="160734"/>
                </a:lnTo>
                <a:lnTo>
                  <a:pt x="232172" y="160734"/>
                </a:lnTo>
                <a:cubicBezTo>
                  <a:pt x="242050" y="160734"/>
                  <a:pt x="250031" y="152753"/>
                  <a:pt x="250031" y="142875"/>
                </a:cubicBezTo>
                <a:cubicBezTo>
                  <a:pt x="250031" y="132997"/>
                  <a:pt x="242050" y="125016"/>
                  <a:pt x="232172" y="125016"/>
                </a:cubicBezTo>
                <a:lnTo>
                  <a:pt x="142875" y="125016"/>
                </a:lnTo>
                <a:lnTo>
                  <a:pt x="142875" y="3571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9182062" y="419798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And more...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0956" y="4845425"/>
            <a:ext cx="11430000" cy="1104900"/>
          </a:xfrm>
          <a:custGeom>
            <a:avLst/>
            <a:gdLst/>
            <a:ahLst/>
            <a:cxnLst/>
            <a:rect l="l" t="t" r="r" b="b"/>
            <a:pathLst>
              <a:path w="11430000" h="1104900">
                <a:moveTo>
                  <a:pt x="76205" y="0"/>
                </a:moveTo>
                <a:lnTo>
                  <a:pt x="11353795" y="0"/>
                </a:lnTo>
                <a:cubicBezTo>
                  <a:pt x="11395882" y="0"/>
                  <a:pt x="11430000" y="34118"/>
                  <a:pt x="11430000" y="76205"/>
                </a:cubicBezTo>
                <a:lnTo>
                  <a:pt x="11430000" y="1028695"/>
                </a:lnTo>
                <a:cubicBezTo>
                  <a:pt x="11430000" y="1070782"/>
                  <a:pt x="11395882" y="1104900"/>
                  <a:pt x="113537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52391" y="522630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8" y="171450"/>
                </a:moveTo>
                <a:cubicBezTo>
                  <a:pt x="300038" y="100481"/>
                  <a:pt x="242419" y="42863"/>
                  <a:pt x="171450" y="42863"/>
                </a:cubicBezTo>
                <a:cubicBezTo>
                  <a:pt x="100481" y="42863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8" y="242419"/>
                  <a:pt x="300038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8"/>
                </a:moveTo>
                <a:cubicBezTo>
                  <a:pt x="201021" y="225028"/>
                  <a:pt x="225028" y="201021"/>
                  <a:pt x="225028" y="171450"/>
                </a:cubicBezTo>
                <a:cubicBezTo>
                  <a:pt x="225028" y="141879"/>
                  <a:pt x="201021" y="117872"/>
                  <a:pt x="171450" y="117872"/>
                </a:cubicBezTo>
                <a:cubicBezTo>
                  <a:pt x="141879" y="117872"/>
                  <a:pt x="117872" y="141879"/>
                  <a:pt x="117872" y="171450"/>
                </a:cubicBezTo>
                <a:cubicBezTo>
                  <a:pt x="117872" y="201021"/>
                  <a:pt x="141879" y="225028"/>
                  <a:pt x="171450" y="225028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1190477" y="5073997"/>
            <a:ext cx="4686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Goal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90476" y="5454876"/>
            <a:ext cx="10139833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Ensure all hardware platforms run correctly and provide a unified development experience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7" y="611525"/>
            <a:ext cx="3776445" cy="3626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CI Workflow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77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Typical CI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81073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1352455" y="22313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2591" y="3535"/>
                </a:moveTo>
                <a:cubicBezTo>
                  <a:pt x="73707" y="-1972"/>
                  <a:pt x="78581" y="-5953"/>
                  <a:pt x="84237" y="-5953"/>
                </a:cubicBezTo>
                <a:lnTo>
                  <a:pt x="106487" y="-5953"/>
                </a:lnTo>
                <a:cubicBezTo>
                  <a:pt x="112142" y="-5953"/>
                  <a:pt x="117016" y="-1972"/>
                  <a:pt x="118132" y="3535"/>
                </a:cubicBezTo>
                <a:lnTo>
                  <a:pt x="123527" y="29580"/>
                </a:lnTo>
                <a:cubicBezTo>
                  <a:pt x="128774" y="31812"/>
                  <a:pt x="133685" y="34677"/>
                  <a:pt x="138150" y="38063"/>
                </a:cubicBezTo>
                <a:lnTo>
                  <a:pt x="163376" y="29691"/>
                </a:lnTo>
                <a:cubicBezTo>
                  <a:pt x="168734" y="27905"/>
                  <a:pt x="174613" y="30138"/>
                  <a:pt x="177440" y="35049"/>
                </a:cubicBezTo>
                <a:lnTo>
                  <a:pt x="188565" y="54322"/>
                </a:lnTo>
                <a:cubicBezTo>
                  <a:pt x="191393" y="59234"/>
                  <a:pt x="190388" y="65410"/>
                  <a:pt x="186147" y="69168"/>
                </a:cubicBezTo>
                <a:lnTo>
                  <a:pt x="166315" y="86804"/>
                </a:lnTo>
                <a:cubicBezTo>
                  <a:pt x="166650" y="89557"/>
                  <a:pt x="166799" y="92385"/>
                  <a:pt x="166799" y="95250"/>
                </a:cubicBezTo>
                <a:cubicBezTo>
                  <a:pt x="166799" y="98115"/>
                  <a:pt x="166613" y="100943"/>
                  <a:pt x="166315" y="103696"/>
                </a:cubicBezTo>
                <a:lnTo>
                  <a:pt x="186184" y="121369"/>
                </a:lnTo>
                <a:cubicBezTo>
                  <a:pt x="190426" y="125127"/>
                  <a:pt x="191393" y="131341"/>
                  <a:pt x="188602" y="136215"/>
                </a:cubicBezTo>
                <a:lnTo>
                  <a:pt x="177478" y="155488"/>
                </a:lnTo>
                <a:cubicBezTo>
                  <a:pt x="174650" y="160362"/>
                  <a:pt x="168771" y="162632"/>
                  <a:pt x="163413" y="160846"/>
                </a:cubicBezTo>
                <a:lnTo>
                  <a:pt x="138187" y="152474"/>
                </a:lnTo>
                <a:cubicBezTo>
                  <a:pt x="133685" y="155860"/>
                  <a:pt x="128774" y="158688"/>
                  <a:pt x="123565" y="160958"/>
                </a:cubicBezTo>
                <a:lnTo>
                  <a:pt x="118207" y="186965"/>
                </a:lnTo>
                <a:cubicBezTo>
                  <a:pt x="117053" y="192509"/>
                  <a:pt x="112179" y="196453"/>
                  <a:pt x="106561" y="196453"/>
                </a:cubicBezTo>
                <a:lnTo>
                  <a:pt x="84311" y="196453"/>
                </a:lnTo>
                <a:cubicBezTo>
                  <a:pt x="78656" y="196453"/>
                  <a:pt x="73782" y="192472"/>
                  <a:pt x="72665" y="186965"/>
                </a:cubicBezTo>
                <a:lnTo>
                  <a:pt x="67308" y="160958"/>
                </a:lnTo>
                <a:cubicBezTo>
                  <a:pt x="62061" y="158725"/>
                  <a:pt x="57187" y="155860"/>
                  <a:pt x="52685" y="152474"/>
                </a:cubicBezTo>
                <a:lnTo>
                  <a:pt x="27347" y="160846"/>
                </a:lnTo>
                <a:cubicBezTo>
                  <a:pt x="21989" y="162632"/>
                  <a:pt x="16111" y="160400"/>
                  <a:pt x="13283" y="155488"/>
                </a:cubicBezTo>
                <a:lnTo>
                  <a:pt x="2158" y="136215"/>
                </a:lnTo>
                <a:cubicBezTo>
                  <a:pt x="-670" y="131304"/>
                  <a:pt x="335" y="125127"/>
                  <a:pt x="4576" y="121369"/>
                </a:cubicBezTo>
                <a:lnTo>
                  <a:pt x="24445" y="103696"/>
                </a:lnTo>
                <a:cubicBezTo>
                  <a:pt x="24110" y="100943"/>
                  <a:pt x="23961" y="98115"/>
                  <a:pt x="23961" y="95250"/>
                </a:cubicBezTo>
                <a:cubicBezTo>
                  <a:pt x="23961" y="92385"/>
                  <a:pt x="24147" y="89557"/>
                  <a:pt x="24445" y="86804"/>
                </a:cubicBezTo>
                <a:lnTo>
                  <a:pt x="4576" y="69131"/>
                </a:lnTo>
                <a:cubicBezTo>
                  <a:pt x="335" y="65373"/>
                  <a:pt x="-633" y="59159"/>
                  <a:pt x="2158" y="54285"/>
                </a:cubicBezTo>
                <a:lnTo>
                  <a:pt x="13283" y="35012"/>
                </a:lnTo>
                <a:cubicBezTo>
                  <a:pt x="16111" y="30100"/>
                  <a:pt x="21989" y="27868"/>
                  <a:pt x="27347" y="29654"/>
                </a:cubicBezTo>
                <a:lnTo>
                  <a:pt x="52574" y="38026"/>
                </a:lnTo>
                <a:cubicBezTo>
                  <a:pt x="57076" y="34640"/>
                  <a:pt x="61987" y="31812"/>
                  <a:pt x="67196" y="29542"/>
                </a:cubicBezTo>
                <a:lnTo>
                  <a:pt x="72591" y="3535"/>
                </a:lnTo>
                <a:close/>
                <a:moveTo>
                  <a:pt x="95362" y="125016"/>
                </a:moveTo>
                <a:cubicBezTo>
                  <a:pt x="105996" y="124976"/>
                  <a:pt x="115801" y="119266"/>
                  <a:pt x="121084" y="110036"/>
                </a:cubicBezTo>
                <a:cubicBezTo>
                  <a:pt x="126366" y="100807"/>
                  <a:pt x="126324" y="89460"/>
                  <a:pt x="120972" y="80271"/>
                </a:cubicBezTo>
                <a:cubicBezTo>
                  <a:pt x="115620" y="71081"/>
                  <a:pt x="105773" y="65444"/>
                  <a:pt x="95138" y="65484"/>
                </a:cubicBezTo>
                <a:cubicBezTo>
                  <a:pt x="84504" y="65524"/>
                  <a:pt x="74699" y="71234"/>
                  <a:pt x="69416" y="80464"/>
                </a:cubicBezTo>
                <a:cubicBezTo>
                  <a:pt x="64134" y="89693"/>
                  <a:pt x="64176" y="101040"/>
                  <a:pt x="69528" y="110229"/>
                </a:cubicBezTo>
                <a:cubicBezTo>
                  <a:pt x="74880" y="119419"/>
                  <a:pt x="84727" y="125056"/>
                  <a:pt x="95362" y="1250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342856" y="2669502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618" y="2898074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Setup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33653" y="249801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7"/>
          <p:cNvSpPr/>
          <p:nvPr/>
        </p:nvSpPr>
        <p:spPr>
          <a:xfrm>
            <a:off x="3505235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3688524" y="223138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2666944" y="2669502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Checkout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71706" y="2898074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Checkout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57815" y="249801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Shape 12"/>
          <p:cNvSpPr/>
          <p:nvPr/>
        </p:nvSpPr>
        <p:spPr>
          <a:xfrm>
            <a:off x="5829324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Shape 13"/>
          <p:cNvSpPr/>
          <p:nvPr/>
        </p:nvSpPr>
        <p:spPr>
          <a:xfrm>
            <a:off x="6024518" y="223138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4991106" y="2669502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95868" y="2898074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81903" y="249801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Shape 17"/>
          <p:cNvSpPr/>
          <p:nvPr/>
        </p:nvSpPr>
        <p:spPr>
          <a:xfrm>
            <a:off x="8153412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Shape 18"/>
          <p:cNvSpPr/>
          <p:nvPr/>
        </p:nvSpPr>
        <p:spPr>
          <a:xfrm>
            <a:off x="8300981" y="223138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1864" y="6809"/>
                </a:moveTo>
                <a:lnTo>
                  <a:pt x="100831" y="1414"/>
                </a:lnTo>
                <a:cubicBezTo>
                  <a:pt x="108868" y="-3423"/>
                  <a:pt x="118058" y="-5953"/>
                  <a:pt x="127434" y="-5953"/>
                </a:cubicBezTo>
                <a:cubicBezTo>
                  <a:pt x="141126" y="-5953"/>
                  <a:pt x="154298" y="-521"/>
                  <a:pt x="163971" y="9190"/>
                </a:cubicBezTo>
                <a:lnTo>
                  <a:pt x="187747" y="32965"/>
                </a:lnTo>
                <a:cubicBezTo>
                  <a:pt x="193328" y="38546"/>
                  <a:pt x="196453" y="46137"/>
                  <a:pt x="196453" y="54025"/>
                </a:cubicBezTo>
                <a:lnTo>
                  <a:pt x="196453" y="65522"/>
                </a:lnTo>
                <a:lnTo>
                  <a:pt x="203783" y="72851"/>
                </a:lnTo>
                <a:lnTo>
                  <a:pt x="203783" y="72851"/>
                </a:lnTo>
                <a:cubicBezTo>
                  <a:pt x="209587" y="67047"/>
                  <a:pt x="219001" y="67047"/>
                  <a:pt x="224842" y="72851"/>
                </a:cubicBezTo>
                <a:cubicBezTo>
                  <a:pt x="230684" y="78656"/>
                  <a:pt x="230646" y="88069"/>
                  <a:pt x="224842" y="93911"/>
                </a:cubicBezTo>
                <a:lnTo>
                  <a:pt x="201030" y="117723"/>
                </a:lnTo>
                <a:cubicBezTo>
                  <a:pt x="195225" y="123527"/>
                  <a:pt x="185812" y="123527"/>
                  <a:pt x="179970" y="117723"/>
                </a:cubicBezTo>
                <a:cubicBezTo>
                  <a:pt x="174129" y="111919"/>
                  <a:pt x="174166" y="102505"/>
                  <a:pt x="179970" y="96664"/>
                </a:cubicBezTo>
                <a:lnTo>
                  <a:pt x="172641" y="89297"/>
                </a:lnTo>
                <a:lnTo>
                  <a:pt x="161144" y="89297"/>
                </a:lnTo>
                <a:cubicBezTo>
                  <a:pt x="153256" y="89297"/>
                  <a:pt x="145666" y="86171"/>
                  <a:pt x="140084" y="80590"/>
                </a:cubicBezTo>
                <a:lnTo>
                  <a:pt x="121816" y="62322"/>
                </a:lnTo>
                <a:cubicBezTo>
                  <a:pt x="116235" y="56741"/>
                  <a:pt x="113109" y="49150"/>
                  <a:pt x="113109" y="41263"/>
                </a:cubicBezTo>
                <a:lnTo>
                  <a:pt x="113109" y="36537"/>
                </a:lnTo>
                <a:cubicBezTo>
                  <a:pt x="113109" y="32370"/>
                  <a:pt x="110914" y="28463"/>
                  <a:pt x="107342" y="26343"/>
                </a:cubicBezTo>
                <a:lnTo>
                  <a:pt x="91864" y="17041"/>
                </a:lnTo>
                <a:cubicBezTo>
                  <a:pt x="87995" y="14734"/>
                  <a:pt x="87995" y="9153"/>
                  <a:pt x="91864" y="6846"/>
                </a:cubicBezTo>
                <a:close/>
                <a:moveTo>
                  <a:pt x="18864" y="149833"/>
                </a:moveTo>
                <a:lnTo>
                  <a:pt x="101501" y="67196"/>
                </a:lnTo>
                <a:lnTo>
                  <a:pt x="135173" y="100868"/>
                </a:lnTo>
                <a:lnTo>
                  <a:pt x="52536" y="183505"/>
                </a:lnTo>
                <a:cubicBezTo>
                  <a:pt x="43235" y="192807"/>
                  <a:pt x="28166" y="192807"/>
                  <a:pt x="18864" y="183505"/>
                </a:cubicBezTo>
                <a:cubicBezTo>
                  <a:pt x="9562" y="174203"/>
                  <a:pt x="9562" y="159134"/>
                  <a:pt x="18864" y="1498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7315194" y="2669502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Build Project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9957" y="2898074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Build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05991" y="249801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4" name="Shape 22"/>
          <p:cNvSpPr/>
          <p:nvPr/>
        </p:nvSpPr>
        <p:spPr>
          <a:xfrm>
            <a:off x="10477500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Shape 23"/>
          <p:cNvSpPr/>
          <p:nvPr/>
        </p:nvSpPr>
        <p:spPr>
          <a:xfrm>
            <a:off x="10648881" y="22313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9639282" y="2669502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44044" y="2898074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0956" y="3317081"/>
            <a:ext cx="11430000" cy="2286000"/>
          </a:xfrm>
          <a:custGeom>
            <a:avLst/>
            <a:gdLst/>
            <a:ahLst/>
            <a:cxnLst/>
            <a:rect l="l" t="t" r="r" b="b"/>
            <a:pathLst>
              <a:path w="11430000" h="22860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2209808"/>
                </a:lnTo>
                <a:cubicBezTo>
                  <a:pt x="11430000" y="2251888"/>
                  <a:pt x="11395888" y="2286000"/>
                  <a:pt x="11353808" y="2286000"/>
                </a:cubicBezTo>
                <a:lnTo>
                  <a:pt x="76192" y="2286000"/>
                </a:lnTo>
                <a:cubicBezTo>
                  <a:pt x="34112" y="2286000"/>
                  <a:pt x="0" y="2251888"/>
                  <a:pt x="0" y="2209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01828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9529" y="3545663"/>
            <a:ext cx="11058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2222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Build Example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8484" y="3964744"/>
            <a:ext cx="10953655" cy="1409700"/>
          </a:xfrm>
          <a:custGeom>
            <a:avLst/>
            <a:gdLst/>
            <a:ahLst/>
            <a:cxnLst/>
            <a:rect l="l" t="t" r="r" b="b"/>
            <a:pathLst>
              <a:path w="10953655" h="1409700">
                <a:moveTo>
                  <a:pt x="37910" y="0"/>
                </a:moveTo>
                <a:lnTo>
                  <a:pt x="10915551" y="0"/>
                </a:lnTo>
                <a:cubicBezTo>
                  <a:pt x="10936595" y="0"/>
                  <a:pt x="10953655" y="17060"/>
                  <a:pt x="10953655" y="38104"/>
                </a:cubicBezTo>
                <a:lnTo>
                  <a:pt x="10953655" y="1371596"/>
                </a:lnTo>
                <a:cubicBezTo>
                  <a:pt x="10953655" y="1392640"/>
                  <a:pt x="10936595" y="1409700"/>
                  <a:pt x="10915551" y="1409700"/>
                </a:cubicBezTo>
                <a:lnTo>
                  <a:pt x="37910" y="1409700"/>
                </a:lnTo>
                <a:cubicBezTo>
                  <a:pt x="16973" y="1409700"/>
                  <a:pt x="0" y="1392727"/>
                  <a:pt x="0" y="1371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1E2939"/>
          </a:solidFill>
        </p:spPr>
      </p:sp>
      <p:sp>
        <p:nvSpPr>
          <p:cNvPr id="31" name="Shape 29"/>
          <p:cNvSpPr/>
          <p:nvPr/>
        </p:nvSpPr>
        <p:spPr>
          <a:xfrm>
            <a:off x="628484" y="3964744"/>
            <a:ext cx="37910" cy="1409700"/>
          </a:xfrm>
          <a:custGeom>
            <a:avLst/>
            <a:gdLst/>
            <a:ahLst/>
            <a:cxnLst/>
            <a:rect l="l" t="t" r="r" b="b"/>
            <a:pathLst>
              <a:path w="37910" h="1409700">
                <a:moveTo>
                  <a:pt x="37910" y="0"/>
                </a:moveTo>
                <a:lnTo>
                  <a:pt x="37910" y="0"/>
                </a:lnTo>
                <a:lnTo>
                  <a:pt x="37910" y="1409700"/>
                </a:lnTo>
                <a:lnTo>
                  <a:pt x="37910" y="1409700"/>
                </a:lnTo>
                <a:cubicBezTo>
                  <a:pt x="16973" y="1409700"/>
                  <a:pt x="0" y="1392727"/>
                  <a:pt x="0" y="1371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B22222"/>
          </a:solidFill>
        </p:spPr>
      </p:sp>
      <p:sp>
        <p:nvSpPr>
          <p:cNvPr id="32" name="Text 30"/>
          <p:cNvSpPr/>
          <p:nvPr/>
        </p:nvSpPr>
        <p:spPr>
          <a:xfrm>
            <a:off x="799822" y="4078998"/>
            <a:ext cx="106965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Build project using 32 parallel jobs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9822" y="4292315"/>
            <a:ext cx="106965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MAX_JOBS=32 python3 -m pip install . --no-build-isolation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9822" y="4619885"/>
            <a:ext cx="106965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Parameter description: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9822" y="4833203"/>
            <a:ext cx="106965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MAX_JOBS=32 - number of parallel compile jobs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9822" y="5046529"/>
            <a:ext cx="106965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--no-build-isolation - do not use isolated build environment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35"/>
            <a:ext cx="23189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Unit Testing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0433" y="1455148"/>
            <a:ext cx="115252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After installation, run tests to verify code correctness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433" y="2188517"/>
            <a:ext cx="5543455" cy="2324005"/>
          </a:xfrm>
          <a:custGeom>
            <a:avLst/>
            <a:gdLst/>
            <a:ahLst/>
            <a:cxnLst/>
            <a:rect l="l" t="t" r="r" b="b"/>
            <a:pathLst>
              <a:path w="5543455" h="2324005">
                <a:moveTo>
                  <a:pt x="76204" y="0"/>
                </a:moveTo>
                <a:lnTo>
                  <a:pt x="5467251" y="0"/>
                </a:lnTo>
                <a:cubicBezTo>
                  <a:pt x="5509337" y="0"/>
                  <a:pt x="5543455" y="34118"/>
                  <a:pt x="5543455" y="76204"/>
                </a:cubicBezTo>
                <a:lnTo>
                  <a:pt x="5543455" y="2247801"/>
                </a:lnTo>
                <a:cubicBezTo>
                  <a:pt x="5543455" y="2289887"/>
                  <a:pt x="5509337" y="2324005"/>
                  <a:pt x="5467251" y="2324005"/>
                </a:cubicBezTo>
                <a:lnTo>
                  <a:pt x="76204" y="2324005"/>
                </a:lnTo>
                <a:cubicBezTo>
                  <a:pt x="34118" y="2324005"/>
                  <a:pt x="0" y="2289887"/>
                  <a:pt x="0" y="224780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584" y="242656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1099921" y="2436047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NVIDIA / AMD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8484" y="2864681"/>
            <a:ext cx="5067300" cy="1409700"/>
          </a:xfrm>
          <a:custGeom>
            <a:avLst/>
            <a:gdLst/>
            <a:ahLst/>
            <a:cxnLst/>
            <a:rect l="l" t="t" r="r" b="b"/>
            <a:pathLst>
              <a:path w="5067300" h="1409700">
                <a:moveTo>
                  <a:pt x="76194" y="0"/>
                </a:moveTo>
                <a:lnTo>
                  <a:pt x="4991106" y="0"/>
                </a:lnTo>
                <a:cubicBezTo>
                  <a:pt x="5033158" y="0"/>
                  <a:pt x="5067300" y="34142"/>
                  <a:pt x="5067300" y="76194"/>
                </a:cubicBezTo>
                <a:lnTo>
                  <a:pt x="5067300" y="1333506"/>
                </a:lnTo>
                <a:cubicBezTo>
                  <a:pt x="5067300" y="1375587"/>
                  <a:pt x="5033187" y="1409700"/>
                  <a:pt x="49911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01828"/>
          </a:solidFill>
        </p:spPr>
      </p:sp>
      <p:sp>
        <p:nvSpPr>
          <p:cNvPr id="8" name="Text 6"/>
          <p:cNvSpPr/>
          <p:nvPr/>
        </p:nvSpPr>
        <p:spPr>
          <a:xfrm>
            <a:off x="780866" y="3017072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Enter unit test directory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0866" y="3321834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cd python/test/unit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0866" y="3664651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Run pytest tests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0866" y="3893232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pytest -s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7815" y="2188517"/>
            <a:ext cx="5543455" cy="2324005"/>
          </a:xfrm>
          <a:custGeom>
            <a:avLst/>
            <a:gdLst/>
            <a:ahLst/>
            <a:cxnLst/>
            <a:rect l="l" t="t" r="r" b="b"/>
            <a:pathLst>
              <a:path w="5543455" h="2324005">
                <a:moveTo>
                  <a:pt x="76204" y="0"/>
                </a:moveTo>
                <a:lnTo>
                  <a:pt x="5467251" y="0"/>
                </a:lnTo>
                <a:cubicBezTo>
                  <a:pt x="5509337" y="0"/>
                  <a:pt x="5543455" y="34118"/>
                  <a:pt x="5543455" y="76204"/>
                </a:cubicBezTo>
                <a:lnTo>
                  <a:pt x="5543455" y="2247801"/>
                </a:lnTo>
                <a:cubicBezTo>
                  <a:pt x="5543455" y="2289887"/>
                  <a:pt x="5509337" y="2324005"/>
                  <a:pt x="5467251" y="2324005"/>
                </a:cubicBezTo>
                <a:lnTo>
                  <a:pt x="76204" y="2324005"/>
                </a:lnTo>
                <a:cubicBezTo>
                  <a:pt x="34118" y="2324005"/>
                  <a:pt x="0" y="2289887"/>
                  <a:pt x="0" y="224780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3966" y="242656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4" name="Text 12"/>
          <p:cNvSpPr/>
          <p:nvPr/>
        </p:nvSpPr>
        <p:spPr>
          <a:xfrm>
            <a:off x="6967303" y="2436047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Other Backends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5866" y="2864681"/>
            <a:ext cx="5067300" cy="1409700"/>
          </a:xfrm>
          <a:custGeom>
            <a:avLst/>
            <a:gdLst/>
            <a:ahLst/>
            <a:cxnLst/>
            <a:rect l="l" t="t" r="r" b="b"/>
            <a:pathLst>
              <a:path w="5067300" h="1409700">
                <a:moveTo>
                  <a:pt x="76194" y="0"/>
                </a:moveTo>
                <a:lnTo>
                  <a:pt x="4991106" y="0"/>
                </a:lnTo>
                <a:cubicBezTo>
                  <a:pt x="5033158" y="0"/>
                  <a:pt x="5067300" y="34142"/>
                  <a:pt x="5067300" y="76194"/>
                </a:cubicBezTo>
                <a:lnTo>
                  <a:pt x="5067300" y="1333506"/>
                </a:lnTo>
                <a:cubicBezTo>
                  <a:pt x="5067300" y="1375587"/>
                  <a:pt x="5033187" y="1409700"/>
                  <a:pt x="49911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01828"/>
          </a:solidFill>
        </p:spPr>
      </p:sp>
      <p:sp>
        <p:nvSpPr>
          <p:cNvPr id="16" name="Text 14"/>
          <p:cNvSpPr/>
          <p:nvPr/>
        </p:nvSpPr>
        <p:spPr>
          <a:xfrm>
            <a:off x="6648248" y="3017072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Enter backend test directory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8248" y="3321834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cd third_party/backend/python/test/unit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48248" y="3664651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5DF7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Run pytest 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48248" y="3893232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pytest -s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956" y="4750287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571498"/>
                </a:lnTo>
                <a:cubicBezTo>
                  <a:pt x="11430000" y="613583"/>
                  <a:pt x="11395883" y="647700"/>
                  <a:pt x="113537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1" name="Shape 19"/>
          <p:cNvSpPr/>
          <p:nvPr/>
        </p:nvSpPr>
        <p:spPr>
          <a:xfrm>
            <a:off x="599971" y="4959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971381" y="4940730"/>
            <a:ext cx="5786929" cy="2763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pytest -s</a:t>
            </a: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flag shows test output for easier debugging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5"/>
            <a:ext cx="348081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Security Code Scanning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86"/>
            <a:ext cx="115252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project is configured with automated code scanning to continuously monitor code</a:t>
            </a:r>
            <a:r>
              <a:rPr lang="en-US" sz="150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security</a:t>
            </a:r>
            <a:r>
              <a:rPr lang="en-US" sz="1500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and</a:t>
            </a:r>
            <a:r>
              <a:rPr lang="en-US" sz="150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compliance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380956" y="2179039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09529" y="2407611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Trigger Conditions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2391" y="294094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48801"/>
                </a:moveTo>
                <a:lnTo>
                  <a:pt x="114300" y="142875"/>
                </a:lnTo>
                <a:cubicBezTo>
                  <a:pt x="114300" y="150778"/>
                  <a:pt x="107915" y="157163"/>
                  <a:pt x="100013" y="157163"/>
                </a:cubicBezTo>
                <a:cubicBezTo>
                  <a:pt x="92110" y="157163"/>
                  <a:pt x="85725" y="150778"/>
                  <a:pt x="85725" y="142875"/>
                </a:cubicBezTo>
                <a:lnTo>
                  <a:pt x="85725" y="48801"/>
                </a:lnTo>
                <a:lnTo>
                  <a:pt x="67241" y="67285"/>
                </a:lnTo>
                <a:cubicBezTo>
                  <a:pt x="61659" y="72866"/>
                  <a:pt x="52596" y="72866"/>
                  <a:pt x="47015" y="67285"/>
                </a:cubicBezTo>
                <a:cubicBezTo>
                  <a:pt x="41434" y="61704"/>
                  <a:pt x="41434" y="52641"/>
                  <a:pt x="47015" y="47059"/>
                </a:cubicBezTo>
                <a:lnTo>
                  <a:pt x="89877" y="4197"/>
                </a:lnTo>
                <a:cubicBezTo>
                  <a:pt x="95458" y="-1384"/>
                  <a:pt x="104522" y="-1384"/>
                  <a:pt x="110103" y="4197"/>
                </a:cubicBezTo>
                <a:lnTo>
                  <a:pt x="152966" y="47059"/>
                </a:lnTo>
                <a:cubicBezTo>
                  <a:pt x="158547" y="52641"/>
                  <a:pt x="158547" y="61704"/>
                  <a:pt x="152966" y="67285"/>
                </a:cubicBezTo>
                <a:cubicBezTo>
                  <a:pt x="147384" y="72866"/>
                  <a:pt x="138321" y="72866"/>
                  <a:pt x="132740" y="67285"/>
                </a:cubicBezTo>
                <a:lnTo>
                  <a:pt x="114300" y="48801"/>
                </a:lnTo>
                <a:close/>
                <a:moveTo>
                  <a:pt x="100013" y="178594"/>
                </a:moveTo>
                <a:cubicBezTo>
                  <a:pt x="119747" y="178594"/>
                  <a:pt x="135731" y="162610"/>
                  <a:pt x="135731" y="142875"/>
                </a:cubicBezTo>
                <a:lnTo>
                  <a:pt x="171450" y="142875"/>
                </a:lnTo>
                <a:cubicBezTo>
                  <a:pt x="187211" y="142875"/>
                  <a:pt x="200025" y="155689"/>
                  <a:pt x="200025" y="1714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71450"/>
                </a:lnTo>
                <a:cubicBezTo>
                  <a:pt x="0" y="155689"/>
                  <a:pt x="12814" y="142875"/>
                  <a:pt x="28575" y="142875"/>
                </a:cubicBezTo>
                <a:lnTo>
                  <a:pt x="64294" y="142875"/>
                </a:lnTo>
                <a:cubicBezTo>
                  <a:pt x="64294" y="162610"/>
                  <a:pt x="80278" y="178594"/>
                  <a:pt x="100013" y="178594"/>
                </a:cubicBezTo>
                <a:close/>
                <a:moveTo>
                  <a:pt x="164306" y="189309"/>
                </a:moveTo>
                <a:cubicBezTo>
                  <a:pt x="170220" y="189309"/>
                  <a:pt x="175022" y="184508"/>
                  <a:pt x="175022" y="178594"/>
                </a:cubicBezTo>
                <a:cubicBezTo>
                  <a:pt x="175022" y="172680"/>
                  <a:pt x="170220" y="167878"/>
                  <a:pt x="164306" y="167878"/>
                </a:cubicBezTo>
                <a:cubicBezTo>
                  <a:pt x="158392" y="167878"/>
                  <a:pt x="153591" y="172680"/>
                  <a:pt x="153591" y="178594"/>
                </a:cubicBezTo>
                <a:cubicBezTo>
                  <a:pt x="153591" y="184508"/>
                  <a:pt x="158392" y="189309"/>
                  <a:pt x="164306" y="18930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009513" y="2826702"/>
            <a:ext cx="2352565" cy="342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Push to main branch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9513" y="3093401"/>
            <a:ext cx="3438733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Triggered when main branch code is updated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2391" y="355048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1009514" y="3436227"/>
            <a:ext cx="126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9514" y="3702937"/>
            <a:ext cx="3067472" cy="223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Scan triggered when a PR is submitted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338" y="2179039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6476911" y="2407611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Scan Results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4061" y="294094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B22222"/>
          </a:solidFill>
        </p:spPr>
      </p:sp>
      <p:sp>
        <p:nvSpPr>
          <p:cNvPr id="15" name="Text 13"/>
          <p:cNvSpPr/>
          <p:nvPr/>
        </p:nvSpPr>
        <p:spPr>
          <a:xfrm>
            <a:off x="6876896" y="2826702"/>
            <a:ext cx="230148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Generate detailed reports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76896" y="3093401"/>
            <a:ext cx="3786521" cy="266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Contains discovered issues and recommendations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19774" y="355048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0"/>
                </a:moveTo>
                <a:cubicBezTo>
                  <a:pt x="92110" y="0"/>
                  <a:pt x="85725" y="6385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8" y="154528"/>
                </a:cubicBezTo>
                <a:lnTo>
                  <a:pt x="3483" y="159975"/>
                </a:lnTo>
                <a:cubicBezTo>
                  <a:pt x="1206" y="162788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0" y="178638"/>
                  <a:pt x="199980" y="169887"/>
                </a:cubicBezTo>
                <a:cubicBezTo>
                  <a:pt x="199980" y="166271"/>
                  <a:pt x="198775" y="162788"/>
                  <a:pt x="196498" y="159975"/>
                </a:cubicBezTo>
                <a:lnTo>
                  <a:pt x="192122" y="154528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7"/>
                </a:lnTo>
                <a:cubicBezTo>
                  <a:pt x="114300" y="6385"/>
                  <a:pt x="107915" y="0"/>
                  <a:pt x="100013" y="0"/>
                </a:cubicBezTo>
                <a:close/>
                <a:moveTo>
                  <a:pt x="72330" y="207169"/>
                </a:moveTo>
                <a:cubicBezTo>
                  <a:pt x="75501" y="219492"/>
                  <a:pt x="86707" y="228600"/>
                  <a:pt x="100013" y="228600"/>
                </a:cubicBezTo>
                <a:cubicBezTo>
                  <a:pt x="113318" y="228600"/>
                  <a:pt x="124524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B22222"/>
          </a:solidFill>
        </p:spPr>
      </p:sp>
      <p:sp>
        <p:nvSpPr>
          <p:cNvPr id="18" name="Text 16"/>
          <p:cNvSpPr/>
          <p:nvPr/>
        </p:nvSpPr>
        <p:spPr>
          <a:xfrm>
            <a:off x="6876896" y="3436227"/>
            <a:ext cx="1909594" cy="342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Automatic notification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6896" y="3702937"/>
            <a:ext cx="3264006" cy="266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Provides timely feedback to developers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956" y="4350525"/>
            <a:ext cx="11430000" cy="1371600"/>
          </a:xfrm>
          <a:custGeom>
            <a:avLst/>
            <a:gdLst/>
            <a:ahLst/>
            <a:cxnLst/>
            <a:rect l="l" t="t" r="r" b="b"/>
            <a:pathLst>
              <a:path w="11430000" h="1371600">
                <a:moveTo>
                  <a:pt x="76206" y="0"/>
                </a:moveTo>
                <a:lnTo>
                  <a:pt x="11353794" y="0"/>
                </a:lnTo>
                <a:cubicBezTo>
                  <a:pt x="11395881" y="0"/>
                  <a:pt x="11430000" y="34119"/>
                  <a:pt x="11430000" y="76206"/>
                </a:cubicBezTo>
                <a:lnTo>
                  <a:pt x="11430000" y="1295394"/>
                </a:lnTo>
                <a:cubicBezTo>
                  <a:pt x="11430000" y="1337481"/>
                  <a:pt x="11395881" y="1371600"/>
                  <a:pt x="113537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1" name="Text 19"/>
          <p:cNvSpPr/>
          <p:nvPr/>
        </p:nvSpPr>
        <p:spPr>
          <a:xfrm>
            <a:off x="609529" y="4579097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Purpose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629" y="503624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1080966" y="4998188"/>
            <a:ext cx="1609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Improve 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0966" y="5264888"/>
            <a:ext cx="4429318" cy="407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Promptly detect potential security vulnerabilities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2660" y="503624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6681717" y="4998187"/>
            <a:ext cx="2682289" cy="3238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Ensure code compliance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81716" y="5264888"/>
            <a:ext cx="4627967" cy="407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Ensure compliance with open source license requirements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" y="611505"/>
            <a:ext cx="795591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FlagOS Open Computing Global Challenge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0434" y="1650364"/>
            <a:ext cx="3800476" cy="2000155"/>
          </a:xfrm>
          <a:custGeom>
            <a:avLst/>
            <a:gdLst/>
            <a:ahLst/>
            <a:cxnLst/>
            <a:rect l="l" t="t" r="r" b="b"/>
            <a:pathLst>
              <a:path w="5543455" h="2000155">
                <a:moveTo>
                  <a:pt x="76206" y="0"/>
                </a:moveTo>
                <a:lnTo>
                  <a:pt x="5467249" y="0"/>
                </a:lnTo>
                <a:cubicBezTo>
                  <a:pt x="5509337" y="0"/>
                  <a:pt x="5543455" y="34119"/>
                  <a:pt x="5543455" y="76206"/>
                </a:cubicBezTo>
                <a:lnTo>
                  <a:pt x="5543455" y="1923949"/>
                </a:lnTo>
                <a:cubicBezTo>
                  <a:pt x="5543455" y="1966037"/>
                  <a:pt x="5509337" y="2000155"/>
                  <a:pt x="5467249" y="2000155"/>
                </a:cubicBezTo>
                <a:lnTo>
                  <a:pt x="76206" y="2000155"/>
                </a:lnTo>
                <a:cubicBezTo>
                  <a:pt x="34119" y="2000155"/>
                  <a:pt x="0" y="1966037"/>
                  <a:pt x="0" y="192394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8484" y="1888415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Organizers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8484" y="2307506"/>
            <a:ext cx="3242247" cy="495300"/>
          </a:xfrm>
          <a:custGeom>
            <a:avLst/>
            <a:gdLst/>
            <a:ahLst/>
            <a:cxnLst/>
            <a:rect l="l" t="t" r="r" b="b"/>
            <a:pathLst>
              <a:path w="5067300" h="495300">
                <a:moveTo>
                  <a:pt x="76202" y="0"/>
                </a:moveTo>
                <a:lnTo>
                  <a:pt x="4991098" y="0"/>
                </a:lnTo>
                <a:cubicBezTo>
                  <a:pt x="5033183" y="0"/>
                  <a:pt x="5067300" y="34117"/>
                  <a:pt x="5067300" y="76202"/>
                </a:cubicBezTo>
                <a:lnTo>
                  <a:pt x="5067300" y="419098"/>
                </a:lnTo>
                <a:cubicBezTo>
                  <a:pt x="5067300" y="461183"/>
                  <a:pt x="5033183" y="495300"/>
                  <a:pt x="49910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6" name="Shape 4"/>
          <p:cNvSpPr/>
          <p:nvPr/>
        </p:nvSpPr>
        <p:spPr>
          <a:xfrm>
            <a:off x="742734" y="245981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1095108" y="2421750"/>
            <a:ext cx="147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FlagOS Community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8484" y="2916957"/>
            <a:ext cx="3242247" cy="495300"/>
          </a:xfrm>
          <a:custGeom>
            <a:avLst/>
            <a:gdLst/>
            <a:ahLst/>
            <a:cxnLst/>
            <a:rect l="l" t="t" r="r" b="b"/>
            <a:pathLst>
              <a:path w="5067300" h="495300">
                <a:moveTo>
                  <a:pt x="76202" y="0"/>
                </a:moveTo>
                <a:lnTo>
                  <a:pt x="4991098" y="0"/>
                </a:lnTo>
                <a:cubicBezTo>
                  <a:pt x="5033183" y="0"/>
                  <a:pt x="5067300" y="34117"/>
                  <a:pt x="5067300" y="76202"/>
                </a:cubicBezTo>
                <a:lnTo>
                  <a:pt x="5067300" y="419098"/>
                </a:lnTo>
                <a:cubicBezTo>
                  <a:pt x="5067300" y="461183"/>
                  <a:pt x="5033183" y="495300"/>
                  <a:pt x="49910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766546" y="3069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1095108" y="3031210"/>
            <a:ext cx="1971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Beijing Academy of Artificial Intelligence (BAAI)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0434" y="3888264"/>
            <a:ext cx="3809954" cy="1801007"/>
          </a:xfrm>
          <a:custGeom>
            <a:avLst/>
            <a:gdLst/>
            <a:ahLst/>
            <a:cxnLst/>
            <a:rect l="l" t="t" r="r" b="b"/>
            <a:pathLst>
              <a:path w="11430000" h="10668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990598"/>
                </a:lnTo>
                <a:cubicBezTo>
                  <a:pt x="11430000" y="1032683"/>
                  <a:pt x="11395883" y="1066800"/>
                  <a:pt x="113537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8B0000"/>
              </a:gs>
              <a:gs pos="100000">
                <a:srgbClr val="B22222"/>
              </a:gs>
            </a:gsLst>
            <a:lin ang="0" scaled="1"/>
          </a:gra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Shape 18"/>
          <p:cNvSpPr/>
          <p:nvPr/>
        </p:nvSpPr>
        <p:spPr>
          <a:xfrm>
            <a:off x="652391" y="425018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35677" y="187523"/>
                </a:moveTo>
                <a:lnTo>
                  <a:pt x="107826" y="187523"/>
                </a:lnTo>
                <a:cubicBezTo>
                  <a:pt x="109768" y="230721"/>
                  <a:pt x="119345" y="270503"/>
                  <a:pt x="132941" y="299636"/>
                </a:cubicBezTo>
                <a:cubicBezTo>
                  <a:pt x="140576" y="316044"/>
                  <a:pt x="148813" y="327630"/>
                  <a:pt x="156448" y="334729"/>
                </a:cubicBezTo>
                <a:cubicBezTo>
                  <a:pt x="163949" y="341761"/>
                  <a:pt x="169106" y="342900"/>
                  <a:pt x="171785" y="342900"/>
                </a:cubicBezTo>
                <a:cubicBezTo>
                  <a:pt x="174464" y="342900"/>
                  <a:pt x="179621" y="341761"/>
                  <a:pt x="187122" y="334729"/>
                </a:cubicBezTo>
                <a:cubicBezTo>
                  <a:pt x="194756" y="327630"/>
                  <a:pt x="202994" y="315977"/>
                  <a:pt x="210629" y="299636"/>
                </a:cubicBezTo>
                <a:cubicBezTo>
                  <a:pt x="224224" y="270503"/>
                  <a:pt x="233802" y="230721"/>
                  <a:pt x="235744" y="187523"/>
                </a:cubicBezTo>
                <a:close/>
                <a:moveTo>
                  <a:pt x="107759" y="155377"/>
                </a:moveTo>
                <a:lnTo>
                  <a:pt x="235610" y="155377"/>
                </a:lnTo>
                <a:cubicBezTo>
                  <a:pt x="233735" y="112179"/>
                  <a:pt x="224157" y="72397"/>
                  <a:pt x="210562" y="43264"/>
                </a:cubicBezTo>
                <a:cubicBezTo>
                  <a:pt x="202927" y="26923"/>
                  <a:pt x="194690" y="15270"/>
                  <a:pt x="187055" y="8171"/>
                </a:cubicBezTo>
                <a:cubicBezTo>
                  <a:pt x="179554" y="1139"/>
                  <a:pt x="174397" y="0"/>
                  <a:pt x="171718" y="0"/>
                </a:cubicBezTo>
                <a:cubicBezTo>
                  <a:pt x="169039" y="0"/>
                  <a:pt x="163882" y="1139"/>
                  <a:pt x="156381" y="8171"/>
                </a:cubicBezTo>
                <a:cubicBezTo>
                  <a:pt x="148746" y="15270"/>
                  <a:pt x="140509" y="26923"/>
                  <a:pt x="132874" y="43264"/>
                </a:cubicBezTo>
                <a:cubicBezTo>
                  <a:pt x="119278" y="72397"/>
                  <a:pt x="109701" y="112179"/>
                  <a:pt x="107759" y="155377"/>
                </a:cubicBezTo>
                <a:close/>
                <a:moveTo>
                  <a:pt x="75612" y="155377"/>
                </a:moveTo>
                <a:cubicBezTo>
                  <a:pt x="77956" y="98048"/>
                  <a:pt x="92757" y="44805"/>
                  <a:pt x="114389" y="9845"/>
                </a:cubicBezTo>
                <a:cubicBezTo>
                  <a:pt x="52707" y="31678"/>
                  <a:pt x="7300" y="87868"/>
                  <a:pt x="1005" y="155377"/>
                </a:cubicBezTo>
                <a:lnTo>
                  <a:pt x="75612" y="155377"/>
                </a:lnTo>
                <a:close/>
                <a:moveTo>
                  <a:pt x="1005" y="187523"/>
                </a:moveTo>
                <a:cubicBezTo>
                  <a:pt x="7300" y="255032"/>
                  <a:pt x="52707" y="311222"/>
                  <a:pt x="114389" y="333055"/>
                </a:cubicBezTo>
                <a:cubicBezTo>
                  <a:pt x="92757" y="298095"/>
                  <a:pt x="77956" y="244852"/>
                  <a:pt x="75612" y="187523"/>
                </a:cubicBezTo>
                <a:lnTo>
                  <a:pt x="1005" y="187523"/>
                </a:lnTo>
                <a:close/>
                <a:moveTo>
                  <a:pt x="267824" y="187523"/>
                </a:moveTo>
                <a:cubicBezTo>
                  <a:pt x="265480" y="244852"/>
                  <a:pt x="250679" y="298095"/>
                  <a:pt x="229046" y="333055"/>
                </a:cubicBezTo>
                <a:cubicBezTo>
                  <a:pt x="290728" y="311155"/>
                  <a:pt x="336136" y="255032"/>
                  <a:pt x="342431" y="187523"/>
                </a:cubicBezTo>
                <a:lnTo>
                  <a:pt x="267824" y="187523"/>
                </a:lnTo>
                <a:close/>
                <a:moveTo>
                  <a:pt x="342431" y="155377"/>
                </a:moveTo>
                <a:cubicBezTo>
                  <a:pt x="336136" y="87868"/>
                  <a:pt x="290728" y="31678"/>
                  <a:pt x="229046" y="9845"/>
                </a:cubicBezTo>
                <a:cubicBezTo>
                  <a:pt x="250679" y="44805"/>
                  <a:pt x="265480" y="98048"/>
                  <a:pt x="267824" y="155377"/>
                </a:cubicBezTo>
                <a:lnTo>
                  <a:pt x="342431" y="15537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90477" y="4245211"/>
            <a:ext cx="9267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Official Website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4006" y="4804811"/>
            <a:ext cx="3546382" cy="1058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dirty="0">
                <a:solidFill>
                  <a:srgbClr val="FFFFFF"/>
                </a:solidFill>
                <a:latin typeface="+mn-ea"/>
                <a:cs typeface="MiSans" panose="00000500000000000000" pitchFamily="34" charset="-120"/>
              </a:rPr>
              <a:t>Official Introduction:</a:t>
            </a:r>
            <a:r>
              <a:rPr lang="en-US" sz="135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hlinkClick r:id="rId3"/>
              </a:rPr>
              <a:t>https://flagos.io/RaceDetail</a:t>
            </a:r>
            <a:endParaRPr lang="en-US" sz="1350" dirty="0">
              <a:solidFill>
                <a:schemeClr val="bg1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350" dirty="0">
                <a:solidFill>
                  <a:srgbClr val="FFFFFF"/>
                </a:solidFill>
                <a:latin typeface="+mn-ea"/>
              </a:rPr>
              <a:t>Registration</a:t>
            </a:r>
            <a:r>
              <a:rPr lang="zh-CN" altLang="en-US" sz="13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</a:rPr>
              <a:t>：</a:t>
            </a:r>
            <a:r>
              <a:rPr lang="en-US" altLang="zh-CN" sz="135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hlinkClick r:id="rId4"/>
              </a:rPr>
              <a:t>https://flagos.io/events</a:t>
            </a:r>
            <a:endParaRPr lang="en-US" altLang="zh-CN" sz="1350" dirty="0">
              <a:solidFill>
                <a:schemeClr val="bg1"/>
              </a:solidFill>
              <a:latin typeface="MiSans" panose="00000500000000000000" pitchFamily="34" charset="-122"/>
              <a:ea typeface="MiSans" panose="00000500000000000000" pitchFamily="34" charset="-122"/>
            </a:endParaRPr>
          </a:p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29" name="图片 28" descr="E:/BAAI/COURSE/template-replacement/images/competition.pngcompetition"/>
          <p:cNvPicPr>
            <a:picLocks noChangeAspect="1"/>
          </p:cNvPicPr>
          <p:nvPr/>
        </p:nvPicPr>
        <p:blipFill>
          <a:blip r:embed="rId5"/>
          <a:srcRect l="3565" r="3565"/>
          <a:stretch>
            <a:fillRect/>
          </a:stretch>
        </p:blipFill>
        <p:spPr>
          <a:xfrm>
            <a:off x="4317365" y="1650365"/>
            <a:ext cx="7702550" cy="39350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28" y="611525"/>
            <a:ext cx="315080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Course Assignment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640886"/>
            <a:ext cx="565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956" y="2059977"/>
            <a:ext cx="5648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student must: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9911" y="2479058"/>
            <a:ext cx="5543455" cy="533400"/>
          </a:xfrm>
          <a:custGeom>
            <a:avLst/>
            <a:gdLst/>
            <a:ahLst/>
            <a:cxnLst/>
            <a:rect l="l" t="t" r="r" b="b"/>
            <a:pathLst>
              <a:path w="5543455" h="533400">
                <a:moveTo>
                  <a:pt x="37910" y="0"/>
                </a:moveTo>
                <a:lnTo>
                  <a:pt x="5467254" y="0"/>
                </a:lnTo>
                <a:cubicBezTo>
                  <a:pt x="5509339" y="0"/>
                  <a:pt x="5543455" y="34117"/>
                  <a:pt x="5543455" y="76202"/>
                </a:cubicBezTo>
                <a:lnTo>
                  <a:pt x="5543455" y="457198"/>
                </a:lnTo>
                <a:cubicBezTo>
                  <a:pt x="5543455" y="499283"/>
                  <a:pt x="5509339" y="533400"/>
                  <a:pt x="5467254" y="533400"/>
                </a:cubicBez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6" name="Shape 4"/>
          <p:cNvSpPr/>
          <p:nvPr/>
        </p:nvSpPr>
        <p:spPr>
          <a:xfrm>
            <a:off x="399911" y="2479058"/>
            <a:ext cx="37910" cy="533400"/>
          </a:xfrm>
          <a:custGeom>
            <a:avLst/>
            <a:gdLst/>
            <a:ahLst/>
            <a:cxnLst/>
            <a:rect l="l" t="t" r="r" b="b"/>
            <a:pathLst>
              <a:path w="37910" h="533400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Shape 5"/>
          <p:cNvSpPr/>
          <p:nvPr/>
        </p:nvSpPr>
        <p:spPr>
          <a:xfrm>
            <a:off x="533116" y="25933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495016" y="259331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1865" y="2612390"/>
            <a:ext cx="399161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Fork the FlagOS repository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9911" y="3126572"/>
            <a:ext cx="5543455" cy="533400"/>
          </a:xfrm>
          <a:custGeom>
            <a:avLst/>
            <a:gdLst/>
            <a:ahLst/>
            <a:cxnLst/>
            <a:rect l="l" t="t" r="r" b="b"/>
            <a:pathLst>
              <a:path w="5543455" h="533400">
                <a:moveTo>
                  <a:pt x="37910" y="0"/>
                </a:moveTo>
                <a:lnTo>
                  <a:pt x="5467254" y="0"/>
                </a:lnTo>
                <a:cubicBezTo>
                  <a:pt x="5509339" y="0"/>
                  <a:pt x="5543455" y="34117"/>
                  <a:pt x="5543455" y="76202"/>
                </a:cubicBezTo>
                <a:lnTo>
                  <a:pt x="5543455" y="457198"/>
                </a:lnTo>
                <a:cubicBezTo>
                  <a:pt x="5543455" y="499283"/>
                  <a:pt x="5509339" y="533400"/>
                  <a:pt x="5467254" y="533400"/>
                </a:cubicBez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1" name="Shape 9"/>
          <p:cNvSpPr/>
          <p:nvPr/>
        </p:nvSpPr>
        <p:spPr>
          <a:xfrm>
            <a:off x="399911" y="3126572"/>
            <a:ext cx="37910" cy="533400"/>
          </a:xfrm>
          <a:custGeom>
            <a:avLst/>
            <a:gdLst/>
            <a:ahLst/>
            <a:cxnLst/>
            <a:rect l="l" t="t" r="r" b="b"/>
            <a:pathLst>
              <a:path w="37910" h="533400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Shape 10"/>
          <p:cNvSpPr/>
          <p:nvPr/>
        </p:nvSpPr>
        <p:spPr>
          <a:xfrm>
            <a:off x="533116" y="3240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495016" y="3240825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1865" y="3260090"/>
            <a:ext cx="40506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Submit one Pull Request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956" y="3812223"/>
            <a:ext cx="5562600" cy="1447800"/>
          </a:xfrm>
          <a:custGeom>
            <a:avLst/>
            <a:gdLst/>
            <a:ahLst/>
            <a:cxnLst/>
            <a:rect l="l" t="t" r="r" b="b"/>
            <a:pathLst>
              <a:path w="5562600" h="1447800">
                <a:moveTo>
                  <a:pt x="76198" y="0"/>
                </a:moveTo>
                <a:lnTo>
                  <a:pt x="5486402" y="0"/>
                </a:lnTo>
                <a:cubicBezTo>
                  <a:pt x="5528457" y="0"/>
                  <a:pt x="5562600" y="34143"/>
                  <a:pt x="5562600" y="76198"/>
                </a:cubicBezTo>
                <a:lnTo>
                  <a:pt x="5562600" y="1371602"/>
                </a:lnTo>
                <a:cubicBezTo>
                  <a:pt x="5562600" y="1413657"/>
                  <a:pt x="5528457" y="1447800"/>
                  <a:pt x="54864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533338" y="3964605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Task Type (choose one):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438" y="430253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780988" y="4269367"/>
            <a:ext cx="5086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Documentation 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5238" y="457413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863" y="491206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780988" y="4878893"/>
            <a:ext cx="5086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Bug Fix (minor fix)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8338" y="1640886"/>
            <a:ext cx="565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Submission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8338" y="2059977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4" name="Shape 22"/>
          <p:cNvSpPr/>
          <p:nvPr/>
        </p:nvSpPr>
        <p:spPr>
          <a:xfrm>
            <a:off x="6374493" y="221228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6714962" y="2174221"/>
            <a:ext cx="695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 Link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8338" y="2669428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7" name="Shape 25"/>
          <p:cNvSpPr/>
          <p:nvPr/>
        </p:nvSpPr>
        <p:spPr>
          <a:xfrm>
            <a:off x="6410212" y="282173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6715125" y="2783840"/>
            <a:ext cx="307213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Change Description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8338" y="3393207"/>
            <a:ext cx="565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Learning Goals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7388" y="385035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6576695" y="3812540"/>
            <a:ext cx="532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Familiarize with GitHub open source workflow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7388" y="423130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3" name="Text 31"/>
          <p:cNvSpPr/>
          <p:nvPr/>
        </p:nvSpPr>
        <p:spPr>
          <a:xfrm>
            <a:off x="6576695" y="4193540"/>
            <a:ext cx="52063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Experience real open source collaboration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388" y="461226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5" name="Text 33"/>
          <p:cNvSpPr/>
          <p:nvPr/>
        </p:nvSpPr>
        <p:spPr>
          <a:xfrm>
            <a:off x="6576695" y="4573905"/>
            <a:ext cx="4600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Understand CI/CD and code standards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0956" y="5488428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495302"/>
                </a:lnTo>
                <a:cubicBezTo>
                  <a:pt x="11430000" y="537385"/>
                  <a:pt x="11395885" y="571500"/>
                  <a:pt x="11353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38" name="Text 36"/>
          <p:cNvSpPr/>
          <p:nvPr/>
        </p:nvSpPr>
        <p:spPr>
          <a:xfrm>
            <a:off x="623843" y="5659832"/>
            <a:ext cx="10944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Wishing all students success in completing the assignment and starting your open source journey!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1501</Words>
  <Application>Microsoft Office PowerPoint</Application>
  <PresentationFormat>宽屏</PresentationFormat>
  <Paragraphs>344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MiSans</vt:lpstr>
      <vt:lpstr>Noto Sans SC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45: Open-Source Contribution and Community Collaboration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12</cp:revision>
  <dcterms:created xsi:type="dcterms:W3CDTF">2026-03-12T03:06:00Z</dcterms:created>
  <dcterms:modified xsi:type="dcterms:W3CDTF">2026-03-17T14:55:23Z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B5C24E9B7810DCECAB2DB26990AC22A3_42</vt:lpwstr>
  </property>
  <property fmtid="{D5CDD505-2E9C-101B-9397-08002B2CF9AE}" pid="4" name="KSOProductBuildVer">
    <vt:lpwstr>2052-12.1.0.19302</vt:lpwstr>
  </property>
</Properties>
</file>
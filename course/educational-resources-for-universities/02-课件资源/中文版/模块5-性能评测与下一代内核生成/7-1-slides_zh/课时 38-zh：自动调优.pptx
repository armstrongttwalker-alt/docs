
<file path=[Content_Types].xml><?xml version="1.0" encoding="utf-8"?>
<Types xmlns="http://schemas.openxmlformats.org/package/2006/content-types"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package.core-properties+xml" PartName="/docProps/core.xml"/>
  <Override ContentType="application/vnd.openxmlformats-officedocument.presentationml.notesMaster+xml" PartName="/ppt/notesMasters/notesMaster1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0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2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22.xml"/>
  <Override ContentType="application/vnd.openxmlformats-officedocument.presentationml.slideMaster+xml" PartName="/ppt/slideMasters/slideMaster1.xml"/>
  <Override ContentType="application/vnd.openxmlformats-officedocument.presentationml.slideMaster+xml" PartName="/ppt/slideMasters/slideMaster2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slide+xml" PartName="/ppt/slides/slide16.xml"/>
  <Override ContentType="application/vnd.openxmlformats-officedocument.presentationml.slide+xml" PartName="/ppt/slides/slide17.xml"/>
  <Override ContentType="application/vnd.openxmlformats-officedocument.presentationml.slide+xml" PartName="/ppt/slides/slide18.xml"/>
  <Override ContentType="application/vnd.openxmlformats-officedocument.presentationml.slide+xml" PartName="/ppt/slides/slide19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22.xml"/>
  <Override ContentType="application/vnd.openxmlformats-officedocument.presentationml.slide+xml" PartName="/ppt/slides/slide23.xml"/>
  <Override ContentType="application/vnd.openxmlformats-officedocument.presentationml.slide+xml" PartName="/ppt/slides/slide24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core.xml" Type="http://schemas.openxmlformats.org/package/2006/relationships/metadata/core-properties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  <p:sldMasterId id="2147483660" r:id="rId8"/>
  </p:sldMasterIdLst>
  <p:notesMasterIdLst>
    <p:notesMasterId r:id="rId6"/>
  </p:notesMasterIdLst>
  <p:sldIdLst>
    <p:sldId id="256" r:id="rId9"/>
    <p:sldId id="257" r:id="rId10"/>
    <p:sldId id="258" r:id="rId11"/>
    <p:sldId id="259" r:id="rId12"/>
    <p:sldId id="260" r:id="rId13"/>
    <p:sldId id="261" r:id="rId14"/>
    <p:sldId id="262" r:id="rId15"/>
    <p:sldId id="263" r:id="rId16"/>
    <p:sldId id="264" r:id="rId17"/>
    <p:sldId id="265" r:id="rId18"/>
    <p:sldId id="266" r:id="rId19"/>
    <p:sldId id="267" r:id="rId20"/>
    <p:sldId id="268" r:id="rId21"/>
    <p:sldId id="269" r:id="rId22"/>
    <p:sldId id="270" r:id="rId23"/>
    <p:sldId id="271" r:id="rId24"/>
    <p:sldId id="272" r:id="rId25"/>
    <p:sldId id="273" r:id="rId26"/>
    <p:sldId id="274" r:id="rId27"/>
    <p:sldId id="275" r:id="rId28"/>
    <p:sldId id="276" r:id="rId29"/>
    <p:sldId id="277" r:id="rId30"/>
    <p:sldId id="278" r:id="rId31"/>
    <p:sldId id="279" r:id="rId32"/>
  </p:sldIdLst>
  <p:sldSz cx="12192000" cy="6858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<Relationships xmlns="http://schemas.openxmlformats.org/package/2006/relationships"><Relationship Id="rId1" Target="theme/theme1.xml" Type="http://schemas.openxmlformats.org/officeDocument/2006/relationships/theme"/><Relationship Id="rId10" Target="slides/slide2.xml" Type="http://schemas.openxmlformats.org/officeDocument/2006/relationships/slide"/><Relationship Id="rId11" Target="slides/slide3.xml" Type="http://schemas.openxmlformats.org/officeDocument/2006/relationships/slide"/><Relationship Id="rId12" Target="slides/slide4.xml" Type="http://schemas.openxmlformats.org/officeDocument/2006/relationships/slide"/><Relationship Id="rId13" Target="slides/slide5.xml" Type="http://schemas.openxmlformats.org/officeDocument/2006/relationships/slide"/><Relationship Id="rId14" Target="slides/slide6.xml" Type="http://schemas.openxmlformats.org/officeDocument/2006/relationships/slide"/><Relationship Id="rId15" Target="slides/slide7.xml" Type="http://schemas.openxmlformats.org/officeDocument/2006/relationships/slide"/><Relationship Id="rId16" Target="slides/slide8.xml" Type="http://schemas.openxmlformats.org/officeDocument/2006/relationships/slide"/><Relationship Id="rId17" Target="slides/slide9.xml" Type="http://schemas.openxmlformats.org/officeDocument/2006/relationships/slide"/><Relationship Id="rId18" Target="slides/slide10.xml" Type="http://schemas.openxmlformats.org/officeDocument/2006/relationships/slide"/><Relationship Id="rId19" Target="slides/slide11.xml" Type="http://schemas.openxmlformats.org/officeDocument/2006/relationships/slide"/><Relationship Id="rId2" Target="viewProps.xml" Type="http://schemas.openxmlformats.org/officeDocument/2006/relationships/viewProps"/><Relationship Id="rId20" Target="slides/slide12.xml" Type="http://schemas.openxmlformats.org/officeDocument/2006/relationships/slide"/><Relationship Id="rId21" Target="slides/slide13.xml" Type="http://schemas.openxmlformats.org/officeDocument/2006/relationships/slide"/><Relationship Id="rId22" Target="slides/slide14.xml" Type="http://schemas.openxmlformats.org/officeDocument/2006/relationships/slide"/><Relationship Id="rId23" Target="slides/slide15.xml" Type="http://schemas.openxmlformats.org/officeDocument/2006/relationships/slide"/><Relationship Id="rId24" Target="slides/slide16.xml" Type="http://schemas.openxmlformats.org/officeDocument/2006/relationships/slide"/><Relationship Id="rId25" Target="slides/slide17.xml" Type="http://schemas.openxmlformats.org/officeDocument/2006/relationships/slide"/><Relationship Id="rId26" Target="slides/slide18.xml" Type="http://schemas.openxmlformats.org/officeDocument/2006/relationships/slide"/><Relationship Id="rId27" Target="slides/slide19.xml" Type="http://schemas.openxmlformats.org/officeDocument/2006/relationships/slide"/><Relationship Id="rId28" Target="slides/slide20.xml" Type="http://schemas.openxmlformats.org/officeDocument/2006/relationships/slide"/><Relationship Id="rId29" Target="slides/slide21.xml" Type="http://schemas.openxmlformats.org/officeDocument/2006/relationships/slide"/><Relationship Id="rId3" Target="presProps.xml" Type="http://schemas.openxmlformats.org/officeDocument/2006/relationships/presProps"/><Relationship Id="rId30" Target="slides/slide22.xml" Type="http://schemas.openxmlformats.org/officeDocument/2006/relationships/slide"/><Relationship Id="rId31" Target="slides/slide23.xml" Type="http://schemas.openxmlformats.org/officeDocument/2006/relationships/slide"/><Relationship Id="rId32" Target="slides/slide24.xml" Type="http://schemas.openxmlformats.org/officeDocument/2006/relationships/slide"/><Relationship Id="rId33" Target="notesSlides/notesSlide1.xml" Type="http://schemas.openxmlformats.org/officeDocument/2006/relationships/notesSlide"/><Relationship Id="rId34" Target="notesSlides/notesSlide2.xml" Type="http://schemas.openxmlformats.org/officeDocument/2006/relationships/notesSlide"/><Relationship Id="rId35" Target="notesSlides/notesSlide3.xml" Type="http://schemas.openxmlformats.org/officeDocument/2006/relationships/notesSlide"/><Relationship Id="rId36" Target="notesSlides/notesSlide4.xml" Type="http://schemas.openxmlformats.org/officeDocument/2006/relationships/notesSlide"/><Relationship Id="rId37" Target="notesSlides/notesSlide5.xml" Type="http://schemas.openxmlformats.org/officeDocument/2006/relationships/notesSlide"/><Relationship Id="rId38" Target="notesSlides/notesSlide6.xml" Type="http://schemas.openxmlformats.org/officeDocument/2006/relationships/notesSlide"/><Relationship Id="rId39" Target="notesSlides/notesSlide7.xml" Type="http://schemas.openxmlformats.org/officeDocument/2006/relationships/notesSlide"/><Relationship Id="rId4" Target="slideMasters/slideMaster1.xml" Type="http://schemas.openxmlformats.org/officeDocument/2006/relationships/slideMaster"/><Relationship Id="rId40" Target="notesSlides/notesSlide8.xml" Type="http://schemas.openxmlformats.org/officeDocument/2006/relationships/notesSlide"/><Relationship Id="rId41" Target="notesSlides/notesSlide9.xml" Type="http://schemas.openxmlformats.org/officeDocument/2006/relationships/notesSlide"/><Relationship Id="rId42" Target="notesSlides/notesSlide10.xml" Type="http://schemas.openxmlformats.org/officeDocument/2006/relationships/notesSlide"/><Relationship Id="rId43" Target="notesSlides/notesSlide11.xml" Type="http://schemas.openxmlformats.org/officeDocument/2006/relationships/notesSlide"/><Relationship Id="rId44" Target="notesSlides/notesSlide12.xml" Type="http://schemas.openxmlformats.org/officeDocument/2006/relationships/notesSlide"/><Relationship Id="rId45" Target="notesSlides/notesSlide13.xml" Type="http://schemas.openxmlformats.org/officeDocument/2006/relationships/notesSlide"/><Relationship Id="rId46" Target="notesSlides/notesSlide14.xml" Type="http://schemas.openxmlformats.org/officeDocument/2006/relationships/notesSlide"/><Relationship Id="rId47" Target="notesSlides/notesSlide15.xml" Type="http://schemas.openxmlformats.org/officeDocument/2006/relationships/notesSlide"/><Relationship Id="rId48" Target="notesSlides/notesSlide16.xml" Type="http://schemas.openxmlformats.org/officeDocument/2006/relationships/notesSlide"/><Relationship Id="rId49" Target="notesSlides/notesSlide17.xml" Type="http://schemas.openxmlformats.org/officeDocument/2006/relationships/notesSlide"/><Relationship Id="rId50" Target="notesSlides/notesSlide18.xml" Type="http://schemas.openxmlformats.org/officeDocument/2006/relationships/notesSlide"/><Relationship Id="rId51" Target="notesSlides/notesSlide19.xml" Type="http://schemas.openxmlformats.org/officeDocument/2006/relationships/notesSlide"/><Relationship Id="rId52" Target="notesSlides/notesSlide20.xml" Type="http://schemas.openxmlformats.org/officeDocument/2006/relationships/notesSlide"/><Relationship Id="rId53" Target="notesSlides/notesSlide21.xml" Type="http://schemas.openxmlformats.org/officeDocument/2006/relationships/notesSlide"/><Relationship Id="rId6" Target="notesMasters/notesMaster1.xml" Type="http://schemas.openxmlformats.org/officeDocument/2006/relationships/notesMaster"/><Relationship Id="rId7" Target="theme/theme2.xml" Type="http://schemas.openxmlformats.org/officeDocument/2006/relationships/theme"/><Relationship Id="rId8" Target="slideMasters/slideMaster2.xml" Type="http://schemas.openxmlformats.org/officeDocument/2006/relationships/slideMaster"/><Relationship Id="rId9" Target="slides/slide1.xml" Type="http://schemas.openxmlformats.org/officeDocument/2006/relationships/slide"/></Relationships>
</file>

<file path=ppt/notesMasters/_rels/notesMaster1.xml.rels><?xml version="1.0" encoding="UTF-8" standalone="yes"?><Relationships xmlns="http://schemas.openxmlformats.org/package/2006/relationships"><Relationship Id="rId1" Target="../theme/theme2.xml" Type="http://schemas.openxmlformats.org/officeDocument/2006/relationships/theme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1.7.2013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.xml" Type="http://schemas.openxmlformats.org/officeDocument/2006/relationships/slide"/></Relationships>
</file>

<file path=ppt/notesSlides/_rels/notesSlide2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3.xml" Type="http://schemas.openxmlformats.org/officeDocument/2006/relationships/slide"/></Relationships>
</file>

<file path=ppt/notesSlides/_rels/notesSlide3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4.xml" Type="http://schemas.openxmlformats.org/officeDocument/2006/relationships/slide"/></Relationships>
</file>

<file path=ppt/notesSlides/_rels/notesSlide4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5.xml" Type="http://schemas.openxmlformats.org/officeDocument/2006/relationships/slide"/></Relationships>
</file>

<file path=ppt/notesSlides/_rels/notesSlide5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6.xml" Type="http://schemas.openxmlformats.org/officeDocument/2006/relationships/slide"/></Relationships>
</file>

<file path=ppt/notesSlides/_rels/notesSlide6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7.xml" Type="http://schemas.openxmlformats.org/officeDocument/2006/relationships/slide"/></Relationships>
</file>

<file path=ppt/notesSlides/_rels/notesSlide7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8.xml" Type="http://schemas.openxmlformats.org/officeDocument/2006/relationships/slide"/></Relationships>
</file>

<file path=ppt/notesSlides/_rels/notesSlide8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9.xml" Type="http://schemas.openxmlformats.org/officeDocument/2006/relationships/slide"/></Relationships>
</file>

<file path=ppt/notesSlides/_rels/notesSlide9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0.xml" Type="http://schemas.openxmlformats.org/officeDocument/2006/relationships/slide"/></Relationships>
</file>

<file path=ppt/notesSlides/_rels/notesSlide10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1.xml" Type="http://schemas.openxmlformats.org/officeDocument/2006/relationships/slide"/></Relationships>
</file>

<file path=ppt/notesSlides/_rels/notesSlide1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2.xml" Type="http://schemas.openxmlformats.org/officeDocument/2006/relationships/slide"/></Relationships>
</file>

<file path=ppt/notesSlides/_rels/notesSlide12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3.xml" Type="http://schemas.openxmlformats.org/officeDocument/2006/relationships/slide"/></Relationships>
</file>

<file path=ppt/notesSlides/_rels/notesSlide13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4.xml" Type="http://schemas.openxmlformats.org/officeDocument/2006/relationships/slide"/></Relationships>
</file>

<file path=ppt/notesSlides/_rels/notesSlide14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5.xml" Type="http://schemas.openxmlformats.org/officeDocument/2006/relationships/slide"/></Relationships>
</file>

<file path=ppt/notesSlides/_rels/notesSlide15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6.xml" Type="http://schemas.openxmlformats.org/officeDocument/2006/relationships/slide"/></Relationships>
</file>

<file path=ppt/notesSlides/_rels/notesSlide16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7.xml" Type="http://schemas.openxmlformats.org/officeDocument/2006/relationships/slide"/></Relationships>
</file>

<file path=ppt/notesSlides/_rels/notesSlide17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8.xml" Type="http://schemas.openxmlformats.org/officeDocument/2006/relationships/slide"/></Relationships>
</file>

<file path=ppt/notesSlides/_rels/notesSlide18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9.xml" Type="http://schemas.openxmlformats.org/officeDocument/2006/relationships/slide"/></Relationships>
</file>

<file path=ppt/notesSlides/_rels/notesSlide19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0.xml" Type="http://schemas.openxmlformats.org/officeDocument/2006/relationships/slide"/></Relationships>
</file>

<file path=ppt/notesSlides/_rels/notesSlide20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1.xml" Type="http://schemas.openxmlformats.org/officeDocument/2006/relationships/slide"/></Relationships>
</file>

<file path=ppt/notesSlides/_rels/notesSlide2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2.xml" Type="http://schemas.openxmlformats.org/officeDocument/2006/relationships/slide"/></Relationships>
</file>

<file path=ppt/notesSlides/notesSlide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各位同学好，今天我们进入第三十八讲，主题是自动调优。前面课程已经覆盖了算子实现、Flash Attention 等具体算子与优化手段；本讲讨论如何系统化地、自动地为不同硬件与算子寻找高性能实现，即内核自动调优。内容涵盖背景与挑战、TVM 与 AutoTVM、模板搜索、多种搜索算法以及基于 FlagPerf 的实验指导，与 AI 编译器、算子开发形成闭环。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本页给出自动调优的概览：自动调优算法及其底层实现，从模板搜索到 AI 驱动的算子调优。同一算子在不同硬件或不同规模下，最优的块大小、并行度、循环顺序等往往不同；手写或手调成本高且难以迁移。自动调优通过定义搜索空间、采样配置、测量性能并迭代，在可接受时间内逼近最优或较优实现。图中会配合“全硬件平台内核自动优化”等示意图，建立整体印象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本页为目录页，列出本讲结构：背景与挑战；核心框架与工作流程，包括 TVM、AutoTVM 和模板搜索分析；经典启发式搜索算法，如模拟退火与遗传算法；基于机器学习的优化，如贝叶斯优化与强化学习；实验指导，即基于 FlagPerf 的内核性能评估。授课时快速过一遍，便于学生把握节奏。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t" wrap="square">
            <a:noAutofit/>
          </a:bodyPr>
          <a:lstStyle>
            <a:lvl1pPr algn="l">
              <a:lnSpc>
                <a:spcPct val="100000"/>
              </a:lnSpc>
              <a:defRPr sz="1200" b="true" i="false" u="none" strike="noStrike">
                <a:solidFill>
                  <a:srgbClr val="000000">
                    <a:alpha val="100000"/>
                  </a:srgbClr>
                </a:solidFill>
              </a:defRPr>
            </a:lvl1pPr>
          </a:lstStyle>
          <a:p>
            <a:pPr algn="l" indent="0">
              <a:lnSpc>
                <a:spcPct val="100000"/>
              </a:lnSpc>
            </a:pPr>
            <a:r>
              <a:rPr lang="en-US" b="true" i="false" strike="noStrike" u="none" sz="1200">
                <a:solidFill>
                  <a:srgbClr val="000000"/>
                </a:solidFill>
              </a:rPr>
              <a:t>本页阐述自动调优的必要性。硬件与算子组合爆炸：不同 GPU、NPU、CPU 的存储层次、指令集、并行粒度各异，同一数学运算的最优实现差异很大；手写每种组合不现实。新硬件与新算子不断出现，人工为每个目标写优化代码成本高、周期长。自动调优把“如何写最优代码”转化为“在搜索空间中找最优配置”，通过测量驱动搜索，实现跨平台、可迁移的性能优化。图中会配合痛点与收益说明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t" wrap="square">
            <a:noAutofit/>
          </a:bodyPr>
          <a:lstStyle>
            <a:lvl1pPr algn="l">
              <a:lnSpc>
                <a:spcPct val="100000"/>
              </a:lnSpc>
              <a:defRPr sz="1200" b="false" i="false" u="none" strike="noStrike">
                <a:solidFill>
                  <a:srgbClr val="000000">
                    <a:alpha val="100000"/>
                  </a:srgbClr>
                </a:solidFill>
                <a:latin typeface="Google Sans Text"/>
              </a:defRPr>
            </a:lvl1pPr>
          </a:lstStyle>
          <a:p>
            <a:pPr algn="l" indent="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000000"/>
                </a:solidFill>
                <a:latin typeface="Google Sans Text"/>
                <a:ea typeface="Google Sans Text"/>
                <a:cs typeface="Google Sans Text"/>
                <a:sym typeface="Google Sans Text"/>
              </a:rPr>
              <a:t>本页界定内核自动调优的含义。内核指在目标硬件上执行单次或少量运算的代码单元，例如矩阵乘、卷积或注意力的一颗 kernel。自动调优指在给定的搜索空间内，通过某种搜索策略不断采样配置、编译并运行、收集性能指标，最终选出当前空间下的最优或近似最优配置。搜索空间通常由调度模板或 IR 中的可调参数定义，如 tile 大小、向量化因子、循环顺序等。理解这一定义后，后续 TVM、AutoTVM 与各种搜索算法才有统一对象。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t" wrap="square">
            <a:noAutofit/>
          </a:bodyPr>
          <a:lstStyle>
            <a:lvl1pPr algn="l">
              <a:lnSpc>
                <a:spcPct val="100000"/>
              </a:lnSpc>
              <a:defRPr sz="1200" b="false" i="false" u="none" strike="noStrike">
                <a:solidFill>
                  <a:srgbClr val="000000">
                    <a:alpha val="100000"/>
                  </a:srgbClr>
                </a:solidFill>
              </a:defRPr>
            </a:lvl1pPr>
          </a:lstStyle>
          <a:p>
            <a:pPr algn="l" indent="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000000"/>
                </a:solidFill>
              </a:rPr>
              <a:t>本页梳理主流调优框架的演变历程。从早期的 Halide、OpenTuner 到 TVM 与 AutoTVM，再到 Ansor、TensorIR 等，趋势是搜索空间从手写模板到更大、更灵活的自动生成空间，搜索策略从随机与遗传到贝叶斯、强化学习等。图中会给出时间线或框架对比。授课时强调：本讲以 TVM/AutoTVM 为主线，但思路适用于理解其它现代自动调优系统。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t" wrap="square">
            <a:noAutofit/>
          </a:bodyPr>
          <a:lstStyle>
            <a:lvl1pPr algn="l">
              <a:lnSpc>
                <a:spcPct val="100000"/>
              </a:lnSpc>
              <a:defRPr sz="1200" b="false" i="false" u="none" strike="noStrike">
                <a:solidFill>
                  <a:srgbClr val="000000">
                    <a:alpha val="100000"/>
                  </a:srgbClr>
                </a:solidFill>
              </a:defRPr>
            </a:lvl1pPr>
          </a:lstStyle>
          <a:p>
            <a:pPr algn="l" indent="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000000"/>
                </a:solidFill>
              </a:rPr>
              <a:t>本页聚焦 TVM 与 AutoTVM。TVM 提供计算图与张量表达、调度原语以及多后端代码生成；AutoTVM 在 TVM 之上增加自动调优：用户或模板定义调度空间，调优器在空间内采样、编译、运行并记录性能，通过搜索算法寻找最优配置。图中会展示 TVM 栈与 AutoTVM 的组成关系。这是本讲核心框架，后续“完整工作流程”与“模板搜索”都建立在此之上。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t" wrap="square">
            <a:noAutofit/>
          </a:bodyPr>
          <a:lstStyle>
            <a:lvl1pPr algn="l">
              <a:lnSpc>
                <a:spcPct val="100000"/>
              </a:lnSpc>
              <a:defRPr sz="1200" b="false" i="false" u="none" strike="noStrike">
                <a:solidFill>
                  <a:srgbClr val="000000">
                    <a:alpha val="100000"/>
                  </a:srgbClr>
                </a:solidFill>
                <a:latin typeface="等线"/>
              </a:defRPr>
            </a:lvl1pPr>
          </a:lstStyle>
          <a:p>
            <a:pPr algn="l" indent="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000000"/>
                </a:solidFill>
                <a:latin typeface="等线"/>
                <a:ea typeface="等线"/>
                <a:cs typeface="等线"/>
                <a:sym typeface="等线"/>
              </a:rPr>
              <a:t>本页展开 AutoTVM 的完整工作流程。一般包括：用 TVM 的调度原语为算子编写模板、定义可调参数与搜索空间；调优任务对空间采样，每次采样生成具体配置、编译到目标设备、运行并测量；将测量结果交给搜索算法，更新模型或策略并决定下一批采样；重复直到达到预算或收敛。图中会给出从“模板 + 空间”到“编译—运行—反馈”的流程图。理解该流程后，后续“模板搜索的局限性”与“高级搜索算法”的动机更清晰。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t" wrap="square">
            <a:noAutofit/>
          </a:bodyPr>
          <a:lstStyle>
            <a:lvl1pPr algn="l">
              <a:lnSpc>
                <a:spcPct val="100000"/>
              </a:lnSpc>
              <a:defRPr sz="1200" b="true" i="false" u="none" strike="noStrike">
                <a:solidFill>
                  <a:srgbClr val="000000">
                    <a:alpha val="100000"/>
                  </a:srgbClr>
                </a:solidFill>
              </a:defRPr>
            </a:lvl1pPr>
          </a:lstStyle>
          <a:p>
            <a:pPr algn="l" indent="-152400" marL="152400">
              <a:lnSpc>
                <a:spcPct val="100000"/>
              </a:lnSpc>
              <a:buClr>
                <a:srgbClr val="000000"/>
              </a:buClr>
              <a:buChar char="•"/>
            </a:pPr>
            <a:r>
              <a:rPr lang="en-US" b="true" i="false" strike="noStrike" u="none" sz="1200">
                <a:solidFill>
                  <a:srgbClr val="000000"/>
                </a:solidFill>
              </a:rPr>
              <a:t>本页介绍基于模板的搜索。模板由专家编写，规定算子的代码结构与可调 knobs，例如分块大小、unroll 因子；搜索空间即这些 knobs 的笛卡尔积或子集。搜索算法在空间内采样并评估，无需从零生成代码，因此实现简单、可控，且生成代码有基本正确性保证。图中会示意“模板 + 参数 → 具体实现”的对应关系。这是 AutoTVM 的典型用法，也为下一页“局限性”做铺垫。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t" wrap="square">
            <a:noAutofit/>
          </a:bodyPr>
          <a:lstStyle>
            <a:lvl1pPr algn="l">
              <a:lnSpc>
                <a:spcPct val="100000"/>
              </a:lnSpc>
              <a:defRPr sz="1200" b="false" i="false" u="none" strike="noStrike">
                <a:solidFill>
                  <a:srgbClr val="000000">
                    <a:alpha val="100000"/>
                  </a:srgbClr>
                </a:solidFill>
              </a:defRPr>
            </a:lvl1pPr>
          </a:lstStyle>
          <a:p>
            <a:pPr algn="l" indent="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000000"/>
                </a:solidFill>
              </a:rPr>
              <a:t>本页分析模板搜索的局限。优势是搜索空间相对较小、收敛较快，且生成代码质量有下限保证。局限性在于：开发成本高，每种新算子或新硬件往往需要专家重写模板；非全局最优，若最优实现不在模板所定义的结构内，搜索永远找不到。这推动了对“无模板”或“更大空间”的探索，以及更高效的搜索算法。图中会并列优劣势。授课时可点明：后续遗传、贝叶斯、强化学习等都是为了在更大空间或更少人工下仍能高效搜索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t" wrap="square">
            <a:noAutofit/>
          </a:bodyPr>
          <a:lstStyle>
            <a:lvl1pPr algn="l">
              <a:lnSpc>
                <a:spcPct val="100000"/>
              </a:lnSpc>
              <a:defRPr sz="1200" b="false" i="false" u="none" strike="noStrike"/>
            </a:lvl1pPr>
          </a:lstStyle>
          <a:p>
            <a:pPr algn="l" indent="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000000"/>
                </a:solidFill>
              </a:rPr>
              <a:t>本页对后续几种高级探索算法做概览性介绍，可能包括模拟退火、遗传算法、贝叶斯优化、强化学习在调优中的角色对比，或搜索空间与样本效率的权衡。串场词可简要说明：在离散、高维、评估昂贵的调优场景下，单纯随机或网格搜索不够用，需要更智能的探索与利用策略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t" wrap="square">
            <a:noAutofit/>
          </a:bodyPr>
          <a:lstStyle>
            <a:lvl1pPr algn="l">
              <a:lnSpc>
                <a:spcPct val="100000"/>
              </a:lnSpc>
              <a:defRPr sz="1200" b="true" i="false" u="none" strike="noStrike">
                <a:solidFill>
                  <a:srgbClr val="000000">
                    <a:alpha val="100000"/>
                  </a:srgbClr>
                </a:solidFill>
                <a:latin typeface="等线"/>
              </a:defRPr>
            </a:lvl1pPr>
          </a:lstStyle>
          <a:p>
            <a:pPr algn="l" indent="0">
              <a:lnSpc>
                <a:spcPct val="100000"/>
              </a:lnSpc>
            </a:pPr>
            <a:r>
              <a:rPr lang="en-US" b="true" i="false" strike="noStrike" u="none" sz="1200">
                <a:solidFill>
                  <a:srgbClr val="000000"/>
                </a:solidFill>
                <a:latin typeface="等线"/>
                <a:ea typeface="等线"/>
                <a:cs typeface="等线"/>
                <a:sym typeface="等线"/>
              </a:rPr>
              <a:t>本页介绍模拟退火在自动调优中的应用。模拟退火通过温度参数控制接受劣解的概率，在早期多探索、后期多利用，适合非凸、多峰的调度空间。在 TVM 等框架中可用于单点迭代：当前配置邻域采样、按接受准则更新当前点。图中会给出退火曲线或与调优循环的对应。授课时强调其“单点游走、温度衰减”的特点，与下一页遗传算法的“种群、多点并行”形成对比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3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t" wrap="square">
            <a:noAutofit/>
          </a:bodyPr>
          <a:lstStyle>
            <a:lvl1pPr algn="l">
              <a:lnSpc>
                <a:spcPct val="100000"/>
              </a:lnSpc>
              <a:defRPr sz="1200" b="true" i="false" u="none" strike="noStrike">
                <a:solidFill>
                  <a:srgbClr val="000000">
                    <a:alpha val="100000"/>
                  </a:srgbClr>
                </a:solidFill>
              </a:defRPr>
            </a:lvl1pPr>
          </a:lstStyle>
          <a:p>
            <a:pPr algn="l" indent="0">
              <a:lnSpc>
                <a:spcPct val="100000"/>
              </a:lnSpc>
            </a:pPr>
            <a:r>
              <a:rPr lang="en-US" b="true" i="false" strike="noStrike" u="none" sz="1200">
                <a:solidFill>
                  <a:srgbClr val="000000"/>
                </a:solidFill>
              </a:rPr>
              <a:t>本页介绍遗传算法作为高级探索算法之一。遗传算法维护一个配置的种群，通过选择、交叉、变异产生新一代，在多代迭代中逼近优解。在调度空间中，每个个体可对应一组调度参数，适应度为实际测得的性能。图中会给出 GA 的流程或与 TVM 的集成方式。授课时点明：GA 不依赖梯度、适合离散与不规则空间，与 GPU 上块大小必须为 32 的倍数等约束兼容良好。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4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本页细化遗传算法在调优空间搜索中的优势。多点并行搜索：与模拟退火单点游走不同，GA 同时探索多个区域，不易陷入局部最优。适用于离散与不规则空间：硬件调优参数常不连续，梯度下降难以直接应用，GA 对目标可微性无要求。TVM 的 Ansor 等工作中广泛利用遗传思想做调度空间的进化搜索。图中会配合搜索空间示意图或对比表。与课程“AI 编译器与算子优化”主线衔接。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5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t" wrap="square">
            <a:noAutofit/>
          </a:bodyPr>
          <a:lstStyle>
            <a:lvl1pPr algn="l">
              <a:lnSpc>
                <a:spcPct val="100000"/>
              </a:lnSpc>
              <a:defRPr sz="1200" b="true" i="false" u="none" strike="noStrike">
                <a:solidFill>
                  <a:srgbClr val="000000">
                    <a:alpha val="100000"/>
                  </a:srgbClr>
                </a:solidFill>
              </a:defRPr>
            </a:lvl1pPr>
          </a:lstStyle>
          <a:p>
            <a:pPr algn="l" indent="0">
              <a:lnSpc>
                <a:spcPct val="100000"/>
              </a:lnSpc>
            </a:pPr>
            <a:r>
              <a:rPr lang="en-US" b="true" i="false" strike="noStrike" u="none" sz="1200">
                <a:solidFill>
                  <a:srgbClr val="000000"/>
                </a:solidFill>
              </a:rPr>
              <a:t>本页介绍贝叶斯优化在自动调优中的应用。贝叶斯优化用高斯过程等代理模型拟合“配置 → 性能”的未知函数，结合采集函数在探索与利用之间平衡，用较少评估次数逼近全局最优。在 AutoTVM 中常用作调优器后端：每次新测量更新代理模型，再根据采集函数选择下一组待测配置。图中会给出贝叶斯优化循环或与 TVM 的接口。授课时强调其“样本效率高、适合昂贵评估”的特点。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6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t" wrap="square">
            <a:noAutofit/>
          </a:bodyPr>
          <a:lstStyle>
            <a:lvl1pPr algn="l">
              <a:lnSpc>
                <a:spcPct val="100000"/>
              </a:lnSpc>
              <a:defRPr sz="1200" b="false" i="false" u="none" strike="noStrike">
                <a:solidFill>
                  <a:srgbClr val="000000">
                    <a:alpha val="100000"/>
                  </a:srgbClr>
                </a:solidFill>
              </a:defRPr>
            </a:lvl1pPr>
          </a:lstStyle>
          <a:p>
            <a:pPr algn="l" indent="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000000"/>
                </a:solidFill>
              </a:rPr>
              <a:t>本页介绍强化学习在自动调优中的应用。将调优过程建模为序贯决策：状态为当前已测配置与性能、或当前代码特征，动作为下一步要采样的配置或调度变换，奖励为最终性能或改进量。通过策略网络或 Q 学习等方式学习“在何种状态下选何种配置”。图中会给出 RL 与调优循环的对应关系。授课时点明：RL 可处理大空间与长期依赖，但样本需求与稳定性是实际部署的挑战。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7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t" wrap="square">
            <a:noAutofit/>
          </a:bodyPr>
          <a:lstStyle>
            <a:lvl1pPr algn="l">
              <a:lnSpc>
                <a:spcPct val="100000"/>
              </a:lnSpc>
              <a:defRPr sz="1200" b="false" i="false" u="none" strike="noStrike"/>
            </a:lvl1pPr>
          </a:lstStyle>
          <a:p>
            <a:pPr algn="l" indent="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000000"/>
                </a:solidFill>
              </a:rPr>
              <a:t>本页对上述搜索算法做对比总结，可能从搜索方式、样本效率、适用空间类型、实现复杂度等维度列表比较模拟退火、遗传算法、贝叶斯优化、强化学习。授课时可归纳：没有普适最优算法，需根据空间大小、评估成本、是否可并行评估等因素选择；工业界常采用混合策略或自动选择调优器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8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t" wrap="square">
            <a:noAutofit/>
          </a:bodyPr>
          <a:lstStyle>
            <a:lvl1pPr algn="l">
              <a:lnSpc>
                <a:spcPct val="100000"/>
              </a:lnSpc>
              <a:defRPr sz="1200" b="true" i="false" u="none" strike="noStrike">
                <a:solidFill>
                  <a:srgbClr val="000000">
                    <a:alpha val="100000"/>
                  </a:srgbClr>
                </a:solidFill>
                <a:latin typeface="Google Sans"/>
              </a:defRPr>
            </a:lvl1pPr>
          </a:lstStyle>
          <a:p>
            <a:pPr algn="l" indent="0">
              <a:lnSpc>
                <a:spcPct val="100000"/>
              </a:lnSpc>
            </a:pPr>
            <a:r>
              <a:rPr lang="en-US" b="true" i="false" strike="noStrike" u="none" sz="1200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本页介绍自动调优在实际系统中的应用场景，例如为某款新 GPU 批量调优常用算子、在部署前对关键 kernel 做一次离线调优并固化配置、或与分布式训练框架结合做通信与计算重叠的联合调优。图中可能给出案例或性能提升数据。与课程“具备在多 GPU/多机环境下部署与优化能力”的目标呼应。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9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本页介绍 FlagPerf 及其在内核性能评估与自动调优实验中的作用。FlagPerf 提供统一的性能评测与对比框架，可用于评估不同调优结果、不同硬件上的算子性能，或作为自动调优循环中的评估后端。图中会展示 FlagPerf 的定位或与 TVM/自动调优的集成方式。授课时说明实验环节将基于 FlagPerf 进行内核性能评估与调优实践。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0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本页总结自动调优。自动调优解决了跨硬件平台迁移算子性能的痛点；从基于模板到无模板，人工干预正在减少；多种 AI 搜索算法的结合提高了高维空间中的优化效率。未来趋势包括：编译器逻辑层引入大模型，直接理解硬件语义并生成或指导调优；多芯片与集群感知调优，与 FlagScale 等平台结合，实现跨多卡与通信架构的联合调优。图中会归纳要点与展望。串场收束全讲，并可与后续分布式、编译器课程衔接。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t" wrap="square">
            <a:noAutofit/>
          </a:bodyPr>
          <a:lstStyle>
            <a:lvl1pPr algn="l">
              <a:lnSpc>
                <a:spcPct val="100000"/>
              </a:lnSpc>
              <a:defRPr sz="1200" b="false" i="false" u="none" strike="noStrike">
                <a:solidFill>
                  <a:srgbClr val="000000">
                    <a:alpha val="100000"/>
                  </a:srgbClr>
                </a:solidFill>
              </a:defRPr>
            </a:lvl1pPr>
          </a:lstStyle>
          <a:p>
            <a:pPr algn="l" indent="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000000"/>
                </a:solidFill>
                <a:latin typeface="等线"/>
                <a:ea typeface="等线"/>
                <a:cs typeface="等线"/>
                <a:sym typeface="等线"/>
              </a:rPr>
              <a:t>统一、开源 AI 系统软件栈 FlagOS 简介</a:t>
            </a:r>
          </a:p>
          <a:p>
            <a:pPr algn="l" indent="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000000"/>
                </a:solidFill>
                <a:latin typeface="等线"/>
                <a:ea typeface="等线"/>
                <a:cs typeface="等线"/>
                <a:sym typeface="等线"/>
              </a:rPr>
              <a:t>面向多芯片的统一、开源 AI 系统软件栈 FlagOS </a:t>
            </a:r>
            <a:r>
              <a:rPr lang="en-US" b="false" i="false" strike="noStrike" u="none" sz="1200">
                <a:solidFill>
                  <a:srgbClr val="000000"/>
                </a:solidFill>
              </a:rPr>
              <a:t>，是由芯片企业、系统厂商、算法和软件相关单位、非营利性组织、科研机构等十多家国内外机构共同发起并创立的，围绕多种</a:t>
            </a:r>
            <a:r>
              <a:rPr lang="en-US" b="false" i="false" strike="noStrike" u="none" sz="1200">
                <a:solidFill>
                  <a:srgbClr val="000000"/>
                </a:solidFill>
                <a:latin typeface="等线"/>
                <a:ea typeface="等线"/>
                <a:cs typeface="等线"/>
                <a:sym typeface="等线"/>
              </a:rPr>
              <a:t> AI 芯片使用的核心痛点问题，打造的包括通用算子库 FlagGems</a:t>
            </a:r>
            <a:r>
              <a:rPr lang="en-US" b="false" i="false" strike="noStrike" u="none" sz="1200">
                <a:solidFill>
                  <a:srgbClr val="000000"/>
                </a:solidFill>
              </a:rPr>
              <a:t>、统一编译器</a:t>
            </a:r>
            <a:r>
              <a:rPr lang="en-US" b="false" i="false" strike="noStrike" u="none" sz="1200">
                <a:solidFill>
                  <a:srgbClr val="000000"/>
                </a:solidFill>
                <a:latin typeface="等线"/>
                <a:ea typeface="等线"/>
                <a:cs typeface="等线"/>
                <a:sym typeface="等线"/>
              </a:rPr>
              <a:t> FlagTree</a:t>
            </a:r>
            <a:r>
              <a:rPr lang="en-US" b="false" i="false" strike="noStrike" u="none" sz="1200">
                <a:solidFill>
                  <a:srgbClr val="000000"/>
                </a:solidFill>
              </a:rPr>
              <a:t>、并行训推一体框架</a:t>
            </a:r>
            <a:r>
              <a:rPr lang="en-US" b="false" i="false" strike="noStrike" u="none" sz="1200">
                <a:solidFill>
                  <a:srgbClr val="000000"/>
                </a:solidFill>
                <a:latin typeface="等线"/>
                <a:ea typeface="等线"/>
                <a:cs typeface="等线"/>
                <a:sym typeface="等线"/>
              </a:rPr>
              <a:t> FlagScale</a:t>
            </a:r>
            <a:r>
              <a:rPr lang="en-US" b="false" i="false" strike="noStrike" u="none" sz="1200">
                <a:solidFill>
                  <a:srgbClr val="000000"/>
                </a:solidFill>
              </a:rPr>
              <a:t>、统一通信库</a:t>
            </a:r>
            <a:r>
              <a:rPr lang="en-US" b="false" i="false" strike="noStrike" u="none" sz="1200">
                <a:solidFill>
                  <a:srgbClr val="000000"/>
                </a:solidFill>
                <a:latin typeface="等线"/>
                <a:ea typeface="等线"/>
                <a:cs typeface="等线"/>
                <a:sym typeface="等线"/>
              </a:rPr>
              <a:t> FlagCX</a:t>
            </a:r>
            <a:r>
              <a:rPr lang="en-US" b="false" i="false" strike="noStrike" u="none" sz="1200">
                <a:solidFill>
                  <a:srgbClr val="000000"/>
                </a:solidFill>
              </a:rPr>
              <a:t>、自动迁移发版平台</a:t>
            </a:r>
            <a:r>
              <a:rPr lang="en-US" b="false" i="false" strike="noStrike" u="none" sz="1200">
                <a:solidFill>
                  <a:srgbClr val="000000"/>
                </a:solidFill>
                <a:latin typeface="等线"/>
                <a:ea typeface="等线"/>
                <a:cs typeface="等线"/>
                <a:sym typeface="等线"/>
              </a:rPr>
              <a:t> FlagRelease和多芯片评测工具 FlagPerf 的系统软件生态。FlagOS 让我们看到了打破不同芯片软件栈之间生态隔离的可能性，将有效降低开发者的迁移成本。</a:t>
            </a:r>
          </a:p>
          <a:p>
            <a:pPr algn="l" indent="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000000"/>
                </a:solidFill>
                <a:latin typeface="等线"/>
                <a:ea typeface="等线"/>
                <a:cs typeface="等线"/>
                <a:sym typeface="等线"/>
              </a:rPr>
              <a:t>官网：</a:t>
            </a:r>
          </a:p>
          <a:p>
            <a:pPr algn="l" indent="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000000"/>
                </a:solidFill>
                <a:latin typeface="等线"/>
                <a:ea typeface="等线"/>
                <a:cs typeface="等线"/>
                <a:sym typeface="等线"/>
              </a:rPr>
              <a:t>https://flagos.io</a:t>
            </a:r>
          </a:p>
          <a:p>
            <a:pPr algn="l" indent="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000000"/>
                </a:solidFill>
                <a:latin typeface="等线"/>
                <a:ea typeface="等线"/>
                <a:cs typeface="等线"/>
                <a:sym typeface="等线"/>
              </a:rPr>
              <a:t/>
            </a:r>
          </a:p>
          <a:p>
            <a:pPr algn="l" indent="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000000"/>
                </a:solidFill>
                <a:latin typeface="等线"/>
                <a:ea typeface="等线"/>
                <a:cs typeface="等线"/>
                <a:sym typeface="等线"/>
              </a:rPr>
              <a:t>交互式问答入口：</a:t>
            </a:r>
          </a:p>
          <a:p>
            <a:pPr algn="l" indent="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000000"/>
                </a:solidFill>
                <a:latin typeface="等线"/>
                <a:ea typeface="等线"/>
                <a:cs typeface="等线"/>
                <a:sym typeface="等线"/>
              </a:rPr>
              <a:t>https://wiki.flagos.io</a:t>
            </a:r>
          </a:p>
          <a:p>
            <a:pPr algn="l" indent="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000000"/>
                </a:solidFill>
                <a:latin typeface="等线"/>
                <a:ea typeface="等线"/>
                <a:cs typeface="等线"/>
                <a:sym typeface="等线"/>
              </a:rPr>
              <a:t/>
            </a:r>
          </a:p>
          <a:p>
            <a:pPr algn="l" indent="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000000"/>
                </a:solidFill>
                <a:latin typeface="等线"/>
                <a:ea typeface="等线"/>
                <a:cs typeface="等线"/>
                <a:sym typeface="等线"/>
              </a:rPr>
              <a:t>官方文档：</a:t>
            </a:r>
          </a:p>
          <a:p>
            <a:pPr algn="l" indent="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000000"/>
                </a:solidFill>
                <a:latin typeface="等线"/>
                <a:ea typeface="等线"/>
                <a:cs typeface="等线"/>
                <a:sym typeface="等线"/>
              </a:rPr>
              <a:t>https://docs.flagos.io</a:t>
            </a:r>
          </a:p>
          <a:p>
            <a:pPr algn="l" indent="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000000"/>
                </a:solidFill>
                <a:latin typeface="等线"/>
                <a:ea typeface="等线"/>
                <a:cs typeface="等线"/>
                <a:sym typeface="等线"/>
              </a:rPr>
              <a:t/>
            </a:r>
          </a:p>
          <a:p>
            <a:pPr algn="l" indent="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000000"/>
                </a:solidFill>
                <a:latin typeface="等线"/>
                <a:ea typeface="等线"/>
                <a:cs typeface="等线"/>
                <a:sym typeface="等线"/>
              </a:rPr>
              <a:t>最新1.6版本介绍：</a:t>
            </a:r>
          </a:p>
          <a:p>
            <a:pPr algn="l" indent="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000000"/>
                </a:solidFill>
                <a:latin typeface="等线"/>
                <a:ea typeface="等线"/>
                <a:cs typeface="等线"/>
                <a:sym typeface="等线"/>
              </a:rPr>
              <a:t>https://mp.weixin.qq.com/s/eBgg6_5FJV-RuYk5fBQvOg</a:t>
            </a:r>
          </a:p>
          <a:p>
            <a:pPr algn="l" indent="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000000"/>
                </a:solidFill>
                <a:latin typeface="等线"/>
                <a:ea typeface="等线"/>
                <a:cs typeface="等线"/>
                <a:sym typeface="等线"/>
              </a:rPr>
              <a:t/>
            </a:r>
          </a:p>
          <a:p>
            <a:pPr algn="l" indent="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000000"/>
                </a:solidFill>
              </a:rPr>
              <a:t>💕</a:t>
            </a:r>
            <a:r>
              <a:rPr lang="en-US" b="false" i="false" strike="noStrike" u="none" sz="1200">
                <a:solidFill>
                  <a:srgbClr val="000000"/>
                </a:solidFill>
                <a:latin typeface="等线"/>
                <a:ea typeface="等线"/>
                <a:cs typeface="等线"/>
                <a:sym typeface="等线"/>
              </a:rPr>
              <a:t> 真诚开源，欢迎Star-Watch-Fork</a:t>
            </a:r>
          </a:p>
          <a:p>
            <a:pPr algn="l" indent="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000000"/>
                </a:solidFill>
                <a:latin typeface="等线"/>
                <a:ea typeface="等线"/>
                <a:cs typeface="等线"/>
                <a:sym typeface="等线"/>
              </a:rPr>
              <a:t>1</a:t>
            </a:r>
            <a:r>
              <a:rPr lang="en-US" b="false" i="false" strike="noStrike" u="none" sz="1200">
                <a:solidFill>
                  <a:srgbClr val="000000"/>
                </a:solidFill>
              </a:rPr>
              <a:t>、高性能通用</a:t>
            </a:r>
            <a:r>
              <a:rPr lang="en-US" b="false" i="false" strike="noStrike" u="none" sz="1200">
                <a:solidFill>
                  <a:srgbClr val="000000"/>
                </a:solidFill>
                <a:latin typeface="等线"/>
                <a:ea typeface="等线"/>
                <a:cs typeface="等线"/>
                <a:sym typeface="等线"/>
              </a:rPr>
              <a:t>AI 算子库 FlagGems</a:t>
            </a:r>
            <a:r>
              <a:rPr lang="en-US" b="false" i="false" strike="noStrike" u="none" sz="1200">
                <a:solidFill>
                  <a:srgbClr val="000000"/>
                </a:solidFill>
              </a:rPr>
              <a:t>：</a:t>
            </a:r>
            <a:r>
              <a:rPr lang="en-US" b="false" i="false" strike="noStrike" u="none" sz="1200">
                <a:solidFill>
                  <a:srgbClr val="000000"/>
                </a:solidFill>
                <a:latin typeface="等线"/>
                <a:ea typeface="等线"/>
                <a:cs typeface="等线"/>
                <a:sym typeface="等线"/>
              </a:rPr>
              <a:t>https://github.com/flagos-ai/FlagGems</a:t>
            </a:r>
          </a:p>
          <a:p>
            <a:pPr algn="l" indent="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000000"/>
                </a:solidFill>
                <a:latin typeface="等线"/>
                <a:ea typeface="等线"/>
                <a:cs typeface="等线"/>
                <a:sym typeface="等线"/>
              </a:rPr>
              <a:t>2</a:t>
            </a:r>
            <a:r>
              <a:rPr lang="en-US" b="false" i="false" strike="noStrike" u="none" sz="1200">
                <a:solidFill>
                  <a:srgbClr val="000000"/>
                </a:solidFill>
              </a:rPr>
              <a:t>、统一</a:t>
            </a:r>
            <a:r>
              <a:rPr lang="en-US" b="false" i="false" strike="noStrike" u="none" sz="1200">
                <a:solidFill>
                  <a:srgbClr val="000000"/>
                </a:solidFill>
                <a:latin typeface="等线"/>
                <a:ea typeface="等线"/>
                <a:cs typeface="等线"/>
                <a:sym typeface="等线"/>
              </a:rPr>
              <a:t> AI 编译器 FlagTree: https://github.com/flagos-ai/flagtree</a:t>
            </a:r>
          </a:p>
          <a:p>
            <a:pPr algn="l" indent="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000000"/>
                </a:solidFill>
                <a:latin typeface="等线"/>
                <a:ea typeface="等线"/>
                <a:cs typeface="等线"/>
                <a:sym typeface="等线"/>
              </a:rPr>
              <a:t>3</a:t>
            </a:r>
            <a:r>
              <a:rPr lang="en-US" b="false" i="false" strike="noStrike" u="none" sz="1200">
                <a:solidFill>
                  <a:srgbClr val="000000"/>
                </a:solidFill>
              </a:rPr>
              <a:t>、并行训推一体框架</a:t>
            </a:r>
            <a:r>
              <a:rPr lang="en-US" b="false" i="false" strike="noStrike" u="none" sz="1200">
                <a:solidFill>
                  <a:srgbClr val="000000"/>
                </a:solidFill>
                <a:latin typeface="等线"/>
                <a:ea typeface="等线"/>
                <a:cs typeface="等线"/>
                <a:sym typeface="等线"/>
              </a:rPr>
              <a:t> FlagScale</a:t>
            </a:r>
            <a:r>
              <a:rPr lang="en-US" b="false" i="false" strike="noStrike" u="none" sz="1200">
                <a:solidFill>
                  <a:srgbClr val="000000"/>
                </a:solidFill>
              </a:rPr>
              <a:t>：</a:t>
            </a:r>
            <a:r>
              <a:rPr lang="en-US" b="false" i="false" strike="noStrike" u="none" sz="1200">
                <a:solidFill>
                  <a:srgbClr val="000000"/>
                </a:solidFill>
                <a:latin typeface="等线"/>
                <a:ea typeface="等线"/>
                <a:cs typeface="等线"/>
                <a:sym typeface="等线"/>
              </a:rPr>
              <a:t>https://github.com/flagos-ai/FlagScale</a:t>
            </a:r>
          </a:p>
          <a:p>
            <a:pPr algn="l" indent="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000000"/>
                </a:solidFill>
                <a:latin typeface="等线"/>
                <a:ea typeface="等线"/>
                <a:cs typeface="等线"/>
                <a:sym typeface="等线"/>
              </a:rPr>
              <a:t>4</a:t>
            </a:r>
            <a:r>
              <a:rPr lang="en-US" b="false" i="false" strike="noStrike" u="none" sz="1200">
                <a:solidFill>
                  <a:srgbClr val="000000"/>
                </a:solidFill>
              </a:rPr>
              <a:t>、统一通信库</a:t>
            </a:r>
            <a:r>
              <a:rPr lang="en-US" b="false" i="false" strike="noStrike" u="none" sz="1200">
                <a:solidFill>
                  <a:srgbClr val="000000"/>
                </a:solidFill>
                <a:latin typeface="等线"/>
                <a:ea typeface="等线"/>
                <a:cs typeface="等线"/>
                <a:sym typeface="等线"/>
              </a:rPr>
              <a:t> FlagCX</a:t>
            </a:r>
            <a:r>
              <a:rPr lang="en-US" b="false" i="false" strike="noStrike" u="none" sz="1200">
                <a:solidFill>
                  <a:srgbClr val="000000"/>
                </a:solidFill>
              </a:rPr>
              <a:t>：</a:t>
            </a:r>
            <a:r>
              <a:rPr lang="en-US" b="false" i="false" strike="noStrike" u="none" sz="1200">
                <a:solidFill>
                  <a:srgbClr val="000000"/>
                </a:solidFill>
                <a:latin typeface="等线"/>
                <a:ea typeface="等线"/>
                <a:cs typeface="等线"/>
                <a:sym typeface="等线"/>
              </a:rPr>
              <a:t>https://github.com/flagos-ai/FlagCX</a:t>
            </a:r>
          </a:p>
          <a:p>
            <a:pPr algn="l" indent="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000000"/>
                </a:solidFill>
                <a:latin typeface="等线"/>
                <a:ea typeface="等线"/>
                <a:cs typeface="等线"/>
                <a:sym typeface="等线"/>
              </a:rPr>
              <a:t>5</a:t>
            </a:r>
            <a:r>
              <a:rPr lang="en-US" b="false" i="false" strike="noStrike" u="none" sz="1200">
                <a:solidFill>
                  <a:srgbClr val="000000"/>
                </a:solidFill>
              </a:rPr>
              <a:t>、大模型评测工具</a:t>
            </a:r>
            <a:r>
              <a:rPr lang="en-US" b="false" i="false" strike="noStrike" u="none" sz="1200">
                <a:solidFill>
                  <a:srgbClr val="000000"/>
                </a:solidFill>
                <a:latin typeface="等线"/>
                <a:ea typeface="等线"/>
                <a:cs typeface="等线"/>
                <a:sym typeface="等线"/>
              </a:rPr>
              <a:t> FlagPerf: https://github.com/flagos-ai/flagperf</a:t>
            </a:r>
          </a:p>
          <a:p>
            <a:pPr algn="l" indent="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000000"/>
                </a:solidFill>
                <a:latin typeface="等线"/>
                <a:ea typeface="等线"/>
                <a:cs typeface="等线"/>
                <a:sym typeface="等线"/>
              </a:rPr>
              <a:t>6</a:t>
            </a:r>
            <a:r>
              <a:rPr lang="en-US" b="false" i="false" strike="noStrike" u="none" sz="1200">
                <a:solidFill>
                  <a:srgbClr val="000000"/>
                </a:solidFill>
              </a:rPr>
              <a:t>、算子自动生成工具</a:t>
            </a:r>
            <a:r>
              <a:rPr lang="en-US" b="false" i="false" strike="noStrike" u="none" sz="1200">
                <a:solidFill>
                  <a:srgbClr val="000000"/>
                </a:solidFill>
                <a:latin typeface="等线"/>
                <a:ea typeface="等线"/>
                <a:cs typeface="等线"/>
                <a:sym typeface="等线"/>
              </a:rPr>
              <a:t>KernelGen</a:t>
            </a:r>
            <a:r>
              <a:rPr lang="en-US" b="false" i="false" strike="noStrike" u="none" sz="1200">
                <a:solidFill>
                  <a:srgbClr val="000000"/>
                </a:solidFill>
              </a:rPr>
              <a:t>：</a:t>
            </a:r>
            <a:r>
              <a:rPr lang="en-US" b="false" i="false" strike="noStrike" u="none" sz="1200">
                <a:solidFill>
                  <a:srgbClr val="000000"/>
                </a:solidFill>
                <a:latin typeface="等线"/>
                <a:ea typeface="等线"/>
                <a:cs typeface="等线"/>
                <a:sym typeface="等线"/>
              </a:rPr>
              <a:t> https://kernelgen.flagos.io</a:t>
            </a:r>
          </a:p>
          <a:p>
            <a:pPr algn="l" indent="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000000"/>
                </a:solidFill>
                <a:latin typeface="等线"/>
                <a:ea typeface="等线"/>
                <a:cs typeface="等线"/>
                <a:sym typeface="等线"/>
              </a:rPr>
              <a:t>7</a:t>
            </a:r>
            <a:r>
              <a:rPr lang="en-US" b="false" i="false" strike="noStrike" u="none" sz="1200">
                <a:solidFill>
                  <a:srgbClr val="000000"/>
                </a:solidFill>
              </a:rPr>
              <a:t>、大模型发版工具</a:t>
            </a:r>
            <a:r>
              <a:rPr lang="en-US" b="false" i="false" strike="noStrike" u="none" sz="1200">
                <a:solidFill>
                  <a:srgbClr val="000000"/>
                </a:solidFill>
                <a:latin typeface="等线"/>
                <a:ea typeface="等线"/>
                <a:cs typeface="等线"/>
                <a:sym typeface="等线"/>
              </a:rPr>
              <a:t>FlagRelease: </a:t>
            </a:r>
          </a:p>
          <a:p>
            <a:pPr algn="l" indent="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000000"/>
                </a:solidFill>
                <a:latin typeface="等线"/>
                <a:ea typeface="等线"/>
                <a:cs typeface="等线"/>
                <a:sym typeface="等线"/>
              </a:rPr>
              <a:t>https://modelscope.cn/organization/FlagRelease</a:t>
            </a:r>
          </a:p>
          <a:p>
            <a:pPr algn="l" indent="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000000"/>
                </a:solidFill>
                <a:latin typeface="等线"/>
                <a:ea typeface="等线"/>
                <a:cs typeface="等线"/>
                <a:sym typeface="等线"/>
              </a:rPr>
              <a:t>https://huggingface.co/FlagRelease/models</a:t>
            </a:r>
          </a:p>
          <a:p>
            <a:pPr algn="l" indent="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000000"/>
                </a:solidFill>
                <a:latin typeface="等线"/>
                <a:ea typeface="等线"/>
                <a:cs typeface="等线"/>
                <a:sym typeface="等线"/>
              </a:rPr>
              <a:t>https://www.wisemodel.cn/models/FlagRelease</a:t>
            </a:r>
          </a:p>
          <a:p>
            <a:pPr algn="l" indent="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000000"/>
                </a:solidFill>
                <a:latin typeface="等线"/>
                <a:ea typeface="等线"/>
                <a:cs typeface="等线"/>
                <a:sym typeface="等线"/>
              </a:rPr>
              <a:t>https://www.gpufree.cn</a:t>
            </a:r>
          </a:p>
          <a:p>
            <a:pPr algn="l" indent="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000000"/>
                </a:solidFill>
                <a:latin typeface="等线"/>
                <a:ea typeface="等线"/>
                <a:cs typeface="等线"/>
                <a:sym typeface="等线"/>
              </a:rPr>
              <a:t>https://www.aihuanxin.cn</a:t>
            </a:r>
          </a:p>
          <a:p>
            <a:pPr algn="l" indent="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000000"/>
                </a:solidFill>
                <a:latin typeface="等线"/>
                <a:ea typeface="等线"/>
                <a:cs typeface="等线"/>
                <a:sym typeface="等线"/>
              </a:rPr>
              <a:t/>
            </a:r>
          </a:p>
          <a:p>
            <a:pPr algn="l" indent="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000000"/>
                </a:solidFill>
                <a:latin typeface="等线"/>
                <a:ea typeface="等线"/>
                <a:cs typeface="等线"/>
                <a:sym typeface="等线"/>
              </a:rPr>
              <a:t>国内镜像站点：</a:t>
            </a:r>
          </a:p>
          <a:p>
            <a:pPr algn="l" indent="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000000"/>
                </a:solidFill>
                <a:latin typeface="等线"/>
                <a:ea typeface="等线"/>
                <a:cs typeface="等线"/>
                <a:sym typeface="等线"/>
              </a:rPr>
              <a:t>https://gitcode.com/flagos-ai </a:t>
            </a:r>
          </a:p>
          <a:p>
            <a:pPr algn="l" indent="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000000"/>
                </a:solidFill>
                <a:latin typeface="等线"/>
                <a:ea typeface="等线"/>
                <a:cs typeface="等线"/>
                <a:sym typeface="等线"/>
              </a:rPr>
              <a:t>https://gitee.com/flagos-ai</a:t>
            </a:r>
          </a:p>
          <a:p>
            <a:pPr algn="l" indent="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000000"/>
                </a:solidFill>
                <a:latin typeface="等线"/>
                <a:ea typeface="等线"/>
                <a:cs typeface="等线"/>
                <a:sym typeface="等线"/>
              </a:rPr>
              <a:t/>
            </a:r>
          </a:p>
          <a:p>
            <a:pPr algn="l" indent="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000000"/>
                </a:solidFill>
                <a:latin typeface="等线"/>
                <a:ea typeface="等线"/>
                <a:cs typeface="等线"/>
                <a:sym typeface="等线"/>
              </a:rPr>
              <a:t>微信公众号：智源FlagOpen</a:t>
            </a:r>
          </a:p>
          <a:p>
            <a:pPr algn="l" indent="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000000"/>
                </a:solidFill>
                <a:latin typeface="等线"/>
                <a:ea typeface="等线"/>
                <a:cs typeface="等线"/>
                <a:sym typeface="等线"/>
              </a:rPr>
              <a:t>视频号：智源FlagOpen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2.xml.rels><?xml version="1.0" encoding="UTF-8" standalone="yes"?><Relationships xmlns="http://schemas.openxmlformats.org/package/2006/relationships"><Relationship Id="rId1" Target="../slideMasters/slideMaster2.xml" Type="http://schemas.openxmlformats.org/officeDocument/2006/relationships/slideMaster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3.png" Type="http://schemas.openxmlformats.org/officeDocument/2006/relationships/image"/></Relationships>
</file>

<file path=ppt/slideLayouts/_rels/slideLayout13.xml.rels><?xml version="1.0" encoding="UTF-8" standalone="yes"?><Relationships xmlns="http://schemas.openxmlformats.org/package/2006/relationships"><Relationship Id="rId1" Target="../slideMasters/slideMaster2.xml" Type="http://schemas.openxmlformats.org/officeDocument/2006/relationships/slideMaster"/></Relationships>
</file>

<file path=ppt/slideLayouts/_rels/slideLayout14.xml.rels><?xml version="1.0" encoding="UTF-8" standalone="yes"?><Relationships xmlns="http://schemas.openxmlformats.org/package/2006/relationships"><Relationship Id="rId1" Target="../slideMasters/slideMaster2.xml" Type="http://schemas.openxmlformats.org/officeDocument/2006/relationships/slideMaster"/></Relationships>
</file>

<file path=ppt/slideLayouts/_rels/slideLayout15.xml.rels><?xml version="1.0" encoding="UTF-8" standalone="yes"?><Relationships xmlns="http://schemas.openxmlformats.org/package/2006/relationships"><Relationship Id="rId1" Target="../slideMasters/slideMaster2.xml" Type="http://schemas.openxmlformats.org/officeDocument/2006/relationships/slideMaster"/></Relationships>
</file>

<file path=ppt/slideLayouts/_rels/slideLayout16.xml.rels><?xml version="1.0" encoding="UTF-8" standalone="yes"?><Relationships xmlns="http://schemas.openxmlformats.org/package/2006/relationships"><Relationship Id="rId1" Target="../slideMasters/slideMaster2.xml" Type="http://schemas.openxmlformats.org/officeDocument/2006/relationships/slideMaster"/></Relationships>
</file>

<file path=ppt/slideLayouts/_rels/slideLayout17.xml.rels><?xml version="1.0" encoding="UTF-8" standalone="yes"?><Relationships xmlns="http://schemas.openxmlformats.org/package/2006/relationships"><Relationship Id="rId1" Target="../slideMasters/slideMaster2.xml" Type="http://schemas.openxmlformats.org/officeDocument/2006/relationships/slideMaster"/><Relationship Id="rId2" Target="../media/image1.png" Type="http://schemas.openxmlformats.org/officeDocument/2006/relationships/image"/></Relationships>
</file>

<file path=ppt/slideLayouts/_rels/slideLayout18.xml.rels><?xml version="1.0" encoding="UTF-8" standalone="yes"?><Relationships xmlns="http://schemas.openxmlformats.org/package/2006/relationships"><Relationship Id="rId1" Target="../slideMasters/slideMaster2.xml" Type="http://schemas.openxmlformats.org/officeDocument/2006/relationships/slideMaster"/><Relationship Id="rId2" Target="../media/image1.png" Type="http://schemas.openxmlformats.org/officeDocument/2006/relationships/image"/></Relationships>
</file>

<file path=ppt/slideLayouts/_rels/slideLayout19.xml.rels><?xml version="1.0" encoding="UTF-8" standalone="yes"?><Relationships xmlns="http://schemas.openxmlformats.org/package/2006/relationships"><Relationship Id="rId1" Target="../slideMasters/slideMaster2.xml" Type="http://schemas.openxmlformats.org/officeDocument/2006/relationships/slideMaster"/><Relationship Id="rId2" Target="../media/image1.png" Type="http://schemas.openxmlformats.org/officeDocument/2006/relationships/image"/></Relationships>
</file>

<file path=ppt/slideLayouts/_rels/slideLayout20.xml.rels><?xml version="1.0" encoding="UTF-8" standalone="yes"?><Relationships xmlns="http://schemas.openxmlformats.org/package/2006/relationships"><Relationship Id="rId1" Target="../slideMasters/slideMaster2.xml" Type="http://schemas.openxmlformats.org/officeDocument/2006/relationships/slideMaster"/></Relationships>
</file>

<file path=ppt/slideLayouts/_rels/slideLayout21.xml.rels><?xml version="1.0" encoding="UTF-8" standalone="yes"?><Relationships xmlns="http://schemas.openxmlformats.org/package/2006/relationships"><Relationship Id="rId1" Target="../slideMasters/slideMaster2.xml" Type="http://schemas.openxmlformats.org/officeDocument/2006/relationships/slideMaster"/><Relationship Id="rId2" Target="../media/image2.png" Type="http://schemas.openxmlformats.org/officeDocument/2006/relationships/image"/><Relationship Id="rId3" Target="../media/image3.png" Type="http://schemas.openxmlformats.org/officeDocument/2006/relationships/image"/></Relationships>
</file>

<file path=ppt/slideLayouts/_rels/slideLayout22.xml.rels><?xml version="1.0" encoding="UTF-8" standalone="yes"?><Relationships xmlns="http://schemas.openxmlformats.org/package/2006/relationships"><Relationship Id="rId1" Target="../slideMasters/slideMaster2.xml" Type="http://schemas.openxmlformats.org/officeDocument/2006/relationships/slideMaster"/><Relationship Id="rId2" Target="../media/image2.png" Type="http://schemas.openxmlformats.org/officeDocument/2006/relationships/image"/><Relationship Id="rId3" Target="../media/image3.png" Type="http://schemas.openxmlformats.org/officeDocument/2006/relationships/image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标题幻灯片" type="title">
  <p:cSld name="TITLE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Shape 30"/>
          <p:cNvSpPr txBox="1"/>
          <p:nvPr>
            <p:ph type="ctrTitle"/>
          </p:nvPr>
        </p:nvSpPr>
        <p:spPr>
          <a:xfrm>
            <a:off x="1143000" y="841772"/>
            <a:ext cx="6858000" cy="17907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3" name="Shape 31"/>
          <p:cNvSpPr txBox="1"/>
          <p:nvPr>
            <p:ph idx="1" type="subTitle"/>
          </p:nvPr>
        </p:nvSpPr>
        <p:spPr>
          <a:xfrm>
            <a:off x="1143000" y="2701528"/>
            <a:ext cx="6858000" cy="124182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lvl="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lvl="1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lvl="3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/>
        </p:txBody>
      </p:sp>
      <p:sp>
        <p:nvSpPr>
          <p:cNvPr id="14" name="Shape 32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5" name="Shape 33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6" name="Shape 34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标题和内容" type="obj">
  <p:cSld name="OBJECT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Shape 54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9" name="Shape 55"/>
          <p:cNvSpPr txBox="1"/>
          <p:nvPr>
            <p:ph idx="1" type="body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20" name="Shape 56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1" name="Shape 57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2" name="Shape 58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节标题" type="secHead">
  <p:cSld name="SECTION_HEADER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Shape 59"/>
          <p:cNvSpPr txBox="1"/>
          <p:nvPr>
            <p:ph type="title"/>
          </p:nvPr>
        </p:nvSpPr>
        <p:spPr>
          <a:xfrm>
            <a:off x="623888" y="1282304"/>
            <a:ext cx="7886700" cy="2139553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5" name="Shape 60"/>
          <p:cNvSpPr txBox="1"/>
          <p:nvPr>
            <p:ph idx="1" type="body"/>
          </p:nvPr>
        </p:nvSpPr>
        <p:spPr>
          <a:xfrm>
            <a:off x="623888" y="3442097"/>
            <a:ext cx="7886700" cy="112514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6" name="Shape 61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7" name="Shape 62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8" name="Shape 63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两栏内容" type="twoObj">
  <p:cSld name="TWO_OBJECTS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Shape 9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1" name="Shape 10"/>
          <p:cNvSpPr txBox="1"/>
          <p:nvPr>
            <p:ph idx="1" type="body"/>
          </p:nvPr>
        </p:nvSpPr>
        <p:spPr>
          <a:xfrm>
            <a:off x="6286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32" name="Shape 11"/>
          <p:cNvSpPr txBox="1"/>
          <p:nvPr>
            <p:ph idx="2" type="body"/>
          </p:nvPr>
        </p:nvSpPr>
        <p:spPr>
          <a:xfrm>
            <a:off x="46291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33" name="Shape 12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4" name="Shape 13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5" name="Shape 14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比较" type="twoTxTwoObj">
  <p:cSld name="TWO_OBJECTS_WITH_TEX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Shape 35"/>
          <p:cNvSpPr txBox="1"/>
          <p:nvPr>
            <p:ph type="title"/>
          </p:nvPr>
        </p:nvSpPr>
        <p:spPr>
          <a:xfrm>
            <a:off x="629841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8" name="Shape 36"/>
          <p:cNvSpPr txBox="1"/>
          <p:nvPr>
            <p:ph idx="1" type="body"/>
          </p:nvPr>
        </p:nvSpPr>
        <p:spPr>
          <a:xfrm>
            <a:off x="629841" y="1260872"/>
            <a:ext cx="3868340" cy="617934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b="1" sz="15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 sz="14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9pPr>
          </a:lstStyle>
          <a:p/>
        </p:txBody>
      </p:sp>
      <p:sp>
        <p:nvSpPr>
          <p:cNvPr id="39" name="Shape 37"/>
          <p:cNvSpPr txBox="1"/>
          <p:nvPr>
            <p:ph idx="2" type="body"/>
          </p:nvPr>
        </p:nvSpPr>
        <p:spPr>
          <a:xfrm>
            <a:off x="629841" y="1878806"/>
            <a:ext cx="3868340" cy="276344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40" name="Shape 38"/>
          <p:cNvSpPr txBox="1"/>
          <p:nvPr>
            <p:ph idx="3" type="body"/>
          </p:nvPr>
        </p:nvSpPr>
        <p:spPr>
          <a:xfrm>
            <a:off x="4629150" y="1260872"/>
            <a:ext cx="3887391" cy="617934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b="1" sz="15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 sz="14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9pPr>
          </a:lstStyle>
          <a:p/>
        </p:txBody>
      </p:sp>
      <p:sp>
        <p:nvSpPr>
          <p:cNvPr id="41" name="Shape 39"/>
          <p:cNvSpPr txBox="1"/>
          <p:nvPr>
            <p:ph idx="4" type="body"/>
          </p:nvPr>
        </p:nvSpPr>
        <p:spPr>
          <a:xfrm>
            <a:off x="4629150" y="1878806"/>
            <a:ext cx="3887391" cy="276344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42" name="Shape 40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3" name="Shape 41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4" name="Shape 42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仅标题" type="titleOnly">
  <p:cSld name="TITLE_ONLY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Shape 20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7" name="Shape 21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8" name="Shape 22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9" name="Shape 23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空白" type="blank">
  <p:cSld name="BLANK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Shape 6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2" name="Shape 7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3" name="Shape 8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内容与标题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Shape 43"/>
          <p:cNvSpPr txBox="1"/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6" name="Shape 44"/>
          <p:cNvSpPr txBox="1"/>
          <p:nvPr>
            <p:ph idx="1" type="body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810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6195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2pPr>
            <a:lvl3pPr indent="-3429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2385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4pPr>
            <a:lvl5pPr indent="-32385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5pPr>
            <a:lvl6pPr indent="-32385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indent="-32385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indent="-32385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indent="-32385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/>
        </p:txBody>
      </p:sp>
      <p:sp>
        <p:nvSpPr>
          <p:cNvPr id="57" name="Shape 45"/>
          <p:cNvSpPr txBox="1"/>
          <p:nvPr>
            <p:ph idx="2" type="body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/>
        </p:txBody>
      </p:sp>
      <p:sp>
        <p:nvSpPr>
          <p:cNvPr id="58" name="Shape 46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9" name="Shape 47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0" name="Shape 48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图片与标题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Shape 24"/>
          <p:cNvSpPr txBox="1"/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3" name="Shape 25"/>
          <p:cNvSpPr/>
          <p:nvPr>
            <p:ph idx="2" type="pic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Shape 26"/>
          <p:cNvSpPr txBox="1"/>
          <p:nvPr>
            <p:ph idx="1" type="body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/>
        </p:txBody>
      </p:sp>
      <p:sp>
        <p:nvSpPr>
          <p:cNvPr id="65" name="Shape 27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6" name="Shape 28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7" name="Shape 29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标题和竖排文字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Shape 49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0" name="Shape 50"/>
          <p:cNvSpPr txBox="1"/>
          <p:nvPr>
            <p:ph idx="1" type="body"/>
          </p:nvPr>
        </p:nvSpPr>
        <p:spPr>
          <a:xfrm rot="5400000">
            <a:off x="2940248" y="-942379"/>
            <a:ext cx="3263504" cy="7886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71" name="Shape 51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2" name="Shape 52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3" name="Shape 53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竖排标题与文本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Shape 15"/>
          <p:cNvSpPr txBox="1"/>
          <p:nvPr>
            <p:ph type="title"/>
          </p:nvPr>
        </p:nvSpPr>
        <p:spPr>
          <a:xfrm rot="5400000">
            <a:off x="5350073" y="1467445"/>
            <a:ext cx="4358879" cy="1971675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6" name="Shape 16"/>
          <p:cNvSpPr txBox="1"/>
          <p:nvPr>
            <p:ph idx="1" type="body"/>
          </p:nvPr>
        </p:nvSpPr>
        <p:spPr>
          <a:xfrm rot="5400000">
            <a:off x="1349573" y="-447080"/>
            <a:ext cx="4358879" cy="5800725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77" name="Shape 17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8" name="Shape 18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9" name="Shape 19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bg>
      <p:bgPr>
        <a:blipFill dpi="0" rotWithShape="true">
          <a:blip r:embed="rId2">
            <a:lum/>
          </a:blip>
          <a:srcRect/>
          <a:stretch>
            <a:fillRect l="0" r="0" t="0" b="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>
            <p:ph idx="5" type="body" sz="quarter" hasCustomPrompt="true"/>
          </p:nvPr>
        </p:nvSpPr>
        <p:spPr>
          <a:xfrm rot="0" flipH="false" flipV="false">
            <a:off x="1260390" y="1895447"/>
            <a:ext cx="10392032" cy="23876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wrap="square" lIns="91440" rIns="91440" tIns="45720" bIns="45720">
            <a:normAutofit lnSpcReduction="0"/>
          </a:bodyPr>
          <a:lstStyle>
            <a:lvl1pPr algn="ctr">
              <a:lnSpc>
                <a:spcPct val="100000"/>
              </a:lnSpc>
              <a:defRPr sz="5100" b="false" i="false" u="none" strike="noStrike" spc="0">
                <a:solidFill>
                  <a:srgbClr val="262626">
                    <a:alpha val="100000"/>
                  </a:srgbClr>
                </a:solidFill>
                <a:latin typeface="微软雅黑"/>
              </a:defRPr>
            </a:lvl1pPr>
          </a:lstStyle>
          <a:p>
            <a:pPr algn="ctr" indent="0">
              <a:lnSpc>
                <a:spcPct val="100000"/>
              </a:lnSpc>
              <a:spcBef>
                <a:spcPts val="1500"/>
              </a:spcBef>
            </a:pPr>
            <a:r>
              <a:rPr lang="en-US" b="false" i="false" strike="noStrike" u="none" sz="5100">
                <a:solidFill>
                  <a:srgbClr val="262626"/>
                </a:solidFill>
                <a:latin typeface="微软雅黑"/>
                <a:ea typeface="微软雅黑"/>
                <a:cs typeface="微软雅黑"/>
                <a:sym typeface="微软雅黑"/>
              </a:rPr>
              <a:t>单击此处编辑母版标题样式</a:t>
            </a:r>
          </a:p>
        </p:txBody>
      </p:sp>
      <p:grpSp>
        <p:nvGrpSpPr>
          <p:cNvPr name="Group 3" id="3"/>
          <p:cNvGrpSpPr/>
          <p:nvPr/>
        </p:nvGrpSpPr>
        <p:grpSpPr>
          <a:xfrm>
            <a:off x="9221415" y="158476"/>
            <a:ext cx="2580450" cy="547850"/>
            <a:chOff x="9221415" y="158476"/>
            <a:chExt cx="2580450" cy="547850"/>
          </a:xfrm>
        </p:grpSpPr>
        <p:pic>
          <p:nvPicPr>
            <p:cNvPr name="Picture 4" id="4"/>
            <p:cNvPicPr>
              <a:picLocks noChangeAspect="true"/>
            </p:cNvPicPr>
            <p:nvPr/>
          </p:nvPicPr>
          <p:blipFill>
            <a:blip r:embed="rId3"/>
            <a:srcRect l="0" r="0" t="0" b="0"/>
            <a:stretch>
              <a:fillRect/>
            </a:stretch>
          </p:blipFill>
          <p:spPr>
            <a:xfrm rot="0" flipH="false" flipV="false">
              <a:off x="9221415" y="260529"/>
              <a:ext cx="1096400" cy="336123"/>
            </a:xfrm>
            <a:prstGeom prst="rect">
              <a:avLst/>
            </a:prstGeom>
            <a:ln w="12700">
              <a:noFill/>
              <a:prstDash val="solid"/>
            </a:ln>
          </p:spPr>
        </p:pic>
        <p:pic>
          <p:nvPicPr>
            <p:cNvPr name="Picture 5" id="5"/>
            <p:cNvPicPr>
              <a:picLocks noChangeAspect="true"/>
            </p:cNvPicPr>
            <p:nvPr/>
          </p:nvPicPr>
          <p:blipFill>
            <a:blip r:embed="rId4"/>
            <a:srcRect l="13229" r="10430" t="29812" b="29795"/>
            <a:stretch>
              <a:fillRect/>
            </a:stretch>
          </p:blipFill>
          <p:spPr>
            <a:xfrm rot="0" flipH="false" flipV="false">
              <a:off x="10527164" y="158476"/>
              <a:ext cx="1274701" cy="547850"/>
            </a:xfrm>
            <a:prstGeom prst="rect">
              <a:avLst/>
            </a:prstGeom>
            <a:ln w="12700">
              <a:noFill/>
              <a:prstDash val="solid"/>
            </a:ln>
          </p:spPr>
        </p:pic>
      </p:grp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上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>
            <p:ph idx="6" type="body" sz="quarter" hasCustomPrompt="true"/>
          </p:nvPr>
        </p:nvSpPr>
        <p:spPr>
          <a:xfrm rot="0" flipH="false" flipV="false">
            <a:off x="741404" y="431629"/>
            <a:ext cx="9987507" cy="70092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wrap="square" lIns="91440" rIns="91440" tIns="45720" bIns="45720">
            <a:noAutofit/>
          </a:bodyPr>
          <a:lstStyle>
            <a:lvl1pPr algn="l">
              <a:lnSpc>
                <a:spcPct val="100000"/>
              </a:lnSpc>
              <a:defRPr sz="3600" b="false" i="false" u="none" strike="noStrike" spc="0">
                <a:solidFill>
                  <a:srgbClr val="262626">
                    <a:alpha val="100000"/>
                  </a:srgbClr>
                </a:solidFill>
                <a:latin typeface="微软雅黑"/>
              </a:defRPr>
            </a:lvl1pPr>
          </a:lstStyle>
          <a:p>
            <a:pPr algn="l" indent="0">
              <a:lnSpc>
                <a:spcPct val="100000"/>
              </a:lnSpc>
            </a:pPr>
            <a:r>
              <a:rPr lang="en-US" b="false" i="false" strike="noStrike" u="none" sz="3600">
                <a:solidFill>
                  <a:srgbClr val="262626"/>
                </a:solidFill>
                <a:latin typeface="微软雅黑"/>
                <a:ea typeface="微软雅黑"/>
                <a:cs typeface="微软雅黑"/>
                <a:sym typeface="微软雅黑"/>
              </a:rPr>
              <a:t>单击此处编辑母版标题样式</a:t>
            </a:r>
          </a:p>
        </p:txBody>
      </p:sp>
      <p:sp>
        <p:nvSpPr>
          <p:cNvPr name="AutoShape 3" id="3"/>
          <p:cNvSpPr/>
          <p:nvPr>
            <p:ph idx="7" type="body" sz="quarter" hasCustomPrompt="true"/>
          </p:nvPr>
        </p:nvSpPr>
        <p:spPr>
          <a:xfrm rot="0" flipH="false" flipV="false">
            <a:off x="523873" y="6356351"/>
            <a:ext cx="11277601" cy="36512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vert="horz" wrap="square" lIns="91440" rIns="91440" tIns="45720" bIns="45720">
            <a:noAutofit/>
          </a:bodyPr>
          <a:lstStyle>
            <a:lvl1pPr algn="l">
              <a:lnSpc>
                <a:spcPct val="100000"/>
              </a:lnSpc>
              <a:defRPr sz="1400" b="false" i="false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l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A5A5A5"/>
                </a:solidFill>
                <a:latin typeface="Garamond"/>
                <a:ea typeface="Garamond"/>
                <a:cs typeface="Garamond"/>
                <a:sym typeface="Garamond"/>
              </a:rPr>
              <a:t>页脚</a:t>
            </a:r>
          </a:p>
        </p:txBody>
      </p:sp>
      <p:sp>
        <p:nvSpPr>
          <p:cNvPr name="AutoShape 4" id="4"/>
          <p:cNvSpPr/>
          <p:nvPr>
            <p:ph idx="8" type="body" sz="quarter" hasCustomPrompt="true"/>
          </p:nvPr>
        </p:nvSpPr>
        <p:spPr>
          <a:xfrm rot="0" flipH="false" flipV="false">
            <a:off x="1" y="593458"/>
            <a:ext cx="419099" cy="36512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wrap="square" lIns="91440" rIns="91440" tIns="45720" bIns="45720">
            <a:noAutofit/>
          </a:bodyPr>
          <a:lstStyle>
            <a:lvl1pPr algn="r">
              <a:lnSpc>
                <a:spcPct val="100000"/>
              </a:lnSpc>
              <a:defRPr sz="1600" b="false" i="false" u="none" strike="noStrike" spc="0">
                <a:solidFill>
                  <a:srgbClr val="FFFFFF">
                    <a:alpha val="100000"/>
                  </a:srgbClr>
                </a:solidFill>
                <a:latin typeface="Garamond"/>
              </a:defRPr>
            </a:lvl1pPr>
          </a:lstStyle>
          <a:p>
            <a:pPr algn="r" indent="0">
              <a:lnSpc>
                <a:spcPct val="100000"/>
              </a:lnSpc>
            </a:pPr>
            <a:r>
              <a:rPr lang="en-US" b="false" i="false" strike="noStrike" u="none" sz="1600">
                <a:solidFill>
                  <a:srgbClr val="FFFFFF"/>
                </a:solidFill>
                <a:latin typeface="Garamond"/>
                <a:ea typeface="Garamond"/>
                <a:cs typeface="Garamond"/>
                <a:sym typeface="Garamond"/>
              </a:rPr>
              <a:t>‹#›</a:t>
            </a:r>
          </a:p>
        </p:txBody>
      </p:sp>
      <p:sp>
        <p:nvSpPr>
          <p:cNvPr name="AutoShape 5" id="5"/>
          <p:cNvSpPr/>
          <p:nvPr>
            <p:ph idx="9" type="body" sz="quarter" hasCustomPrompt="true"/>
          </p:nvPr>
        </p:nvSpPr>
        <p:spPr>
          <a:xfrm rot="0" flipH="false" flipV="false">
            <a:off x="523874" y="1323975"/>
            <a:ext cx="11277601" cy="4852988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wrap="square" lIns="91440" rIns="91440" tIns="45720" bIns="45720">
            <a:noAutofit/>
          </a:bodyPr>
          <a:lstStyle>
            <a:lvl1pPr algn="l">
              <a:lnSpc>
                <a:spcPct val="100000"/>
              </a:lnSpc>
              <a:defRPr sz="2400" b="false" i="false" u="none" strike="noStrike" spc="0">
                <a:solidFill>
                  <a:srgbClr val="404040">
                    <a:alpha val="100000"/>
                  </a:srgbClr>
                </a:solidFill>
                <a:latin typeface="微软雅黑"/>
              </a:defRPr>
            </a:lvl1pPr>
          </a:lstStyle>
          <a:p>
            <a:pPr algn="l" indent="-304800" marL="304800">
              <a:lnSpc>
                <a:spcPct val="100000"/>
              </a:lnSpc>
              <a:spcBef>
                <a:spcPts val="1500"/>
              </a:spcBef>
              <a:buClr>
                <a:srgbClr val="404040"/>
              </a:buClr>
              <a:buChar char="•"/>
            </a:pPr>
            <a:r>
              <a:rPr lang="en-US" b="false" i="false" strike="noStrike" u="none" sz="2400">
                <a:solidFill>
                  <a:srgbClr val="404040"/>
                </a:solidFill>
                <a:latin typeface="微软雅黑"/>
                <a:ea typeface="微软雅黑"/>
                <a:cs typeface="微软雅黑"/>
                <a:sym typeface="微软雅黑"/>
              </a:rPr>
              <a:t>编辑母版文本样式</a:t>
            </a:r>
          </a:p>
          <a:p>
            <a:pPr algn="l" indent="-254000" lvl="1" marL="596900">
              <a:lnSpc>
                <a:spcPct val="100000"/>
              </a:lnSpc>
              <a:spcBef>
                <a:spcPts val="750"/>
              </a:spcBef>
              <a:buClr>
                <a:srgbClr val="404040"/>
              </a:buClr>
              <a:buChar char="•"/>
            </a:pPr>
            <a:r>
              <a:rPr lang="en-US" b="false" i="false" strike="noStrike" u="none" sz="2000">
                <a:solidFill>
                  <a:srgbClr val="404040"/>
                </a:solidFill>
                <a:latin typeface="微软雅黑"/>
                <a:ea typeface="微软雅黑"/>
                <a:cs typeface="微软雅黑"/>
                <a:sym typeface="微软雅黑"/>
              </a:rPr>
              <a:t>第二级</a:t>
            </a:r>
          </a:p>
          <a:p>
            <a:pPr algn="l" indent="-203200" lvl="2" marL="889000">
              <a:lnSpc>
                <a:spcPct val="100000"/>
              </a:lnSpc>
              <a:spcBef>
                <a:spcPts val="750"/>
              </a:spcBef>
              <a:buClr>
                <a:srgbClr val="404040"/>
              </a:buClr>
              <a:buChar char="•"/>
            </a:pPr>
            <a:r>
              <a:rPr lang="en-US" b="false" i="false" strike="noStrike" u="none" sz="1600">
                <a:solidFill>
                  <a:srgbClr val="404040"/>
                </a:solidFill>
                <a:latin typeface="微软雅黑"/>
                <a:ea typeface="微软雅黑"/>
                <a:cs typeface="微软雅黑"/>
                <a:sym typeface="微软雅黑"/>
              </a:rPr>
              <a:t>第三级</a:t>
            </a:r>
          </a:p>
          <a:p>
            <a:pPr algn="l" indent="-152400" lvl="3" marL="1181100">
              <a:lnSpc>
                <a:spcPct val="100000"/>
              </a:lnSpc>
              <a:spcBef>
                <a:spcPts val="750"/>
              </a:spcBef>
              <a:buClr>
                <a:srgbClr val="404040"/>
              </a:buClr>
              <a:buChar char="•"/>
            </a:pPr>
            <a:r>
              <a:rPr lang="en-US" b="false" i="false" strike="noStrike" u="none" sz="1200">
                <a:solidFill>
                  <a:srgbClr val="404040"/>
                </a:solidFill>
                <a:latin typeface="微软雅黑"/>
                <a:ea typeface="微软雅黑"/>
                <a:cs typeface="微软雅黑"/>
                <a:sym typeface="微软雅黑"/>
              </a:rPr>
              <a:t>第四级</a:t>
            </a: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>
            <p:ph idx="10" type="body" sz="quarter" hasCustomPrompt="true"/>
          </p:nvPr>
        </p:nvSpPr>
        <p:spPr>
          <a:xfrm rot="0" flipH="false" flipV="false">
            <a:off x="741404" y="431629"/>
            <a:ext cx="9987507" cy="70092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wrap="square" lIns="91440" rIns="91440" tIns="45720" bIns="45720">
            <a:noAutofit/>
          </a:bodyPr>
          <a:lstStyle>
            <a:lvl1pPr algn="l">
              <a:lnSpc>
                <a:spcPct val="100000"/>
              </a:lnSpc>
              <a:defRPr sz="3600" b="false" i="false" u="none" strike="noStrike" spc="0">
                <a:solidFill>
                  <a:srgbClr val="262626">
                    <a:alpha val="100000"/>
                  </a:srgbClr>
                </a:solidFill>
                <a:latin typeface="微软雅黑"/>
              </a:defRPr>
            </a:lvl1pPr>
          </a:lstStyle>
          <a:p>
            <a:pPr algn="l" indent="0">
              <a:lnSpc>
                <a:spcPct val="100000"/>
              </a:lnSpc>
            </a:pPr>
            <a:r>
              <a:rPr lang="en-US" b="false" i="false" strike="noStrike" u="none" sz="3600">
                <a:solidFill>
                  <a:srgbClr val="262626"/>
                </a:solidFill>
                <a:latin typeface="微软雅黑"/>
                <a:ea typeface="微软雅黑"/>
                <a:cs typeface="微软雅黑"/>
                <a:sym typeface="微软雅黑"/>
              </a:rPr>
              <a:t>单击此处编辑母版标题样式</a:t>
            </a:r>
          </a:p>
        </p:txBody>
      </p:sp>
      <p:sp>
        <p:nvSpPr>
          <p:cNvPr name="AutoShape 3" id="3"/>
          <p:cNvSpPr/>
          <p:nvPr>
            <p:ph idx="11" type="body" sz="quarter" hasCustomPrompt="true"/>
          </p:nvPr>
        </p:nvSpPr>
        <p:spPr>
          <a:xfrm rot="0" flipH="false" flipV="false">
            <a:off x="1" y="593458"/>
            <a:ext cx="419099" cy="36512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wrap="square" lIns="91440" rIns="91440" tIns="45720" bIns="45720">
            <a:noAutofit/>
          </a:bodyPr>
          <a:lstStyle>
            <a:lvl1pPr algn="r">
              <a:lnSpc>
                <a:spcPct val="100000"/>
              </a:lnSpc>
              <a:defRPr sz="1600" b="false" i="false" u="none" strike="noStrike" spc="0">
                <a:solidFill>
                  <a:srgbClr val="FFFFFF">
                    <a:alpha val="100000"/>
                  </a:srgbClr>
                </a:solidFill>
                <a:latin typeface="Garamond"/>
              </a:defRPr>
            </a:lvl1pPr>
          </a:lstStyle>
          <a:p>
            <a:pPr algn="r" indent="0">
              <a:lnSpc>
                <a:spcPct val="100000"/>
              </a:lnSpc>
            </a:pPr>
            <a:r>
              <a:rPr lang="en-US" b="false" i="false" strike="noStrike" u="none" sz="1600">
                <a:solidFill>
                  <a:srgbClr val="FFFFFF"/>
                </a:solidFill>
                <a:latin typeface="Garamond"/>
                <a:ea typeface="Garamond"/>
                <a:cs typeface="Garamond"/>
                <a:sym typeface="Garamond"/>
              </a:rPr>
              <a:t>‹#›</a:t>
            </a:r>
          </a:p>
        </p:txBody>
      </p:sp>
      <p:sp>
        <p:nvSpPr>
          <p:cNvPr name="AutoShape 4" id="4"/>
          <p:cNvSpPr/>
          <p:nvPr>
            <p:ph idx="12" type="body" sz="quarter" hasCustomPrompt="true"/>
          </p:nvPr>
        </p:nvSpPr>
        <p:spPr>
          <a:xfrm rot="0" flipH="false" flipV="false">
            <a:off x="523873" y="1323976"/>
            <a:ext cx="5591177" cy="4852988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wrap="square" lIns="91440" rIns="91440" tIns="45720" bIns="45720">
            <a:noAutofit/>
          </a:bodyPr>
          <a:lstStyle>
            <a:lvl1pPr algn="l">
              <a:lnSpc>
                <a:spcPct val="100000"/>
              </a:lnSpc>
              <a:defRPr sz="2400" b="false" i="false" u="none" strike="noStrike" spc="0">
                <a:solidFill>
                  <a:srgbClr val="404040">
                    <a:alpha val="100000"/>
                  </a:srgbClr>
                </a:solidFill>
                <a:latin typeface="微软雅黑"/>
              </a:defRPr>
            </a:lvl1pPr>
          </a:lstStyle>
          <a:p>
            <a:pPr algn="l" indent="-304800" marL="304800">
              <a:lnSpc>
                <a:spcPct val="100000"/>
              </a:lnSpc>
              <a:spcBef>
                <a:spcPts val="1500"/>
              </a:spcBef>
              <a:buClr>
                <a:srgbClr val="404040"/>
              </a:buClr>
              <a:buChar char="•"/>
            </a:pPr>
            <a:r>
              <a:rPr lang="en-US" b="false" i="false" strike="noStrike" u="none" sz="2400">
                <a:solidFill>
                  <a:srgbClr val="404040"/>
                </a:solidFill>
                <a:latin typeface="微软雅黑"/>
                <a:ea typeface="微软雅黑"/>
                <a:cs typeface="微软雅黑"/>
                <a:sym typeface="微软雅黑"/>
              </a:rPr>
              <a:t>编辑母版文本样式</a:t>
            </a:r>
          </a:p>
          <a:p>
            <a:pPr algn="l" indent="-254000" lvl="1" marL="596900">
              <a:lnSpc>
                <a:spcPct val="100000"/>
              </a:lnSpc>
              <a:spcBef>
                <a:spcPts val="750"/>
              </a:spcBef>
              <a:buClr>
                <a:srgbClr val="404040"/>
              </a:buClr>
              <a:buChar char="•"/>
            </a:pPr>
            <a:r>
              <a:rPr lang="en-US" b="false" i="false" strike="noStrike" u="none" sz="2000">
                <a:solidFill>
                  <a:srgbClr val="404040"/>
                </a:solidFill>
                <a:latin typeface="微软雅黑"/>
                <a:ea typeface="微软雅黑"/>
                <a:cs typeface="微软雅黑"/>
                <a:sym typeface="微软雅黑"/>
              </a:rPr>
              <a:t>第二级</a:t>
            </a:r>
          </a:p>
          <a:p>
            <a:pPr algn="l" indent="-203200" lvl="2" marL="889000">
              <a:lnSpc>
                <a:spcPct val="100000"/>
              </a:lnSpc>
              <a:spcBef>
                <a:spcPts val="750"/>
              </a:spcBef>
              <a:buClr>
                <a:srgbClr val="404040"/>
              </a:buClr>
              <a:buChar char="•"/>
            </a:pPr>
            <a:r>
              <a:rPr lang="en-US" b="false" i="false" strike="noStrike" u="none" sz="1600">
                <a:solidFill>
                  <a:srgbClr val="404040"/>
                </a:solidFill>
                <a:latin typeface="微软雅黑"/>
                <a:ea typeface="微软雅黑"/>
                <a:cs typeface="微软雅黑"/>
                <a:sym typeface="微软雅黑"/>
              </a:rPr>
              <a:t>第三级</a:t>
            </a:r>
          </a:p>
          <a:p>
            <a:pPr algn="l" indent="-152400" lvl="3" marL="1181100">
              <a:lnSpc>
                <a:spcPct val="100000"/>
              </a:lnSpc>
              <a:spcBef>
                <a:spcPts val="750"/>
              </a:spcBef>
              <a:buClr>
                <a:srgbClr val="404040"/>
              </a:buClr>
              <a:buChar char="•"/>
            </a:pPr>
            <a:r>
              <a:rPr lang="en-US" b="false" i="false" strike="noStrike" u="none" sz="1200">
                <a:solidFill>
                  <a:srgbClr val="404040"/>
                </a:solidFill>
                <a:latin typeface="微软雅黑"/>
                <a:ea typeface="微软雅黑"/>
                <a:cs typeface="微软雅黑"/>
                <a:sym typeface="微软雅黑"/>
              </a:rPr>
              <a:t>第四级</a:t>
            </a:r>
          </a:p>
        </p:txBody>
      </p:sp>
      <p:sp>
        <p:nvSpPr>
          <p:cNvPr name="AutoShape 5" id="5"/>
          <p:cNvSpPr/>
          <p:nvPr>
            <p:ph idx="13" type="body" sz="quarter" hasCustomPrompt="true"/>
          </p:nvPr>
        </p:nvSpPr>
        <p:spPr>
          <a:xfrm rot="0" flipH="false" flipV="false">
            <a:off x="523873" y="6356351"/>
            <a:ext cx="11277601" cy="36512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vert="horz" wrap="square" lIns="91440" rIns="91440" tIns="45720" bIns="45720">
            <a:noAutofit/>
          </a:bodyPr>
          <a:lstStyle>
            <a:lvl1pPr algn="l">
              <a:lnSpc>
                <a:spcPct val="100000"/>
              </a:lnSpc>
              <a:defRPr sz="1400" b="false" i="false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l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A5A5A5"/>
                </a:solidFill>
                <a:latin typeface="Garamond"/>
                <a:ea typeface="Garamond"/>
                <a:cs typeface="Garamond"/>
                <a:sym typeface="Garamond"/>
              </a:rPr>
              <a:t>页脚</a:t>
            </a:r>
          </a:p>
        </p:txBody>
      </p:sp>
      <p:sp>
        <p:nvSpPr>
          <p:cNvPr name="AutoShape 6" id="6"/>
          <p:cNvSpPr/>
          <p:nvPr>
            <p:ph idx="14" type="body" sz="quarter" hasCustomPrompt="true"/>
          </p:nvPr>
        </p:nvSpPr>
        <p:spPr>
          <a:xfrm rot="0" flipH="false" flipV="false">
            <a:off x="6210297" y="1323977"/>
            <a:ext cx="5591177" cy="4856162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wrap="square" lIns="91440" rIns="91440" tIns="45720" bIns="45720">
            <a:noAutofit/>
          </a:bodyPr>
          <a:lstStyle>
            <a:lvl1pPr algn="l">
              <a:lnSpc>
                <a:spcPct val="100000"/>
              </a:lnSpc>
              <a:defRPr sz="2400" b="false" i="false" u="none" strike="noStrike" spc="0">
                <a:solidFill>
                  <a:srgbClr val="404040">
                    <a:alpha val="100000"/>
                  </a:srgbClr>
                </a:solidFill>
                <a:latin typeface="微软雅黑"/>
              </a:defRPr>
            </a:lvl1pPr>
          </a:lstStyle>
          <a:p>
            <a:pPr algn="l" indent="-304800" marL="304800">
              <a:lnSpc>
                <a:spcPct val="100000"/>
              </a:lnSpc>
              <a:spcBef>
                <a:spcPts val="1500"/>
              </a:spcBef>
              <a:buClr>
                <a:srgbClr val="404040"/>
              </a:buClr>
              <a:buChar char="•"/>
            </a:pPr>
            <a:r>
              <a:rPr lang="en-US" b="false" i="false" strike="noStrike" u="none" sz="2400">
                <a:solidFill>
                  <a:srgbClr val="404040"/>
                </a:solidFill>
                <a:latin typeface="微软雅黑"/>
                <a:ea typeface="微软雅黑"/>
                <a:cs typeface="微软雅黑"/>
                <a:sym typeface="微软雅黑"/>
              </a:rPr>
              <a:t>编辑母版文本样式</a:t>
            </a:r>
          </a:p>
          <a:p>
            <a:pPr algn="l" indent="-254000" lvl="1" marL="596900">
              <a:lnSpc>
                <a:spcPct val="100000"/>
              </a:lnSpc>
              <a:spcBef>
                <a:spcPts val="750"/>
              </a:spcBef>
              <a:buClr>
                <a:srgbClr val="404040"/>
              </a:buClr>
              <a:buChar char="•"/>
            </a:pPr>
            <a:r>
              <a:rPr lang="en-US" b="false" i="false" strike="noStrike" u="none" sz="2000">
                <a:solidFill>
                  <a:srgbClr val="404040"/>
                </a:solidFill>
                <a:latin typeface="微软雅黑"/>
                <a:ea typeface="微软雅黑"/>
                <a:cs typeface="微软雅黑"/>
                <a:sym typeface="微软雅黑"/>
              </a:rPr>
              <a:t>第二级</a:t>
            </a:r>
          </a:p>
          <a:p>
            <a:pPr algn="l" indent="-203200" lvl="2" marL="889000">
              <a:lnSpc>
                <a:spcPct val="100000"/>
              </a:lnSpc>
              <a:spcBef>
                <a:spcPts val="750"/>
              </a:spcBef>
              <a:buClr>
                <a:srgbClr val="404040"/>
              </a:buClr>
              <a:buChar char="•"/>
            </a:pPr>
            <a:r>
              <a:rPr lang="en-US" b="false" i="false" strike="noStrike" u="none" sz="1600">
                <a:solidFill>
                  <a:srgbClr val="404040"/>
                </a:solidFill>
                <a:latin typeface="微软雅黑"/>
                <a:ea typeface="微软雅黑"/>
                <a:cs typeface="微软雅黑"/>
                <a:sym typeface="微软雅黑"/>
              </a:rPr>
              <a:t>第三级</a:t>
            </a:r>
          </a:p>
          <a:p>
            <a:pPr algn="l" indent="-152400" lvl="3" marL="1181100">
              <a:lnSpc>
                <a:spcPct val="100000"/>
              </a:lnSpc>
              <a:spcBef>
                <a:spcPts val="750"/>
              </a:spcBef>
              <a:buClr>
                <a:srgbClr val="404040"/>
              </a:buClr>
              <a:buChar char="•"/>
            </a:pPr>
            <a:r>
              <a:rPr lang="en-US" b="false" i="false" strike="noStrike" u="none" sz="1200">
                <a:solidFill>
                  <a:srgbClr val="404040"/>
                </a:solidFill>
                <a:latin typeface="微软雅黑"/>
                <a:ea typeface="微软雅黑"/>
                <a:cs typeface="微软雅黑"/>
                <a:sym typeface="微软雅黑"/>
              </a:rPr>
              <a:t>第四级</a:t>
            </a:r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左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>
            <p:ph idx="15" type="body" sz="quarter" hasCustomPrompt="true"/>
          </p:nvPr>
        </p:nvSpPr>
        <p:spPr>
          <a:xfrm rot="0" flipH="false" flipV="false">
            <a:off x="666749" y="457201"/>
            <a:ext cx="2771775" cy="5719762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wrap="square" lIns="91440" rIns="91440" tIns="45720" bIns="45720">
            <a:noAutofit/>
          </a:bodyPr>
          <a:lstStyle>
            <a:lvl1pPr algn="l">
              <a:lnSpc>
                <a:spcPct val="100000"/>
              </a:lnSpc>
              <a:defRPr sz="3600" b="false" i="false" u="none" strike="noStrike" spc="0">
                <a:solidFill>
                  <a:srgbClr val="262626">
                    <a:alpha val="100000"/>
                  </a:srgbClr>
                </a:solidFill>
                <a:latin typeface="微软雅黑"/>
              </a:defRPr>
            </a:lvl1pPr>
          </a:lstStyle>
          <a:p>
            <a:pPr algn="l" indent="0">
              <a:lnSpc>
                <a:spcPct val="100000"/>
              </a:lnSpc>
            </a:pPr>
            <a:r>
              <a:rPr lang="en-US" b="false" i="false" strike="noStrike" u="none" sz="3600">
                <a:solidFill>
                  <a:srgbClr val="262626"/>
                </a:solidFill>
                <a:latin typeface="微软雅黑"/>
                <a:ea typeface="微软雅黑"/>
                <a:cs typeface="微软雅黑"/>
                <a:sym typeface="微软雅黑"/>
              </a:rPr>
              <a:t>单击此处编辑母版标题样式</a:t>
            </a:r>
          </a:p>
        </p:txBody>
      </p:sp>
      <p:sp>
        <p:nvSpPr>
          <p:cNvPr name="AutoShape 3" id="3"/>
          <p:cNvSpPr/>
          <p:nvPr>
            <p:ph idx="16" type="body" sz="quarter" hasCustomPrompt="true"/>
          </p:nvPr>
        </p:nvSpPr>
        <p:spPr>
          <a:xfrm rot="0" flipH="false" flipV="false">
            <a:off x="1" y="593458"/>
            <a:ext cx="419099" cy="36512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wrap="square" lIns="91440" rIns="91440" tIns="45720" bIns="45720">
            <a:noAutofit/>
          </a:bodyPr>
          <a:lstStyle>
            <a:lvl1pPr algn="r">
              <a:lnSpc>
                <a:spcPct val="100000"/>
              </a:lnSpc>
              <a:defRPr sz="1600" b="false" i="false" u="none" strike="noStrike" spc="0">
                <a:solidFill>
                  <a:srgbClr val="FFFFFF">
                    <a:alpha val="100000"/>
                  </a:srgbClr>
                </a:solidFill>
                <a:latin typeface="Garamond"/>
              </a:defRPr>
            </a:lvl1pPr>
          </a:lstStyle>
          <a:p>
            <a:pPr algn="r" indent="0">
              <a:lnSpc>
                <a:spcPct val="100000"/>
              </a:lnSpc>
            </a:pPr>
            <a:r>
              <a:rPr lang="en-US" b="false" i="false" strike="noStrike" u="none" sz="1600">
                <a:solidFill>
                  <a:srgbClr val="FFFFFF"/>
                </a:solidFill>
                <a:latin typeface="Garamond"/>
                <a:ea typeface="Garamond"/>
                <a:cs typeface="Garamond"/>
                <a:sym typeface="Garamond"/>
              </a:rPr>
              <a:t>‹#›</a:t>
            </a:r>
          </a:p>
        </p:txBody>
      </p:sp>
      <p:sp>
        <p:nvSpPr>
          <p:cNvPr name="AutoShape 4" id="4"/>
          <p:cNvSpPr/>
          <p:nvPr>
            <p:ph idx="17" type="body" sz="quarter" hasCustomPrompt="true"/>
          </p:nvPr>
        </p:nvSpPr>
        <p:spPr>
          <a:xfrm rot="0" flipH="false" flipV="false">
            <a:off x="3657600" y="457201"/>
            <a:ext cx="8001000" cy="5719763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wrap="square" lIns="91440" rIns="91440" tIns="45720" bIns="45720">
            <a:noAutofit/>
          </a:bodyPr>
          <a:lstStyle>
            <a:lvl1pPr algn="l">
              <a:lnSpc>
                <a:spcPct val="100000"/>
              </a:lnSpc>
              <a:defRPr sz="2400" b="false" i="false" u="none" strike="noStrike" spc="0">
                <a:solidFill>
                  <a:srgbClr val="404040">
                    <a:alpha val="100000"/>
                  </a:srgbClr>
                </a:solidFill>
                <a:latin typeface="微软雅黑"/>
              </a:defRPr>
            </a:lvl1pPr>
          </a:lstStyle>
          <a:p>
            <a:pPr algn="l" indent="-304800" marL="304800">
              <a:lnSpc>
                <a:spcPct val="100000"/>
              </a:lnSpc>
              <a:spcBef>
                <a:spcPts val="1500"/>
              </a:spcBef>
              <a:buClr>
                <a:srgbClr val="404040"/>
              </a:buClr>
              <a:buChar char="•"/>
            </a:pPr>
            <a:r>
              <a:rPr lang="en-US" b="false" i="false" strike="noStrike" u="none" sz="2400">
                <a:solidFill>
                  <a:srgbClr val="404040"/>
                </a:solidFill>
                <a:latin typeface="微软雅黑"/>
                <a:ea typeface="微软雅黑"/>
                <a:cs typeface="微软雅黑"/>
                <a:sym typeface="微软雅黑"/>
              </a:rPr>
              <a:t>编辑母版文本样式</a:t>
            </a:r>
          </a:p>
          <a:p>
            <a:pPr algn="l" indent="-254000" lvl="1" marL="596900">
              <a:lnSpc>
                <a:spcPct val="100000"/>
              </a:lnSpc>
              <a:spcBef>
                <a:spcPts val="750"/>
              </a:spcBef>
              <a:buClr>
                <a:srgbClr val="404040"/>
              </a:buClr>
              <a:buChar char="•"/>
            </a:pPr>
            <a:r>
              <a:rPr lang="en-US" b="false" i="false" strike="noStrike" u="none" sz="2000">
                <a:solidFill>
                  <a:srgbClr val="404040"/>
                </a:solidFill>
                <a:latin typeface="微软雅黑"/>
                <a:ea typeface="微软雅黑"/>
                <a:cs typeface="微软雅黑"/>
                <a:sym typeface="微软雅黑"/>
              </a:rPr>
              <a:t>第二级</a:t>
            </a:r>
          </a:p>
          <a:p>
            <a:pPr algn="l" indent="-203200" lvl="2" marL="889000">
              <a:lnSpc>
                <a:spcPct val="100000"/>
              </a:lnSpc>
              <a:spcBef>
                <a:spcPts val="750"/>
              </a:spcBef>
              <a:buClr>
                <a:srgbClr val="404040"/>
              </a:buClr>
              <a:buChar char="•"/>
            </a:pPr>
            <a:r>
              <a:rPr lang="en-US" b="false" i="false" strike="noStrike" u="none" sz="1600">
                <a:solidFill>
                  <a:srgbClr val="404040"/>
                </a:solidFill>
                <a:latin typeface="微软雅黑"/>
                <a:ea typeface="微软雅黑"/>
                <a:cs typeface="微软雅黑"/>
                <a:sym typeface="微软雅黑"/>
              </a:rPr>
              <a:t>第三级</a:t>
            </a:r>
          </a:p>
          <a:p>
            <a:pPr algn="l" indent="-152400" lvl="3" marL="1181100">
              <a:lnSpc>
                <a:spcPct val="100000"/>
              </a:lnSpc>
              <a:spcBef>
                <a:spcPts val="750"/>
              </a:spcBef>
              <a:buClr>
                <a:srgbClr val="404040"/>
              </a:buClr>
              <a:buChar char="•"/>
            </a:pPr>
            <a:r>
              <a:rPr lang="en-US" b="false" i="false" strike="noStrike" u="none" sz="1200">
                <a:solidFill>
                  <a:srgbClr val="404040"/>
                </a:solidFill>
                <a:latin typeface="微软雅黑"/>
                <a:ea typeface="微软雅黑"/>
                <a:cs typeface="微软雅黑"/>
                <a:sym typeface="微软雅黑"/>
              </a:rPr>
              <a:t>第四级</a:t>
            </a:r>
          </a:p>
        </p:txBody>
      </p:sp>
      <p:sp>
        <p:nvSpPr>
          <p:cNvPr name="AutoShape 5" id="5"/>
          <p:cNvSpPr/>
          <p:nvPr>
            <p:ph idx="18" type="body" sz="quarter" hasCustomPrompt="true"/>
          </p:nvPr>
        </p:nvSpPr>
        <p:spPr>
          <a:xfrm rot="0" flipH="false" flipV="false">
            <a:off x="523873" y="6356351"/>
            <a:ext cx="11277601" cy="36512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vert="horz" wrap="square" lIns="91440" rIns="91440" tIns="45720" bIns="45720">
            <a:noAutofit/>
          </a:bodyPr>
          <a:lstStyle>
            <a:lvl1pPr algn="l">
              <a:lnSpc>
                <a:spcPct val="100000"/>
              </a:lnSpc>
              <a:defRPr sz="1400" b="false" i="false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l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A5A5A5"/>
                </a:solidFill>
                <a:latin typeface="Garamond"/>
                <a:ea typeface="Garamond"/>
                <a:cs typeface="Garamond"/>
                <a:sym typeface="Garamond"/>
              </a:rPr>
              <a:t>页脚</a:t>
            </a:r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大纲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>
            <p:ph idx="19" type="body" sz="quarter" hasCustomPrompt="true"/>
          </p:nvPr>
        </p:nvSpPr>
        <p:spPr>
          <a:xfrm rot="0" flipH="false" flipV="false">
            <a:off x="5452216" y="0"/>
            <a:ext cx="6110447" cy="68580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wrap="square" lIns="91440" rIns="91440" tIns="45720" bIns="45720">
            <a:noAutofit/>
          </a:bodyPr>
          <a:lstStyle>
            <a:lvl1pPr algn="l">
              <a:lnSpc>
                <a:spcPct val="100000"/>
              </a:lnSpc>
              <a:defRPr sz="2800" b="false" i="false" u="none" strike="noStrike" spc="0">
                <a:solidFill>
                  <a:srgbClr val="404040">
                    <a:alpha val="100000"/>
                  </a:srgbClr>
                </a:solidFill>
                <a:latin typeface="微软雅黑"/>
              </a:defRPr>
            </a:lvl1pPr>
          </a:lstStyle>
          <a:p>
            <a:pPr algn="l" indent="-355600" marL="355600">
              <a:lnSpc>
                <a:spcPct val="100000"/>
              </a:lnSpc>
              <a:spcBef>
                <a:spcPts val="3000"/>
              </a:spcBef>
              <a:buClr>
                <a:srgbClr val="404040"/>
              </a:buClr>
              <a:buChar char="•"/>
            </a:pPr>
            <a:r>
              <a:rPr lang="en-US" b="false" i="false" strike="noStrike" u="none" sz="2800">
                <a:solidFill>
                  <a:srgbClr val="404040"/>
                </a:solidFill>
                <a:latin typeface="微软雅黑"/>
                <a:ea typeface="微软雅黑"/>
                <a:cs typeface="微软雅黑"/>
                <a:sym typeface="微软雅黑"/>
              </a:rPr>
              <a:t>编辑母版文本样式</a:t>
            </a:r>
          </a:p>
          <a:p>
            <a:pPr algn="l" indent="-304800" lvl="1" marL="647700">
              <a:lnSpc>
                <a:spcPct val="100000"/>
              </a:lnSpc>
              <a:spcBef>
                <a:spcPts val="750"/>
              </a:spcBef>
              <a:buClr>
                <a:srgbClr val="404040"/>
              </a:buClr>
              <a:buChar char="•"/>
            </a:pPr>
            <a:r>
              <a:rPr lang="en-US" b="false" i="false" strike="noStrike" u="none" sz="2400">
                <a:solidFill>
                  <a:srgbClr val="404040"/>
                </a:solidFill>
                <a:latin typeface="微软雅黑"/>
                <a:ea typeface="微软雅黑"/>
                <a:cs typeface="微软雅黑"/>
                <a:sym typeface="微软雅黑"/>
              </a:rPr>
              <a:t>第二级</a:t>
            </a:r>
          </a:p>
          <a:p>
            <a:pPr algn="l" indent="-254000" lvl="2" marL="939800">
              <a:lnSpc>
                <a:spcPct val="100000"/>
              </a:lnSpc>
              <a:spcBef>
                <a:spcPts val="750"/>
              </a:spcBef>
              <a:buClr>
                <a:srgbClr val="404040"/>
              </a:buClr>
              <a:buChar char="•"/>
            </a:pPr>
            <a:r>
              <a:rPr lang="en-US" b="false" i="false" strike="noStrike" u="none" sz="2000">
                <a:solidFill>
                  <a:srgbClr val="404040"/>
                </a:solidFill>
                <a:latin typeface="微软雅黑"/>
                <a:ea typeface="微软雅黑"/>
                <a:cs typeface="微软雅黑"/>
                <a:sym typeface="微软雅黑"/>
              </a:rPr>
              <a:t>第三级</a:t>
            </a:r>
          </a:p>
          <a:p>
            <a:pPr algn="l" indent="-203200" lvl="3" marL="1231900">
              <a:lnSpc>
                <a:spcPct val="100000"/>
              </a:lnSpc>
              <a:spcBef>
                <a:spcPts val="750"/>
              </a:spcBef>
              <a:buClr>
                <a:srgbClr val="404040"/>
              </a:buClr>
              <a:buChar char="•"/>
            </a:pPr>
            <a:r>
              <a:rPr lang="en-US" b="false" i="false" strike="noStrike" u="none" sz="1600">
                <a:solidFill>
                  <a:srgbClr val="404040"/>
                </a:solidFill>
                <a:latin typeface="微软雅黑"/>
                <a:ea typeface="微软雅黑"/>
                <a:cs typeface="微软雅黑"/>
                <a:sym typeface="微软雅黑"/>
              </a:rPr>
              <a:t>第四级</a:t>
            </a:r>
          </a:p>
        </p:txBody>
      </p:sp>
      <p:grpSp>
        <p:nvGrpSpPr>
          <p:cNvPr name="Group 3" id="3"/>
          <p:cNvGrpSpPr/>
          <p:nvPr/>
        </p:nvGrpSpPr>
        <p:grpSpPr>
          <a:xfrm>
            <a:off x="3057633" y="31667"/>
            <a:ext cx="9134367" cy="6838951"/>
            <a:chOff x="3057633" y="31667"/>
            <a:chExt cx="9134367" cy="6838951"/>
          </a:xfrm>
        </p:grpSpPr>
        <p:cxnSp>
          <p:nvCxnSpPr>
            <p:cNvPr name="Connector 4" id="4"/>
            <p:cNvCxnSpPr/>
            <p:nvPr/>
          </p:nvCxnSpPr>
          <p:spPr>
            <a:xfrm rot="0" flipH="false" flipV="false">
              <a:off x="3057633" y="31667"/>
              <a:ext cx="0" cy="0"/>
            </a:xfrm>
            <a:prstGeom prst="line">
              <a:avLst/>
            </a:prstGeom>
            <a:solidFill>
              <a:srgbClr val="549E39">
                <a:alpha val="100000"/>
              </a:srgbClr>
            </a:solidFill>
            <a:ln w="12700" cap="flat">
              <a:solidFill>
                <a:srgbClr val="FFFFFF">
                  <a:alpha val="100000"/>
                </a:srgbClr>
              </a:solidFill>
              <a:prstDash val="solid"/>
              <a:miter lim="8000000"/>
              <a:headEnd type="none" w="med" len="med"/>
              <a:tailEnd type="none" w="med" len="med"/>
            </a:ln>
          </p:spPr>
        </p:cxnSp>
        <p:grpSp>
          <p:nvGrpSpPr>
            <p:cNvPr name="Group 5" id="5"/>
            <p:cNvGrpSpPr/>
            <p:nvPr/>
          </p:nvGrpSpPr>
          <p:grpSpPr>
            <a:xfrm>
              <a:off x="11586746" y="4889417"/>
              <a:ext cx="605254" cy="1981201"/>
              <a:chOff x="11586746" y="4889417"/>
              <a:chExt cx="605254" cy="1981201"/>
            </a:xfrm>
          </p:grpSpPr>
          <p:sp>
            <p:nvSpPr>
              <p:cNvPr name="Freeform 6" id="6"/>
              <p:cNvSpPr/>
              <p:nvPr/>
            </p:nvSpPr>
            <p:spPr>
              <a:xfrm rot="0" flipH="false" flipV="false">
                <a:off x="11678257" y="5716505"/>
                <a:ext cx="301824" cy="1154112"/>
              </a:xfrm>
              <a:custGeom>
                <a:avLst/>
                <a:gdLst/>
                <a:ahLst/>
                <a:cxnLst/>
                <a:rect r="r" b="b" t="t" l="l"/>
                <a:pathLst>
                  <a:path h="1154112" w="301824">
                    <a:moveTo>
                      <a:pt x="24082" y="1154113"/>
                    </a:moveTo>
                    <a:lnTo>
                      <a:pt x="0" y="1154113"/>
                    </a:lnTo>
                    <a:lnTo>
                      <a:pt x="0" y="646113"/>
                    </a:lnTo>
                    <a:lnTo>
                      <a:pt x="0" y="646113"/>
                    </a:lnTo>
                    <a:lnTo>
                      <a:pt x="282558" y="0"/>
                    </a:lnTo>
                    <a:lnTo>
                      <a:pt x="301824" y="9525"/>
                    </a:lnTo>
                    <a:lnTo>
                      <a:pt x="24082" y="650875"/>
                    </a:lnTo>
                    <a:lnTo>
                      <a:pt x="24082" y="1154113"/>
                    </a:lnTo>
                    <a:close/>
                  </a:path>
                </a:pathLst>
              </a:custGeom>
              <a:solidFill>
                <a:srgbClr val="549E39">
                  <a:alpha val="100000"/>
                </a:srgbClr>
              </a:solidFill>
              <a:ln w="12700">
                <a:noFill/>
                <a:prstDash val="solid"/>
              </a:ln>
            </p:spPr>
            <p:txBody>
              <a:bodyPr anchor="t" rtlCol="false" wrap="square" lIns="91440" rIns="91440" tIns="45720" bIns="45720">
                <a:noAutofit/>
              </a:bodyPr>
              <a:lstStyle/>
              <a:p>
                <a:pPr algn="ctr">
                  <a:defRPr/>
                </a:pPr>
                <a:endParaRPr/>
              </a:p>
            </p:txBody>
          </p:sp>
          <p:sp>
            <p:nvSpPr>
              <p:cNvPr name="Freeform 7" id="7"/>
              <p:cNvSpPr/>
              <p:nvPr/>
            </p:nvSpPr>
            <p:spPr>
              <a:xfrm rot="0" flipH="false" flipV="false">
                <a:off x="11922285" y="5573630"/>
                <a:ext cx="158940" cy="155575"/>
              </a:xfrm>
              <a:custGeom>
                <a:avLst/>
                <a:gdLst/>
                <a:ahLst/>
                <a:cxnLst/>
                <a:rect r="r" b="b" t="t" l="l"/>
                <a:pathLst>
                  <a:path h="155575" w="158940">
                    <a:moveTo>
                      <a:pt x="81878" y="155575"/>
                    </a:moveTo>
                    <a:cubicBezTo>
                      <a:pt x="38531" y="155575"/>
                      <a:pt x="0" y="117860"/>
                      <a:pt x="0" y="75430"/>
                    </a:cubicBezTo>
                    <a:cubicBezTo>
                      <a:pt x="0" y="33001"/>
                      <a:pt x="38531" y="0"/>
                      <a:pt x="81878" y="0"/>
                    </a:cubicBezTo>
                    <a:cubicBezTo>
                      <a:pt x="125226" y="0"/>
                      <a:pt x="158941" y="33001"/>
                      <a:pt x="158941" y="75430"/>
                    </a:cubicBezTo>
                    <a:cubicBezTo>
                      <a:pt x="158941" y="117860"/>
                      <a:pt x="125226" y="155575"/>
                      <a:pt x="81878" y="155575"/>
                    </a:cubicBezTo>
                    <a:close/>
                    <a:moveTo>
                      <a:pt x="81878" y="18857"/>
                    </a:moveTo>
                    <a:cubicBezTo>
                      <a:pt x="48163" y="18857"/>
                      <a:pt x="19266" y="42429"/>
                      <a:pt x="19266" y="75430"/>
                    </a:cubicBezTo>
                    <a:cubicBezTo>
                      <a:pt x="19266" y="108431"/>
                      <a:pt x="48163" y="136718"/>
                      <a:pt x="81878" y="136718"/>
                    </a:cubicBezTo>
                    <a:cubicBezTo>
                      <a:pt x="110776" y="136718"/>
                      <a:pt x="139675" y="108431"/>
                      <a:pt x="139675" y="75430"/>
                    </a:cubicBezTo>
                    <a:cubicBezTo>
                      <a:pt x="139675" y="42429"/>
                      <a:pt x="110776" y="18857"/>
                      <a:pt x="81878" y="18857"/>
                    </a:cubicBezTo>
                    <a:close/>
                  </a:path>
                </a:pathLst>
              </a:custGeom>
              <a:solidFill>
                <a:srgbClr val="549E39">
                  <a:alpha val="100000"/>
                </a:srgbClr>
              </a:solidFill>
              <a:ln w="12700">
                <a:noFill/>
                <a:prstDash val="solid"/>
              </a:ln>
            </p:spPr>
            <p:txBody>
              <a:bodyPr anchor="t" rtlCol="false" wrap="square" lIns="91440" rIns="91440" tIns="45720" bIns="45720">
                <a:noAutofit/>
              </a:bodyPr>
              <a:lstStyle/>
              <a:p>
                <a:pPr algn="ctr">
                  <a:defRPr/>
                </a:pPr>
                <a:endParaRPr/>
              </a:p>
            </p:txBody>
          </p:sp>
          <p:sp>
            <p:nvSpPr>
              <p:cNvPr name="Freeform 8" id="8"/>
              <p:cNvSpPr/>
              <p:nvPr/>
            </p:nvSpPr>
            <p:spPr>
              <a:xfrm rot="0" flipH="false" flipV="false">
                <a:off x="11784216" y="4889417"/>
                <a:ext cx="191049" cy="188912"/>
              </a:xfrm>
              <a:custGeom>
                <a:avLst/>
                <a:gdLst/>
                <a:ahLst/>
                <a:cxnLst/>
                <a:rect r="r" b="b" t="t" l="l"/>
                <a:pathLst>
                  <a:path h="188912" w="191049">
                    <a:moveTo>
                      <a:pt x="95524" y="188913"/>
                    </a:moveTo>
                    <a:cubicBezTo>
                      <a:pt x="42986" y="188913"/>
                      <a:pt x="0" y="146408"/>
                      <a:pt x="0" y="94456"/>
                    </a:cubicBezTo>
                    <a:cubicBezTo>
                      <a:pt x="0" y="42506"/>
                      <a:pt x="42986" y="0"/>
                      <a:pt x="95524" y="0"/>
                    </a:cubicBezTo>
                    <a:cubicBezTo>
                      <a:pt x="148063" y="0"/>
                      <a:pt x="191049" y="42506"/>
                      <a:pt x="191049" y="94456"/>
                    </a:cubicBezTo>
                    <a:cubicBezTo>
                      <a:pt x="191049" y="146408"/>
                      <a:pt x="148063" y="188913"/>
                      <a:pt x="95524" y="188913"/>
                    </a:cubicBezTo>
                    <a:close/>
                    <a:moveTo>
                      <a:pt x="95524" y="18891"/>
                    </a:moveTo>
                    <a:cubicBezTo>
                      <a:pt x="52539" y="18891"/>
                      <a:pt x="19105" y="51951"/>
                      <a:pt x="19105" y="94456"/>
                    </a:cubicBezTo>
                    <a:cubicBezTo>
                      <a:pt x="19105" y="136962"/>
                      <a:pt x="52539" y="170021"/>
                      <a:pt x="95524" y="170021"/>
                    </a:cubicBezTo>
                    <a:cubicBezTo>
                      <a:pt x="138510" y="170021"/>
                      <a:pt x="171944" y="136962"/>
                      <a:pt x="171944" y="94456"/>
                    </a:cubicBezTo>
                    <a:cubicBezTo>
                      <a:pt x="171944" y="51951"/>
                      <a:pt x="138510" y="18891"/>
                      <a:pt x="95524" y="18891"/>
                    </a:cubicBezTo>
                    <a:close/>
                  </a:path>
                </a:pathLst>
              </a:custGeom>
              <a:solidFill>
                <a:srgbClr val="549E39">
                  <a:alpha val="100000"/>
                </a:srgbClr>
              </a:solidFill>
              <a:ln w="12700">
                <a:noFill/>
                <a:prstDash val="solid"/>
              </a:ln>
            </p:spPr>
            <p:txBody>
              <a:bodyPr anchor="t" rtlCol="false" wrap="square" lIns="91440" rIns="91440" tIns="45720" bIns="45720">
                <a:noAutofit/>
              </a:bodyPr>
              <a:lstStyle/>
              <a:p>
                <a:pPr algn="ctr">
                  <a:defRPr/>
                </a:pPr>
                <a:endParaRPr/>
              </a:p>
            </p:txBody>
          </p:sp>
          <p:sp>
            <p:nvSpPr>
              <p:cNvPr name="Freeform 9" id="9"/>
              <p:cNvSpPr/>
              <p:nvPr/>
            </p:nvSpPr>
            <p:spPr>
              <a:xfrm rot="0" flipH="false" flipV="false">
                <a:off x="11586746" y="5068805"/>
                <a:ext cx="311457" cy="1801812"/>
              </a:xfrm>
              <a:custGeom>
                <a:avLst/>
                <a:gdLst/>
                <a:ahLst/>
                <a:cxnLst/>
                <a:rect r="r" b="b" t="t" l="l"/>
                <a:pathLst>
                  <a:path h="1801812" w="311457">
                    <a:moveTo>
                      <a:pt x="28898" y="1801813"/>
                    </a:moveTo>
                    <a:lnTo>
                      <a:pt x="0" y="1801813"/>
                    </a:lnTo>
                    <a:lnTo>
                      <a:pt x="0" y="561975"/>
                    </a:lnTo>
                    <a:lnTo>
                      <a:pt x="282558" y="280987"/>
                    </a:lnTo>
                    <a:lnTo>
                      <a:pt x="282558" y="0"/>
                    </a:lnTo>
                    <a:lnTo>
                      <a:pt x="311457" y="0"/>
                    </a:lnTo>
                    <a:lnTo>
                      <a:pt x="311457" y="290513"/>
                    </a:lnTo>
                    <a:lnTo>
                      <a:pt x="28898" y="571500"/>
                    </a:lnTo>
                    <a:lnTo>
                      <a:pt x="28898" y="1801813"/>
                    </a:lnTo>
                    <a:close/>
                  </a:path>
                </a:pathLst>
              </a:custGeom>
              <a:solidFill>
                <a:srgbClr val="549E39">
                  <a:alpha val="100000"/>
                </a:srgbClr>
              </a:solidFill>
              <a:ln w="12700">
                <a:noFill/>
                <a:prstDash val="solid"/>
              </a:ln>
            </p:spPr>
            <p:txBody>
              <a:bodyPr anchor="t" rtlCol="false" wrap="square" lIns="91440" rIns="91440" tIns="45720" bIns="45720">
                <a:noAutofit/>
              </a:bodyPr>
              <a:lstStyle/>
              <a:p>
                <a:pPr algn="ctr">
                  <a:defRPr/>
                </a:pPr>
                <a:endParaRPr/>
              </a:p>
            </p:txBody>
          </p:sp>
          <p:sp>
            <p:nvSpPr>
              <p:cNvPr name="Freeform 10" id="10"/>
              <p:cNvSpPr/>
              <p:nvPr/>
            </p:nvSpPr>
            <p:spPr>
              <a:xfrm rot="0" flipH="false" flipV="false">
                <a:off x="11999346" y="6438817"/>
                <a:ext cx="192654" cy="188913"/>
              </a:xfrm>
              <a:custGeom>
                <a:avLst/>
                <a:gdLst/>
                <a:ahLst/>
                <a:cxnLst/>
                <a:rect r="r" b="b" t="t" l="l"/>
                <a:pathLst>
                  <a:path h="188913" w="192654">
                    <a:moveTo>
                      <a:pt x="96327" y="188913"/>
                    </a:moveTo>
                    <a:cubicBezTo>
                      <a:pt x="43348" y="188913"/>
                      <a:pt x="0" y="146408"/>
                      <a:pt x="0" y="94456"/>
                    </a:cubicBezTo>
                    <a:cubicBezTo>
                      <a:pt x="0" y="42506"/>
                      <a:pt x="43348" y="0"/>
                      <a:pt x="96327" y="0"/>
                    </a:cubicBezTo>
                    <a:cubicBezTo>
                      <a:pt x="149306" y="0"/>
                      <a:pt x="192654" y="42506"/>
                      <a:pt x="192654" y="94456"/>
                    </a:cubicBezTo>
                    <a:cubicBezTo>
                      <a:pt x="192654" y="146408"/>
                      <a:pt x="149306" y="188913"/>
                      <a:pt x="96327" y="188913"/>
                    </a:cubicBezTo>
                    <a:close/>
                    <a:moveTo>
                      <a:pt x="96327" y="18891"/>
                    </a:moveTo>
                    <a:cubicBezTo>
                      <a:pt x="57796" y="18891"/>
                      <a:pt x="19266" y="51951"/>
                      <a:pt x="19266" y="94456"/>
                    </a:cubicBezTo>
                    <a:cubicBezTo>
                      <a:pt x="19266" y="136962"/>
                      <a:pt x="57796" y="170021"/>
                      <a:pt x="96327" y="170021"/>
                    </a:cubicBezTo>
                    <a:cubicBezTo>
                      <a:pt x="139675" y="170021"/>
                      <a:pt x="173388" y="136962"/>
                      <a:pt x="173388" y="94456"/>
                    </a:cubicBezTo>
                    <a:cubicBezTo>
                      <a:pt x="173388" y="51951"/>
                      <a:pt x="139675" y="18891"/>
                      <a:pt x="96327" y="18891"/>
                    </a:cubicBezTo>
                    <a:close/>
                  </a:path>
                </a:pathLst>
              </a:custGeom>
              <a:solidFill>
                <a:srgbClr val="549E39">
                  <a:alpha val="100000"/>
                </a:srgbClr>
              </a:solidFill>
              <a:ln w="12700">
                <a:noFill/>
                <a:prstDash val="solid"/>
              </a:ln>
            </p:spPr>
            <p:txBody>
              <a:bodyPr anchor="t" rtlCol="false" wrap="square" lIns="91440" rIns="91440" tIns="45720" bIns="45720">
                <a:noAutofit/>
              </a:bodyPr>
              <a:lstStyle/>
              <a:p>
                <a:pPr algn="ctr">
                  <a:defRPr/>
                </a:pPr>
                <a:endParaRPr/>
              </a:p>
            </p:txBody>
          </p:sp>
          <p:sp>
            <p:nvSpPr>
              <p:cNvPr name="AutoShape 11" id="11"/>
              <p:cNvSpPr/>
              <p:nvPr/>
            </p:nvSpPr>
            <p:spPr>
              <a:xfrm rot="0" flipH="false" flipV="false">
                <a:off x="12090856" y="6618205"/>
                <a:ext cx="24082" cy="252413"/>
              </a:xfrm>
              <a:prstGeom prst="rect">
                <a:avLst/>
              </a:prstGeom>
              <a:solidFill>
                <a:srgbClr val="549E39">
                  <a:alpha val="100000"/>
                </a:srgbClr>
              </a:solidFill>
              <a:ln w="12700">
                <a:noFill/>
                <a:prstDash val="solid"/>
              </a:ln>
            </p:spPr>
            <p:txBody>
              <a:bodyPr anchor="t" rtlCol="false" wrap="square" lIns="91440" rIns="91440" tIns="45720" bIns="45720">
                <a:noAutofit/>
              </a:bodyPr>
              <a:lstStyle/>
              <a:p>
                <a:pPr algn="ctr">
                  <a:defRPr/>
                </a:pPr>
                <a:endParaRPr/>
              </a:p>
            </p:txBody>
          </p:sp>
        </p:grpSp>
      </p:grpSp>
      <p:sp>
        <p:nvSpPr>
          <p:cNvPr name="AutoShape 12" id="12"/>
          <p:cNvSpPr/>
          <p:nvPr>
            <p:ph idx="20" type="body" sz="quarter" hasCustomPrompt="true"/>
          </p:nvPr>
        </p:nvSpPr>
        <p:spPr>
          <a:xfrm rot="0" flipH="false" flipV="false">
            <a:off x="0" y="0"/>
            <a:ext cx="4659313" cy="6858000"/>
          </a:xfrm>
          <a:prstGeom prst="rect">
            <a:avLst/>
          </a:prstGeom>
          <a:solidFill>
            <a:srgbClr val="8B0012">
              <a:alpha val="100000"/>
            </a:srgbClr>
          </a:solidFill>
          <a:ln w="12700">
            <a:noFill/>
            <a:prstDash val="solid"/>
          </a:ln>
        </p:spPr>
        <p:txBody>
          <a:bodyPr anchor="ctr" wrap="square" lIns="91440" rIns="91440" tIns="45720" bIns="45720">
            <a:normAutofit lnSpcReduction="0"/>
          </a:bodyPr>
          <a:lstStyle>
            <a:lvl1pPr algn="ctr">
              <a:lnSpc>
                <a:spcPct val="100000"/>
              </a:lnSpc>
              <a:defRPr sz="3200" b="true" i="false" u="none" strike="noStrike" spc="0">
                <a:solidFill>
                  <a:srgbClr val="FFFFFF">
                    <a:alpha val="100000"/>
                  </a:srgbClr>
                </a:solidFill>
                <a:latin typeface="Calibri"/>
              </a:defRPr>
            </a:lvl1pPr>
          </a:lstStyle>
          <a:p>
            <a:pPr algn="ctr" indent="0">
              <a:lnSpc>
                <a:spcPct val="100000"/>
              </a:lnSpc>
              <a:spcBef>
                <a:spcPts val="1500"/>
              </a:spcBef>
            </a:pPr>
            <a:r>
              <a:rPr lang="en-US" b="true" i="false" strike="noStrike" u="none" sz="32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Outline</a:t>
            </a:r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EFAULT">
    <p:bg>
      <p:bgPr>
        <a:blipFill dpi="0" rotWithShape="true">
          <a:blip r:embed="rId2">
            <a:lum/>
          </a:blip>
          <a:srcRect/>
          <a:stretch>
            <a:fillRect l="0" r="0" t="0" b="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自定义版式">
    <p:bg>
      <p:bgPr>
        <a:blipFill dpi="0" rotWithShape="true">
          <a:blip r:embed="rId2">
            <a:lum/>
          </a:blip>
          <a:srcRect/>
          <a:stretch>
            <a:fillRect l="0" r="0" t="0" b="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Unnamed Layout">
    <p:bg>
      <p:bgPr>
        <a:blipFill dpi="0" rotWithShape="true">
          <a:blip r:embed="rId2">
            <a:lum/>
          </a:blip>
          <a:srcRect/>
          <a:stretch>
            <a:fillRect l="0" r="0" t="0" b="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1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>
            <p:ph idx="21" type="body" sz="quarter" hasCustomPrompt="true"/>
          </p:nvPr>
        </p:nvSpPr>
        <p:spPr>
          <a:xfrm rot="0" flipH="false" flipV="false">
            <a:off x="1256418" y="5448300"/>
            <a:ext cx="10396122" cy="44767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wrap="square" lIns="91440" rIns="91440" tIns="45720" bIns="45720">
            <a:noAutofit/>
          </a:bodyPr>
          <a:lstStyle>
            <a:lvl1pPr algn="ctr">
              <a:lnSpc>
                <a:spcPct val="100000"/>
              </a:lnSpc>
              <a:defRPr sz="2400" b="false" i="false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ctr" indent="0">
              <a:lnSpc>
                <a:spcPct val="100000"/>
              </a:lnSpc>
            </a:pPr>
            <a:r>
              <a:rPr lang="en-US" b="false" i="false" strike="noStrike" u="none" sz="2400">
                <a:solidFill>
                  <a:srgbClr val="262626"/>
                </a:solidFill>
                <a:latin typeface="Calibri Light"/>
                <a:ea typeface="Calibri Light"/>
                <a:cs typeface="Calibri Light"/>
                <a:sym typeface="Calibri Light"/>
              </a:rPr>
              <a:t>日期</a:t>
            </a:r>
          </a:p>
        </p:txBody>
      </p:sp>
      <p:sp>
        <p:nvSpPr>
          <p:cNvPr name="AutoShape 3" id="3"/>
          <p:cNvSpPr/>
          <p:nvPr>
            <p:ph idx="22" type="body" sz="quarter" hasCustomPrompt="true"/>
          </p:nvPr>
        </p:nvSpPr>
        <p:spPr>
          <a:xfrm rot="0" flipH="false" flipV="false">
            <a:off x="1256418" y="6356351"/>
            <a:ext cx="10396122" cy="36512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vert="horz" wrap="square" lIns="91440" rIns="91440" tIns="45720" bIns="45720">
            <a:noAutofit/>
          </a:bodyPr>
          <a:lstStyle>
            <a:lvl1pPr algn="l">
              <a:lnSpc>
                <a:spcPct val="100000"/>
              </a:lnSpc>
              <a:defRPr sz="1400" b="false" i="false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l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A5A5A5"/>
                </a:solidFill>
                <a:latin typeface="Garamond"/>
                <a:ea typeface="Garamond"/>
                <a:cs typeface="Garamond"/>
                <a:sym typeface="Garamond"/>
              </a:rPr>
              <a:t>页脚</a:t>
            </a:r>
          </a:p>
        </p:txBody>
      </p:sp>
      <p:sp>
        <p:nvSpPr>
          <p:cNvPr name="AutoShape 4" id="4"/>
          <p:cNvSpPr/>
          <p:nvPr>
            <p:ph idx="23" type="body" sz="quarter" hasCustomPrompt="true"/>
          </p:nvPr>
        </p:nvSpPr>
        <p:spPr>
          <a:xfrm rot="0" flipH="false" flipV="false">
            <a:off x="1260390" y="1895447"/>
            <a:ext cx="10392032" cy="23876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wrap="square" lIns="91440" rIns="91440" tIns="45720" bIns="45720">
            <a:normAutofit lnSpcReduction="0"/>
          </a:bodyPr>
          <a:lstStyle>
            <a:lvl1pPr algn="ctr">
              <a:lnSpc>
                <a:spcPct val="100000"/>
              </a:lnSpc>
              <a:defRPr sz="5100" b="false" i="false" u="none" strike="noStrike" spc="0">
                <a:solidFill>
                  <a:srgbClr val="262626">
                    <a:alpha val="100000"/>
                  </a:srgbClr>
                </a:solidFill>
                <a:latin typeface="微软雅黑"/>
              </a:defRPr>
            </a:lvl1pPr>
          </a:lstStyle>
          <a:p>
            <a:pPr algn="ctr" indent="0">
              <a:lnSpc>
                <a:spcPct val="100000"/>
              </a:lnSpc>
              <a:spcBef>
                <a:spcPts val="1500"/>
              </a:spcBef>
            </a:pPr>
            <a:r>
              <a:rPr lang="en-US" b="false" i="false" strike="noStrike" u="none" sz="5100">
                <a:solidFill>
                  <a:srgbClr val="262626"/>
                </a:solidFill>
                <a:latin typeface="微软雅黑"/>
                <a:ea typeface="微软雅黑"/>
                <a:cs typeface="微软雅黑"/>
                <a:sym typeface="微软雅黑"/>
              </a:rPr>
              <a:t>单击此处编辑母版标题样式</a:t>
            </a:r>
          </a:p>
        </p:txBody>
      </p:sp>
      <p:sp>
        <p:nvSpPr>
          <p:cNvPr name="AutoShape 5" id="5"/>
          <p:cNvSpPr/>
          <p:nvPr>
            <p:ph idx="24" type="body" sz="quarter" hasCustomPrompt="true"/>
          </p:nvPr>
        </p:nvSpPr>
        <p:spPr>
          <a:xfrm rot="0" flipH="false" flipV="false">
            <a:off x="1260390" y="4846320"/>
            <a:ext cx="10392032" cy="47498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wrap="square" lIns="91440" rIns="91440" tIns="45720" bIns="45720">
            <a:noAutofit/>
          </a:bodyPr>
          <a:lstStyle>
            <a:lvl1pPr algn="ctr">
              <a:lnSpc>
                <a:spcPct val="100000"/>
              </a:lnSpc>
              <a:defRPr sz="2400" b="false" i="false" u="none" strike="noStrike" spc="0">
                <a:solidFill>
                  <a:srgbClr val="262626">
                    <a:alpha val="100000"/>
                  </a:srgbClr>
                </a:solidFill>
                <a:latin typeface="微软雅黑"/>
              </a:defRPr>
            </a:lvl1pPr>
          </a:lstStyle>
          <a:p>
            <a:pPr algn="ctr" indent="0">
              <a:lnSpc>
                <a:spcPct val="100000"/>
              </a:lnSpc>
              <a:spcBef>
                <a:spcPts val="1500"/>
              </a:spcBef>
            </a:pPr>
            <a:r>
              <a:rPr lang="en-US" b="false" i="false" strike="noStrike" u="none" sz="2400">
                <a:solidFill>
                  <a:srgbClr val="262626"/>
                </a:solidFill>
                <a:latin typeface="微软雅黑"/>
                <a:ea typeface="微软雅黑"/>
                <a:cs typeface="微软雅黑"/>
                <a:sym typeface="微软雅黑"/>
              </a:rPr>
              <a:t>单击此处编辑母版副标题样式</a:t>
            </a:r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7_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>
            <p:ph idx="25" type="pic" sz="quarter"/>
          </p:nvPr>
        </p:nvSpPr>
        <p:spPr>
          <a:xfrm rot="0" flipH="false" flipV="false">
            <a:off x="0" y="1"/>
            <a:ext cx="12192000" cy="68580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lIns="63500" rIns="63500" tIns="63500" bIns="63500"/>
          <a:lstStyle>
            <a:lvl1pPr algn="ctr">
              <a:defRPr sz="1600" b="false" i="false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ctr"/>
            <a:endParaRPr/>
          </a:p>
        </p:txBody>
      </p:sp>
      <p:sp>
        <p:nvSpPr>
          <p:cNvPr name="AutoShape 3" id="3"/>
          <p:cNvSpPr/>
          <p:nvPr>
            <p:ph idx="26" type="body" sz="quarter" hasCustomPrompt="true"/>
          </p:nvPr>
        </p:nvSpPr>
        <p:spPr>
          <a:xfrm rot="0" flipH="false" flipV="false">
            <a:off x="727587" y="1622323"/>
            <a:ext cx="10943800" cy="302833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wrap="square" lIns="91440" rIns="91440" tIns="45720" bIns="45720">
            <a:noAutofit/>
          </a:bodyPr>
          <a:lstStyle>
            <a:lvl1pPr algn="l">
              <a:lnSpc>
                <a:spcPct val="91666"/>
              </a:lnSpc>
              <a:defRPr sz="4400" b="false" i="false" u="none" strike="noStrike" spc="0">
                <a:solidFill>
                  <a:srgbClr val="44546A">
                    <a:alpha val="100000"/>
                  </a:srgbClr>
                </a:solidFill>
                <a:latin typeface="Pretendard"/>
              </a:defRPr>
            </a:lvl1pPr>
          </a:lstStyle>
          <a:p>
            <a:pPr algn="l" indent="0">
              <a:lnSpc>
                <a:spcPct val="91666"/>
              </a:lnSpc>
            </a:pPr>
            <a:r>
              <a:rPr lang="en-US" b="false" i="false" strike="noStrike" u="none" sz="4400">
                <a:solidFill>
                  <a:srgbClr val="44546A"/>
                </a:solidFill>
                <a:latin typeface="Pretendard"/>
                <a:ea typeface="Pretendard"/>
                <a:cs typeface="Pretendard"/>
                <a:sym typeface="Pretendard"/>
              </a:rPr>
              <a:t>마스터</a:t>
            </a:r>
            <a:r>
              <a:rPr lang="en-US" b="false" i="false" strike="noStrike" u="none" sz="4400">
                <a:solidFill>
                  <a:srgbClr val="44546A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 </a:t>
            </a:r>
            <a:r>
              <a:rPr lang="en-US" b="false" i="false" strike="noStrike" u="none" sz="4400">
                <a:solidFill>
                  <a:srgbClr val="44546A"/>
                </a:solidFill>
                <a:latin typeface="Pretendard"/>
                <a:ea typeface="Pretendard"/>
                <a:cs typeface="Pretendard"/>
                <a:sym typeface="Pretendard"/>
              </a:rPr>
              <a:t>제목</a:t>
            </a:r>
            <a:r>
              <a:rPr lang="en-US" b="false" i="false" strike="noStrike" u="none" sz="4400">
                <a:solidFill>
                  <a:srgbClr val="44546A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 </a:t>
            </a:r>
            <a:r>
              <a:rPr lang="en-US" b="false" i="false" strike="noStrike" u="none" sz="4400">
                <a:solidFill>
                  <a:srgbClr val="44546A"/>
                </a:solidFill>
                <a:latin typeface="Pretendard"/>
                <a:ea typeface="Pretendard"/>
                <a:cs typeface="Pretendard"/>
                <a:sym typeface="Pretendard"/>
              </a:rPr>
              <a:t>스타일</a:t>
            </a:r>
            <a:r>
              <a:rPr lang="en-US" b="false" i="false" strike="noStrike" u="none" sz="4400">
                <a:solidFill>
                  <a:srgbClr val="44546A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 </a:t>
            </a:r>
            <a:r>
              <a:rPr lang="en-US" b="false" i="false" strike="noStrike" u="none" sz="4400">
                <a:solidFill>
                  <a:srgbClr val="44546A"/>
                </a:solidFill>
                <a:latin typeface="Pretendard"/>
                <a:ea typeface="Pretendard"/>
                <a:cs typeface="Pretendard"/>
                <a:sym typeface="Pretendard"/>
              </a:rPr>
              <a:t>편집</a:t>
            </a:r>
          </a:p>
        </p:txBody>
      </p:sp>
      <p:grpSp>
        <p:nvGrpSpPr>
          <p:cNvPr name="Group 4" id="4"/>
          <p:cNvGrpSpPr/>
          <p:nvPr/>
        </p:nvGrpSpPr>
        <p:grpSpPr>
          <a:xfrm>
            <a:off x="9247450" y="217531"/>
            <a:ext cx="2580450" cy="547850"/>
            <a:chOff x="9247450" y="217531"/>
            <a:chExt cx="2580450" cy="547850"/>
          </a:xfrm>
        </p:grpSpPr>
        <p:pic>
          <p:nvPicPr>
            <p:cNvPr name="Picture 5" id="5"/>
            <p:cNvPicPr>
              <a:picLocks noChangeAspect="true"/>
            </p:cNvPicPr>
            <p:nvPr/>
          </p:nvPicPr>
          <p:blipFill>
            <a:blip r:embed="rId2"/>
            <a:srcRect l="0" r="0" t="0" b="0"/>
            <a:stretch>
              <a:fillRect/>
            </a:stretch>
          </p:blipFill>
          <p:spPr>
            <a:xfrm rot="0" flipH="false" flipV="false">
              <a:off x="9247450" y="319584"/>
              <a:ext cx="1096400" cy="336123"/>
            </a:xfrm>
            <a:prstGeom prst="rect">
              <a:avLst/>
            </a:prstGeom>
            <a:ln w="12700">
              <a:noFill/>
              <a:prstDash val="solid"/>
            </a:ln>
          </p:spPr>
        </p:pic>
        <p:pic>
          <p:nvPicPr>
            <p:cNvPr name="Picture 6" id="6"/>
            <p:cNvPicPr>
              <a:picLocks noChangeAspect="true"/>
            </p:cNvPicPr>
            <p:nvPr/>
          </p:nvPicPr>
          <p:blipFill>
            <a:blip r:embed="rId3"/>
            <a:srcRect l="13229" r="10431" t="29811" b="29796"/>
            <a:stretch>
              <a:fillRect/>
            </a:stretch>
          </p:blipFill>
          <p:spPr>
            <a:xfrm rot="0" flipH="false" flipV="false">
              <a:off x="10553199" y="217531"/>
              <a:ext cx="1274701" cy="547850"/>
            </a:xfrm>
            <a:prstGeom prst="rect">
              <a:avLst/>
            </a:prstGeom>
            <a:ln w="12700">
              <a:noFill/>
              <a:prstDash val="solid"/>
            </a:ln>
          </p:spPr>
        </p:pic>
      </p:grp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8_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>
            <p:ph idx="27" type="pic" sz="quarter"/>
          </p:nvPr>
        </p:nvSpPr>
        <p:spPr>
          <a:xfrm rot="0" flipH="false" flipV="false">
            <a:off x="0" y="1"/>
            <a:ext cx="12192000" cy="68580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lIns="63500" rIns="63500" tIns="63500" bIns="63500"/>
          <a:lstStyle>
            <a:lvl1pPr algn="ctr">
              <a:defRPr sz="1600" b="false" i="false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ctr"/>
            <a:endParaRPr/>
          </a:p>
        </p:txBody>
      </p:sp>
      <p:sp>
        <p:nvSpPr>
          <p:cNvPr name="AutoShape 3" id="3"/>
          <p:cNvSpPr/>
          <p:nvPr>
            <p:ph idx="28" type="body" sz="quarter" hasCustomPrompt="true"/>
          </p:nvPr>
        </p:nvSpPr>
        <p:spPr>
          <a:xfrm rot="0" flipH="false" flipV="false">
            <a:off x="3136489" y="3716594"/>
            <a:ext cx="8534897" cy="2664541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wrap="square" lIns="91440" rIns="91440" tIns="45720" bIns="45720">
            <a:noAutofit/>
          </a:bodyPr>
          <a:lstStyle>
            <a:lvl1pPr algn="r">
              <a:lnSpc>
                <a:spcPct val="91666"/>
              </a:lnSpc>
              <a:defRPr sz="4400" b="false" i="false" u="none" strike="noStrike" spc="0">
                <a:solidFill>
                  <a:srgbClr val="44546A">
                    <a:alpha val="100000"/>
                  </a:srgbClr>
                </a:solidFill>
                <a:latin typeface="Pretendard"/>
              </a:defRPr>
            </a:lvl1pPr>
          </a:lstStyle>
          <a:p>
            <a:pPr algn="r" indent="0">
              <a:lnSpc>
                <a:spcPct val="91666"/>
              </a:lnSpc>
            </a:pPr>
            <a:r>
              <a:rPr lang="en-US" b="false" i="false" strike="noStrike" u="none" sz="4400">
                <a:solidFill>
                  <a:srgbClr val="44546A"/>
                </a:solidFill>
                <a:latin typeface="Pretendard"/>
                <a:ea typeface="Pretendard"/>
                <a:cs typeface="Pretendard"/>
                <a:sym typeface="Pretendard"/>
              </a:rPr>
              <a:t>마스터</a:t>
            </a:r>
            <a:r>
              <a:rPr lang="en-US" b="false" i="false" strike="noStrike" u="none" sz="4400">
                <a:solidFill>
                  <a:srgbClr val="44546A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 </a:t>
            </a:r>
            <a:r>
              <a:rPr lang="en-US" b="false" i="false" strike="noStrike" u="none" sz="4400">
                <a:solidFill>
                  <a:srgbClr val="44546A"/>
                </a:solidFill>
                <a:latin typeface="Pretendard"/>
                <a:ea typeface="Pretendard"/>
                <a:cs typeface="Pretendard"/>
                <a:sym typeface="Pretendard"/>
              </a:rPr>
              <a:t>제목</a:t>
            </a:r>
            <a:r>
              <a:rPr lang="en-US" b="false" i="false" strike="noStrike" u="none" sz="4400">
                <a:solidFill>
                  <a:srgbClr val="44546A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 </a:t>
            </a:r>
            <a:r>
              <a:rPr lang="en-US" b="false" i="false" strike="noStrike" u="none" sz="4400">
                <a:solidFill>
                  <a:srgbClr val="44546A"/>
                </a:solidFill>
                <a:latin typeface="Pretendard"/>
                <a:ea typeface="Pretendard"/>
                <a:cs typeface="Pretendard"/>
                <a:sym typeface="Pretendard"/>
              </a:rPr>
              <a:t>스타일</a:t>
            </a:r>
            <a:r>
              <a:rPr lang="en-US" b="false" i="false" strike="noStrike" u="none" sz="4400">
                <a:solidFill>
                  <a:srgbClr val="44546A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 </a:t>
            </a:r>
            <a:r>
              <a:rPr lang="en-US" b="false" i="false" strike="noStrike" u="none" sz="4400">
                <a:solidFill>
                  <a:srgbClr val="44546A"/>
                </a:solidFill>
                <a:latin typeface="Pretendard"/>
                <a:ea typeface="Pretendard"/>
                <a:cs typeface="Pretendard"/>
                <a:sym typeface="Pretendard"/>
              </a:rPr>
              <a:t>편집</a:t>
            </a:r>
          </a:p>
        </p:txBody>
      </p:sp>
      <p:grpSp>
        <p:nvGrpSpPr>
          <p:cNvPr name="Group 4" id="4"/>
          <p:cNvGrpSpPr/>
          <p:nvPr/>
        </p:nvGrpSpPr>
        <p:grpSpPr>
          <a:xfrm>
            <a:off x="9247450" y="217531"/>
            <a:ext cx="2580450" cy="547850"/>
            <a:chOff x="9247450" y="217531"/>
            <a:chExt cx="2580450" cy="547850"/>
          </a:xfrm>
        </p:grpSpPr>
        <p:pic>
          <p:nvPicPr>
            <p:cNvPr name="Picture 5" id="5"/>
            <p:cNvPicPr>
              <a:picLocks noChangeAspect="true"/>
            </p:cNvPicPr>
            <p:nvPr/>
          </p:nvPicPr>
          <p:blipFill>
            <a:blip r:embed="rId2"/>
            <a:srcRect l="0" r="0" t="0" b="0"/>
            <a:stretch>
              <a:fillRect/>
            </a:stretch>
          </p:blipFill>
          <p:spPr>
            <a:xfrm rot="0" flipH="false" flipV="false">
              <a:off x="9247450" y="319584"/>
              <a:ext cx="1096400" cy="336123"/>
            </a:xfrm>
            <a:prstGeom prst="rect">
              <a:avLst/>
            </a:prstGeom>
            <a:ln w="12700">
              <a:noFill/>
              <a:prstDash val="solid"/>
            </a:ln>
          </p:spPr>
        </p:pic>
        <p:pic>
          <p:nvPicPr>
            <p:cNvPr name="Picture 6" id="6"/>
            <p:cNvPicPr>
              <a:picLocks noChangeAspect="true"/>
            </p:cNvPicPr>
            <p:nvPr/>
          </p:nvPicPr>
          <p:blipFill>
            <a:blip r:embed="rId3"/>
            <a:srcRect l="13229" r="10431" t="29811" b="29796"/>
            <a:stretch>
              <a:fillRect/>
            </a:stretch>
          </p:blipFill>
          <p:spPr>
            <a:xfrm rot="0" flipH="false" flipV="false">
              <a:off x="10553199" y="217531"/>
              <a:ext cx="1274701" cy="547850"/>
            </a:xfrm>
            <a:prstGeom prst="rect">
              <a:avLst/>
            </a:prstGeom>
            <a:ln w="12700">
              <a:noFill/>
              <a:prstDash val="solid"/>
            </a:ln>
          </p:spPr>
        </p:pic>
      </p:grp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13" Target="../media/image35.png" Type="http://schemas.openxmlformats.org/officeDocument/2006/relationships/imag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_rels/slideMaster2.xml.rels><?xml version="1.0" encoding="UTF-8" standalone="yes"?><Relationships xmlns="http://schemas.openxmlformats.org/package/2006/relationships"><Relationship Id="rId1" Target="../theme/theme3.xml" Type="http://schemas.openxmlformats.org/officeDocument/2006/relationships/theme"/><Relationship Id="rId10" Target="../slideLayouts/slideLayout17.xml" Type="http://schemas.openxmlformats.org/officeDocument/2006/relationships/slideLayout"/><Relationship Id="rId11" Target="../slideLayouts/slideLayout18.xml" Type="http://schemas.openxmlformats.org/officeDocument/2006/relationships/slideLayout"/><Relationship Id="rId12" Target="../slideLayouts/slideLayout19.xml" Type="http://schemas.openxmlformats.org/officeDocument/2006/relationships/slideLayout"/><Relationship Id="rId13" Target="../slideLayouts/slideLayout20.xml" Type="http://schemas.openxmlformats.org/officeDocument/2006/relationships/slideLayout"/><Relationship Id="rId14" Target="../slideLayouts/slideLayout21.xml" Type="http://schemas.openxmlformats.org/officeDocument/2006/relationships/slideLayout"/><Relationship Id="rId15" Target="../slideLayouts/slideLayout22.xml" Type="http://schemas.openxmlformats.org/officeDocument/2006/relationships/slideLayout"/><Relationship Id="rId16" Target="../media/image35.png" Type="http://schemas.openxmlformats.org/officeDocument/2006/relationships/image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3.png" Type="http://schemas.openxmlformats.org/officeDocument/2006/relationships/image"/><Relationship Id="rId5" Target="../slideLayouts/slideLayout12.xml" Type="http://schemas.openxmlformats.org/officeDocument/2006/relationships/slideLayout"/><Relationship Id="rId6" Target="../slideLayouts/slideLayout13.xml" Type="http://schemas.openxmlformats.org/officeDocument/2006/relationships/slideLayout"/><Relationship Id="rId7" Target="../slideLayouts/slideLayout14.xml" Type="http://schemas.openxmlformats.org/officeDocument/2006/relationships/slideLayout"/><Relationship Id="rId8" Target="../slideLayouts/slideLayout15.xml" Type="http://schemas.openxmlformats.org/officeDocument/2006/relationships/slideLayout"/><Relationship Id="rId9" Target="../slideLayouts/slideLayout16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hape 1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Arial"/>
              <a:buNone/>
              <a:defRPr b="0" i="0" sz="3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9pPr>
          </a:lstStyle>
          <a:p/>
        </p:txBody>
      </p:sp>
      <p:sp>
        <p:nvSpPr>
          <p:cNvPr id="7" name="Shape 2"/>
          <p:cNvSpPr txBox="1"/>
          <p:nvPr>
            <p:ph idx="1" type="body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61950" lvl="0" marL="4572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Shape 3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9" name="Shape 4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0" name="Shape 5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  <p:pic>
        <p:nvPicPr>
          <p:cNvPr name="Picture 1" id="1"/>
          <p:cNvPicPr>
            <a:picLocks noChangeAspect="true"/>
          </p:cNvPicPr>
          <p:nvPr/>
        </p:nvPicPr>
        <p:blipFill>
          <a:blip r:embed="rId13"/>
          <a:stretch>
            <a:fillRect/>
          </a:stretch>
        </p:blipFill>
        <p:spPr>
          <a:xfrm>
            <a:off x="9017000" y="5029200"/>
            <a:ext cx="2286000" cy="1371600"/>
          </a:xfrm>
          <a:prstGeom prst="rect">
            <a:avLst/>
          </a:prstGeom>
        </p:spPr>
      </p:pic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母版">
    <p:bg>
      <p:bgPr>
        <a:blipFill dpi="0" rotWithShape="true">
          <a:blip r:embed="rId2">
            <a:lum/>
          </a:blip>
          <a:srcRect/>
          <a:stretch>
            <a:fillRect l="0" r="0" t="0" b="0"/>
          </a:stretch>
        </a:blipFill>
        <a:effectLst/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1" id="1"/>
          <p:cNvSpPr/>
          <p:nvPr/>
        </p:nvSpPr>
        <p:spPr>
          <a:xfrm rot="0" flipH="false" flipV="true">
            <a:off x="-4185" y="529393"/>
            <a:ext cx="567982" cy="507999"/>
          </a:xfrm>
          <a:custGeom>
            <a:avLst/>
            <a:gdLst/>
            <a:ahLst/>
            <a:cxnLst/>
            <a:rect r="r" b="b" t="t" l="l"/>
            <a:pathLst>
              <a:path h="507999" w="567982">
                <a:moveTo>
                  <a:pt x="564624" y="238811"/>
                </a:moveTo>
                <a:lnTo>
                  <a:pt x="483240" y="9550"/>
                </a:lnTo>
                <a:cubicBezTo>
                  <a:pt x="482690" y="7925"/>
                  <a:pt x="482018" y="6401"/>
                  <a:pt x="481468" y="4775"/>
                </a:cubicBezTo>
                <a:cubicBezTo>
                  <a:pt x="479820" y="0"/>
                  <a:pt x="478111" y="0"/>
                  <a:pt x="476401" y="0"/>
                </a:cubicBezTo>
                <a:lnTo>
                  <a:pt x="444165" y="0"/>
                </a:lnTo>
                <a:lnTo>
                  <a:pt x="0" y="3556"/>
                </a:lnTo>
                <a:cubicBezTo>
                  <a:pt x="489" y="171704"/>
                  <a:pt x="1038" y="339851"/>
                  <a:pt x="1527" y="507999"/>
                </a:cubicBezTo>
                <a:lnTo>
                  <a:pt x="444165" y="506272"/>
                </a:lnTo>
                <a:lnTo>
                  <a:pt x="476401" y="506272"/>
                </a:lnTo>
                <a:cubicBezTo>
                  <a:pt x="478111" y="506272"/>
                  <a:pt x="479820" y="501496"/>
                  <a:pt x="481468" y="501496"/>
                </a:cubicBezTo>
                <a:cubicBezTo>
                  <a:pt x="481468" y="496721"/>
                  <a:pt x="483240" y="496721"/>
                  <a:pt x="483240" y="496721"/>
                </a:cubicBezTo>
                <a:lnTo>
                  <a:pt x="564624" y="267462"/>
                </a:lnTo>
                <a:cubicBezTo>
                  <a:pt x="567982" y="257912"/>
                  <a:pt x="567982" y="248361"/>
                  <a:pt x="564624" y="238811"/>
                </a:cubicBezTo>
                <a:close/>
              </a:path>
            </a:pathLst>
          </a:custGeom>
          <a:solidFill>
            <a:srgbClr val="8B0012">
              <a:alpha val="100000"/>
            </a:srgbClr>
          </a:solidFill>
          <a:ln w="12700">
            <a:noFill/>
            <a:prstDash val="solid"/>
          </a:ln>
        </p:spPr>
        <p:txBody>
          <a:bodyPr anchor="t" rtlCol="false" wrap="square" lIns="91440" rIns="91440" tIns="45720" bIns="45720">
            <a:noAutofit/>
          </a:bodyPr>
          <a:lstStyle/>
          <a:p>
            <a:pPr algn="l" indent="0">
              <a:lnSpc>
                <a:spcPct val="100000"/>
              </a:lnSpc>
              <a:defRPr/>
            </a:pPr>
            <a:r>
              <a:rPr lang="en-US" b="false" i="false" strike="noStrike" u="none"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lang="en-US" sz="1100"/>
          </a:p>
        </p:txBody>
      </p:sp>
      <p:grpSp>
        <p:nvGrpSpPr>
          <p:cNvPr name="Group 2" id="2"/>
          <p:cNvGrpSpPr/>
          <p:nvPr/>
        </p:nvGrpSpPr>
        <p:grpSpPr>
          <a:xfrm>
            <a:off x="9221415" y="158476"/>
            <a:ext cx="2580450" cy="547850"/>
            <a:chOff x="9221415" y="158476"/>
            <a:chExt cx="2580450" cy="547850"/>
          </a:xfrm>
        </p:grpSpPr>
        <p:pic>
          <p:nvPicPr>
            <p:cNvPr name="Picture 3" id="3"/>
            <p:cNvPicPr>
              <a:picLocks noChangeAspect="true"/>
            </p:cNvPicPr>
            <p:nvPr/>
          </p:nvPicPr>
          <p:blipFill>
            <a:blip r:embed="rId3"/>
            <a:srcRect l="0" r="0" t="0" b="0"/>
            <a:stretch>
              <a:fillRect/>
            </a:stretch>
          </p:blipFill>
          <p:spPr>
            <a:xfrm rot="0" flipH="false" flipV="false">
              <a:off x="9221415" y="260529"/>
              <a:ext cx="1096400" cy="336123"/>
            </a:xfrm>
            <a:prstGeom prst="rect">
              <a:avLst/>
            </a:prstGeom>
            <a:ln w="12700">
              <a:noFill/>
              <a:prstDash val="solid"/>
            </a:ln>
          </p:spPr>
        </p:pic>
        <p:pic>
          <p:nvPicPr>
            <p:cNvPr name="Picture 4" id="4"/>
            <p:cNvPicPr>
              <a:picLocks noChangeAspect="true"/>
            </p:cNvPicPr>
            <p:nvPr/>
          </p:nvPicPr>
          <p:blipFill>
            <a:blip r:embed="rId4"/>
            <a:srcRect l="13229" r="10430" t="29812" b="29795"/>
            <a:stretch>
              <a:fillRect/>
            </a:stretch>
          </p:blipFill>
          <p:spPr>
            <a:xfrm rot="0" flipH="false" flipV="false">
              <a:off x="10527164" y="158476"/>
              <a:ext cx="1274701" cy="547850"/>
            </a:xfrm>
            <a:prstGeom prst="rect">
              <a:avLst/>
            </a:prstGeom>
            <a:ln w="12700">
              <a:noFill/>
              <a:prstDash val="solid"/>
            </a:ln>
          </p:spPr>
        </p:pic>
      </p:grpSp>
      <p:pic>
        <p:nvPicPr>
          <p:cNvPr name="Picture 6" id="6"/>
          <p:cNvPicPr>
            <a:picLocks noChangeAspect="true"/>
          </p:cNvPicPr>
          <p:nvPr/>
        </p:nvPicPr>
        <p:blipFill>
          <a:blip r:embed="rId16"/>
          <a:stretch>
            <a:fillRect/>
          </a:stretch>
        </p:blipFill>
        <p:spPr>
          <a:xfrm>
            <a:off x="9017000" y="5029200"/>
            <a:ext cx="2286000" cy="1371600"/>
          </a:xfrm>
          <a:prstGeom prst="rect">
            <a:avLst/>
          </a:prstGeom>
        </p:spPr>
      </p:pic>
    </p:spTree>
  </p:cSld>
  <p:clrMap accent1="accent1" accent2="accent2" accent3="accent3" accent4="accent4" accent5="accent5" accent6="accent6" bg1="lt1" bg2="dk2" tx1="dk1" tx2="lt2" folHlink="folHlink" hlink="hlink"/>
  <p:sldLayoutIdLst>
    <p:sldLayoutId id="2157483699" r:id="rId5"/>
    <p:sldLayoutId id="2157483700" r:id="rId6"/>
    <p:sldLayoutId id="2157483701" r:id="rId7"/>
    <p:sldLayoutId id="2157483702" r:id="rId8"/>
    <p:sldLayoutId id="2157483703" r:id="rId9"/>
    <p:sldLayoutId id="2157483704" r:id="rId10"/>
    <p:sldLayoutId id="2157483705" r:id="rId11"/>
    <p:sldLayoutId id="2157483706" r:id="rId12"/>
    <p:sldLayoutId id="2157483707" r:id="rId13"/>
    <p:sldLayoutId id="2157483708" r:id="rId14"/>
    <p:sldLayoutId id="2157483709" r:id="rId15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21.xml" Type="http://schemas.openxmlformats.org/officeDocument/2006/relationships/slideLayout"/><Relationship Id="rId2" Target="../media/image4.jpeg" Type="http://schemas.openxmlformats.org/officeDocument/2006/relationships/image"/><Relationship Id="rId3" Target="../media/image2.png" Type="http://schemas.openxmlformats.org/officeDocument/2006/relationships/image"/><Relationship Id="rId4" Target="../media/image3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notesSlides/notesSlide1.xml" Type="http://schemas.openxmlformats.org/officeDocument/2006/relationships/notesSlide"/></Relationships>
</file>

<file path=ppt/slides/_rels/slide3.xml.rels><?xml version="1.0" encoding="UTF-8" standalone="yes"?><Relationships xmlns="http://schemas.openxmlformats.org/package/2006/relationships"><Relationship Id="rId1" Target="../slideLayouts/slideLayout14.xml" Type="http://schemas.openxmlformats.org/officeDocument/2006/relationships/slideLayout"/><Relationship Id="rId2" Target="../media/image5.png" Type="http://schemas.openxmlformats.org/officeDocument/2006/relationships/image"/><Relationship Id="rId3" Target="../media/image6.jpeg" Type="http://schemas.openxmlformats.org/officeDocument/2006/relationships/image"/><Relationship Id="rId4" Target="../notesSlides/notesSlide2.xml" Type="http://schemas.openxmlformats.org/officeDocument/2006/relationships/notesSlide"/></Relationships>
</file>

<file path=ppt/slides/_rels/slide4.xml.rels><?xml version="1.0" encoding="UTF-8" standalone="yes"?><Relationships xmlns="http://schemas.openxmlformats.org/package/2006/relationships"><Relationship Id="rId1" Target="../slideLayouts/slideLayout14.xml" Type="http://schemas.openxmlformats.org/officeDocument/2006/relationships/slideLayout"/><Relationship Id="rId2" Target="../notesSlides/notesSlide3.xml" Type="http://schemas.openxmlformats.org/officeDocument/2006/relationships/notesSlide"/></Relationships>
</file>

<file path=ppt/slides/_rels/slide5.xml.rels><?xml version="1.0" encoding="UTF-8" standalone="yes"?><Relationships xmlns="http://schemas.openxmlformats.org/package/2006/relationships"><Relationship Id="rId1" Target="../slideLayouts/slideLayout13.xml" Type="http://schemas.openxmlformats.org/officeDocument/2006/relationships/slideLayout"/><Relationship Id="rId2" Target="../media/image7.png" Type="http://schemas.openxmlformats.org/officeDocument/2006/relationships/image"/><Relationship Id="rId3" Target="../media/image8.png" Type="http://schemas.openxmlformats.org/officeDocument/2006/relationships/image"/><Relationship Id="rId4" Target="../media/image9.png" Type="http://schemas.openxmlformats.org/officeDocument/2006/relationships/image"/><Relationship Id="rId5" Target="../notesSlides/notesSlide4.xml" Type="http://schemas.openxmlformats.org/officeDocument/2006/relationships/notesSlide"/></Relationships>
</file>

<file path=ppt/slides/_rels/slide6.xml.rels><?xml version="1.0" encoding="UTF-8" standalone="yes"?><Relationships xmlns="http://schemas.openxmlformats.org/package/2006/relationships"><Relationship Id="rId1" Target="../slideLayouts/slideLayout13.xml" Type="http://schemas.openxmlformats.org/officeDocument/2006/relationships/slideLayout"/><Relationship Id="rId2" Target="../media/image10.png" Type="http://schemas.openxmlformats.org/officeDocument/2006/relationships/image"/><Relationship Id="rId3" Target="../media/image11.png" Type="http://schemas.openxmlformats.org/officeDocument/2006/relationships/image"/><Relationship Id="rId4" Target="../notesSlides/notesSlide5.xml" Type="http://schemas.openxmlformats.org/officeDocument/2006/relationships/notesSlide"/></Relationships>
</file>

<file path=ppt/slides/_rels/slide7.xml.rels><?xml version="1.0" encoding="UTF-8" standalone="yes"?><Relationships xmlns="http://schemas.openxmlformats.org/package/2006/relationships"><Relationship Id="rId1" Target="../slideLayouts/slideLayout13.xml" Type="http://schemas.openxmlformats.org/officeDocument/2006/relationships/slideLayout"/><Relationship Id="rId2" Target="../notesSlides/notesSlide6.xml" Type="http://schemas.openxmlformats.org/officeDocument/2006/relationships/notesSlide"/></Relationships>
</file>

<file path=ppt/slides/_rels/slide8.xml.rels><?xml version="1.0" encoding="UTF-8" standalone="yes"?><Relationships xmlns="http://schemas.openxmlformats.org/package/2006/relationships"><Relationship Id="rId1" Target="../slideLayouts/slideLayout13.xml" Type="http://schemas.openxmlformats.org/officeDocument/2006/relationships/slideLayout"/><Relationship Id="rId2" Target="../media/image5.png" Type="http://schemas.openxmlformats.org/officeDocument/2006/relationships/image"/><Relationship Id="rId3" Target="../media/image12.png" Type="http://schemas.openxmlformats.org/officeDocument/2006/relationships/image"/><Relationship Id="rId4" Target="../notesSlides/notesSlide7.xml" Type="http://schemas.openxmlformats.org/officeDocument/2006/relationships/notesSlide"/></Relationships>
</file>

<file path=ppt/slides/_rels/slide9.xml.rels><?xml version="1.0" encoding="UTF-8" standalone="yes"?><Relationships xmlns="http://schemas.openxmlformats.org/package/2006/relationships"><Relationship Id="rId1" Target="../slideLayouts/slideLayout13.xml" Type="http://schemas.openxmlformats.org/officeDocument/2006/relationships/slideLayout"/><Relationship Id="rId2" Target="../media/image13.png" Type="http://schemas.openxmlformats.org/officeDocument/2006/relationships/image"/><Relationship Id="rId3" Target="../notesSlides/notesSlide8.xml" Type="http://schemas.openxmlformats.org/officeDocument/2006/relationships/notesSlide"/></Relationships>
</file>

<file path=ppt/slides/_rels/slide10.xml.rels><?xml version="1.0" encoding="UTF-8" standalone="yes"?><Relationships xmlns="http://schemas.openxmlformats.org/package/2006/relationships"><Relationship Id="rId1" Target="../slideLayouts/slideLayout13.xml" Type="http://schemas.openxmlformats.org/officeDocument/2006/relationships/slideLayout"/><Relationship Id="rId2" Target="../media/image14.png" Type="http://schemas.openxmlformats.org/officeDocument/2006/relationships/image"/><Relationship Id="rId3" Target="../media/image15.png" Type="http://schemas.openxmlformats.org/officeDocument/2006/relationships/image"/><Relationship Id="rId4" Target="../notesSlides/notesSlide9.xml" Type="http://schemas.openxmlformats.org/officeDocument/2006/relationships/notesSlide"/></Relationships>
</file>

<file path=ppt/slides/_rels/slide11.xml.rels><?xml version="1.0" encoding="UTF-8" standalone="yes"?><Relationships xmlns="http://schemas.openxmlformats.org/package/2006/relationships"><Relationship Id="rId1" Target="../slideLayouts/slideLayout13.xml" Type="http://schemas.openxmlformats.org/officeDocument/2006/relationships/slideLayout"/><Relationship Id="rId2" Target="../notesSlides/notesSlide10.xml" Type="http://schemas.openxmlformats.org/officeDocument/2006/relationships/notesSlide"/></Relationships>
</file>

<file path=ppt/slides/_rels/slide12.xml.rels><?xml version="1.0" encoding="UTF-8" standalone="yes"?><Relationships xmlns="http://schemas.openxmlformats.org/package/2006/relationships"><Relationship Id="rId1" Target="../slideLayouts/slideLayout13.xml" Type="http://schemas.openxmlformats.org/officeDocument/2006/relationships/slideLayout"/><Relationship Id="rId2" Target="../media/image16.png" Type="http://schemas.openxmlformats.org/officeDocument/2006/relationships/image"/><Relationship Id="rId3" Target="../notesSlides/notesSlide11.xml" Type="http://schemas.openxmlformats.org/officeDocument/2006/relationships/notesSlide"/></Relationships>
</file>

<file path=ppt/slides/_rels/slide13.xml.rels><?xml version="1.0" encoding="UTF-8" standalone="yes"?><Relationships xmlns="http://schemas.openxmlformats.org/package/2006/relationships"><Relationship Id="rId1" Target="../slideLayouts/slideLayout13.xml" Type="http://schemas.openxmlformats.org/officeDocument/2006/relationships/slideLayout"/><Relationship Id="rId2" Target="../media/image17.png" Type="http://schemas.openxmlformats.org/officeDocument/2006/relationships/image"/><Relationship Id="rId3" Target="../notesSlides/notesSlide12.xml" Type="http://schemas.openxmlformats.org/officeDocument/2006/relationships/notesSlide"/></Relationships>
</file>

<file path=ppt/slides/_rels/slide14.xml.rels><?xml version="1.0" encoding="UTF-8" standalone="yes"?><Relationships xmlns="http://schemas.openxmlformats.org/package/2006/relationships"><Relationship Id="rId1" Target="../slideLayouts/slideLayout13.xml" Type="http://schemas.openxmlformats.org/officeDocument/2006/relationships/slideLayout"/><Relationship Id="rId2" Target="../media/image18.jpeg" Type="http://schemas.openxmlformats.org/officeDocument/2006/relationships/image"/><Relationship Id="rId3" Target="../media/image19.jpeg" Type="http://schemas.openxmlformats.org/officeDocument/2006/relationships/image"/><Relationship Id="rId4" Target="../notesSlides/notesSlide13.xml" Type="http://schemas.openxmlformats.org/officeDocument/2006/relationships/notesSlide"/></Relationships>
</file>

<file path=ppt/slides/_rels/slide15.xml.rels><?xml version="1.0" encoding="UTF-8" standalone="yes"?><Relationships xmlns="http://schemas.openxmlformats.org/package/2006/relationships"><Relationship Id="rId1" Target="../slideLayouts/slideLayout13.xml" Type="http://schemas.openxmlformats.org/officeDocument/2006/relationships/slideLayout"/><Relationship Id="rId2" Target="../notesSlides/notesSlide14.xml" Type="http://schemas.openxmlformats.org/officeDocument/2006/relationships/notesSlide"/></Relationships>
</file>

<file path=ppt/slides/_rels/slide16.xml.rels><?xml version="1.0" encoding="UTF-8" standalone="yes"?><Relationships xmlns="http://schemas.openxmlformats.org/package/2006/relationships"><Relationship Id="rId1" Target="../slideLayouts/slideLayout13.xml" Type="http://schemas.openxmlformats.org/officeDocument/2006/relationships/slideLayout"/><Relationship Id="rId2" Target="../media/image20.png" Type="http://schemas.openxmlformats.org/officeDocument/2006/relationships/image"/><Relationship Id="rId3" Target="../notesSlides/notesSlide15.xml" Type="http://schemas.openxmlformats.org/officeDocument/2006/relationships/notesSlide"/></Relationships>
</file>

<file path=ppt/slides/_rels/slide17.xml.rels><?xml version="1.0" encoding="UTF-8" standalone="yes"?><Relationships xmlns="http://schemas.openxmlformats.org/package/2006/relationships"><Relationship Id="rId1" Target="../slideLayouts/slideLayout13.xml" Type="http://schemas.openxmlformats.org/officeDocument/2006/relationships/slideLayout"/><Relationship Id="rId2" Target="../media/image21.png" Type="http://schemas.openxmlformats.org/officeDocument/2006/relationships/image"/><Relationship Id="rId3" Target="../media/image22.png" Type="http://schemas.openxmlformats.org/officeDocument/2006/relationships/image"/><Relationship Id="rId4" Target="../notesSlides/notesSlide16.xml" Type="http://schemas.openxmlformats.org/officeDocument/2006/relationships/notesSlide"/></Relationships>
</file>

<file path=ppt/slides/_rels/slide18.xml.rels><?xml version="1.0" encoding="UTF-8" standalone="yes"?><Relationships xmlns="http://schemas.openxmlformats.org/package/2006/relationships"><Relationship Id="rId1" Target="../slideLayouts/slideLayout13.xml" Type="http://schemas.openxmlformats.org/officeDocument/2006/relationships/slideLayout"/><Relationship Id="rId2" Target="../media/image23.png" Type="http://schemas.openxmlformats.org/officeDocument/2006/relationships/image"/><Relationship Id="rId3" Target="../notesSlides/notesSlide17.xml" Type="http://schemas.openxmlformats.org/officeDocument/2006/relationships/notesSlide"/></Relationships>
</file>

<file path=ppt/slides/_rels/slide19.xml.rels><?xml version="1.0" encoding="UTF-8" standalone="yes"?><Relationships xmlns="http://schemas.openxmlformats.org/package/2006/relationships"><Relationship Id="rId1" Target="../slideLayouts/slideLayout13.xml" Type="http://schemas.openxmlformats.org/officeDocument/2006/relationships/slideLayout"/><Relationship Id="rId2" Target="../notesSlides/notesSlide18.xml" Type="http://schemas.openxmlformats.org/officeDocument/2006/relationships/notesSlide"/></Relationships>
</file>

<file path=ppt/slides/_rels/slide20.xml.rels><?xml version="1.0" encoding="UTF-8" standalone="yes"?><Relationships xmlns="http://schemas.openxmlformats.org/package/2006/relationships"><Relationship Id="rId1" Target="../slideLayouts/slideLayout14.xml" Type="http://schemas.openxmlformats.org/officeDocument/2006/relationships/slideLayout"/><Relationship Id="rId2" Target="../media/image24.jpeg" Type="http://schemas.openxmlformats.org/officeDocument/2006/relationships/image"/><Relationship Id="rId3" Target="../notesSlides/notesSlide19.xml" Type="http://schemas.openxmlformats.org/officeDocument/2006/relationships/notesSlide"/></Relationships>
</file>

<file path=ppt/slides/_rels/slide21.xml.rels><?xml version="1.0" encoding="UTF-8" standalone="yes"?><Relationships xmlns="http://schemas.openxmlformats.org/package/2006/relationships"><Relationship Id="rId1" Target="../slideLayouts/slideLayout13.xml" Type="http://schemas.openxmlformats.org/officeDocument/2006/relationships/slideLayout"/><Relationship Id="rId2" Target="../notesSlides/notesSlide20.xml" Type="http://schemas.openxmlformats.org/officeDocument/2006/relationships/notesSlide"/></Relationships>
</file>

<file path=ppt/slides/_rels/slide22.xml.rels><?xml version="1.0" encoding="UTF-8" standalone="yes"?><Relationships xmlns="http://schemas.openxmlformats.org/package/2006/relationships"><Relationship Id="rId1" Target="../slideLayouts/slideLayout13.xml" Type="http://schemas.openxmlformats.org/officeDocument/2006/relationships/slideLayout"/><Relationship Id="rId2" Target="../media/image25.png" Type="http://schemas.openxmlformats.org/officeDocument/2006/relationships/image"/><Relationship Id="rId3" Target="../notesSlides/notesSlide21.xml" Type="http://schemas.openxmlformats.org/officeDocument/2006/relationships/notesSlide"/></Relationships>
</file>

<file path=ppt/slides/_rels/slide23.xml.rels><?xml version="1.0" encoding="UTF-8" standalone="yes"?><Relationships xmlns="http://schemas.openxmlformats.org/package/2006/relationships"><Relationship Id="rId1" Target="../slideLayouts/slideLayout17.xml" Type="http://schemas.openxmlformats.org/officeDocument/2006/relationships/slideLayout"/><Relationship Id="rId10" Target="https://www.zhihu.com/people/95-22-20-18/posts" TargetMode="External" Type="http://schemas.openxmlformats.org/officeDocument/2006/relationships/hyperlink"/><Relationship Id="rId11" Target="https://flagos.io/Home" TargetMode="External" Type="http://schemas.openxmlformats.org/officeDocument/2006/relationships/hyperlink"/><Relationship Id="rId12" Target="../media/image32.jpeg" Type="http://schemas.openxmlformats.org/officeDocument/2006/relationships/image"/><Relationship Id="rId13" Target="../media/image33.png" Type="http://schemas.openxmlformats.org/officeDocument/2006/relationships/image"/><Relationship Id="rId2" Target="../media/image26.png" Type="http://schemas.openxmlformats.org/officeDocument/2006/relationships/image"/><Relationship Id="rId3" Target="../media/image27.png" Type="http://schemas.openxmlformats.org/officeDocument/2006/relationships/image"/><Relationship Id="rId4" Target="../media/image28.png" Type="http://schemas.openxmlformats.org/officeDocument/2006/relationships/image"/><Relationship Id="rId5" Target="../media/image29.png" Type="http://schemas.openxmlformats.org/officeDocument/2006/relationships/image"/><Relationship Id="rId6" Target="../media/image30.png" Type="http://schemas.openxmlformats.org/officeDocument/2006/relationships/image"/><Relationship Id="rId7" Target="../media/image31.png" Type="http://schemas.openxmlformats.org/officeDocument/2006/relationships/image"/><Relationship Id="rId8" Target="https://github.com/flagos-ai" TargetMode="External" Type="http://schemas.openxmlformats.org/officeDocument/2006/relationships/hyperlink"/><Relationship Id="rId9" Target="https://space.bilibili.com/3546791834290849" TargetMode="External" Type="http://schemas.openxmlformats.org/officeDocument/2006/relationships/hyperlink"/></Relationships>
</file>

<file path=ppt/slides/_rels/slide24.xml.rels><?xml version="1.0" encoding="UTF-8" standalone="yes"?><Relationships xmlns="http://schemas.openxmlformats.org/package/2006/relationships"><Relationship Id="rId1" Target="../slideLayouts/slideLayout22.xml" Type="http://schemas.openxmlformats.org/officeDocument/2006/relationships/slideLayout"/><Relationship Id="rId2" Target="../media/image34.jpeg" Type="http://schemas.openxmlformats.org/officeDocument/2006/relationships/image"/><Relationship Id="rId3" Target="../media/image2.png" Type="http://schemas.openxmlformats.org/officeDocument/2006/relationships/image"/><Relationship Id="rId4" Target="../media/image3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>
            <p:ph idx="25" type="pic" sz="quarter"/>
          </p:nvPr>
        </p:nvPicPr>
        <p:blipFill>
          <a:blip r:embed="rId2"/>
          <a:srcRect l="0" r="0" t="349" b="349"/>
          <a:stretch>
            <a:fillRect/>
          </a:stretch>
        </p:blipFill>
        <p:spPr>
          <a:xfrm rot="0" flipH="false" flipV="false">
            <a:off x="0" y="1"/>
            <a:ext cx="12192000" cy="6858000"/>
          </a:xfrm>
          <a:prstGeom prst="rect">
            <a:avLst/>
          </a:prstGeom>
        </p:spPr>
      </p:pic>
      <p:sp>
        <p:nvSpPr>
          <p:cNvPr name="AutoShape 3" id="3"/>
          <p:cNvSpPr/>
          <p:nvPr>
            <p:ph idx="26" type="body" sz="quarter" hasCustomPrompt="true"/>
          </p:nvPr>
        </p:nvSpPr>
        <p:spPr>
          <a:prstGeom prst="rect">
            <a:avLst/>
          </a:prstGeom>
        </p:spPr>
        <p:txBody>
          <a:bodyPr anchor="ctr" wrap="square" lIns="91440" rIns="91440" tIns="45720" bIns="45720">
            <a:noAutofit/>
          </a:bodyPr>
          <a:lstStyle>
            <a:lvl1pPr algn="l">
              <a:lnSpc>
                <a:spcPct val="91666"/>
              </a:lnSpc>
              <a:defRPr sz="4400" b="true" i="false" u="none" strike="noStrike" spc="0">
                <a:solidFill>
                  <a:srgbClr val="44546A">
                    <a:alpha val="100000"/>
                  </a:srgbClr>
                </a:solidFill>
                <a:latin typeface="微软雅黑"/>
              </a:defRPr>
            </a:lvl1pPr>
          </a:lstStyle>
          <a:p>
            <a:pPr algn="l" indent="0">
              <a:lnSpc>
                <a:spcPct val="91666"/>
              </a:lnSpc>
            </a:pPr>
            <a:r>
              <a:rPr lang="en-US" b="true" i="false" strike="noStrike" u="none" sz="4400">
                <a:solidFill>
                  <a:srgbClr val="44546A"/>
                </a:solidFill>
                <a:latin typeface="微软雅黑"/>
                <a:ea typeface="微软雅黑"/>
                <a:cs typeface="微软雅黑"/>
                <a:sym typeface="微软雅黑"/>
              </a:rPr>
              <a:t>智能计算系统</a:t>
            </a:r>
            <a:br>
              <a:rPr lang="en-US" b="true" i="false" strike="noStrike" u="none" sz="4400">
                <a:solidFill>
                  <a:srgbClr val="44546A"/>
                </a:solidFill>
                <a:latin typeface="微软雅黑"/>
                <a:ea typeface="微软雅黑"/>
                <a:cs typeface="微软雅黑"/>
                <a:sym typeface="微软雅黑"/>
              </a:rPr>
            </a:br>
            <a:r>
              <a:rPr lang="en-US" b="true" i="false" strike="noStrike" u="none" sz="4400">
                <a:solidFill>
                  <a:srgbClr val="44546A"/>
                </a:solidFill>
                <a:latin typeface="微软雅黑"/>
                <a:ea typeface="微软雅黑"/>
                <a:cs typeface="微软雅黑"/>
                <a:sym typeface="微软雅黑"/>
              </a:rPr>
              <a:t>软硬件基础</a:t>
            </a:r>
          </a:p>
        </p:txBody>
      </p:sp>
      <p:grpSp>
        <p:nvGrpSpPr>
          <p:cNvPr name="Group 4" id="4"/>
          <p:cNvGrpSpPr/>
          <p:nvPr/>
        </p:nvGrpSpPr>
        <p:grpSpPr>
          <a:xfrm>
            <a:off x="364100" y="6255612"/>
            <a:ext cx="409904" cy="409904"/>
            <a:chOff x="364100" y="6255612"/>
            <a:chExt cx="409904" cy="409904"/>
          </a:xfrm>
        </p:grpSpPr>
        <p:sp>
          <p:nvSpPr>
            <p:cNvPr name="AutoShape 5" id="5"/>
            <p:cNvSpPr/>
            <p:nvPr/>
          </p:nvSpPr>
          <p:spPr>
            <a:xfrm rot="0" flipH="false" flipV="false">
              <a:off x="364100" y="6255612"/>
              <a:ext cx="409904" cy="409904"/>
            </a:xfrm>
            <a:prstGeom prst="ellipse">
              <a:avLst/>
            </a:prstGeom>
            <a:solidFill>
              <a:srgbClr val="ED7D31">
                <a:alpha val="100000"/>
              </a:srgbClr>
            </a:solidFill>
            <a:ln w="12700" cap="flat">
              <a:noFill/>
              <a:prstDash val="solid"/>
            </a:ln>
          </p:spPr>
          <p:txBody>
            <a:bodyPr anchor="ctr" rtlCol="false" wrap="square" lIns="91440" rIns="91440" tIns="45720" bIns="45720">
              <a:noAutofit/>
            </a:bodyPr>
            <a:lstStyle/>
            <a:p>
              <a:pPr algn="ctr" indent="0">
                <a:lnSpc>
                  <a:spcPct val="100000"/>
                </a:lnSpc>
                <a:defRPr/>
              </a:pPr>
              <a:r>
                <a:rPr lang="en-US" b="false" i="false" strike="noStrike" u="none" sz="1800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 </a:t>
              </a:r>
              <a:endParaRPr lang="en-US" sz="1100"/>
            </a:p>
          </p:txBody>
        </p:sp>
        <p:sp>
          <p:nvSpPr>
            <p:cNvPr name="AutoShape 6" id="6"/>
            <p:cNvSpPr/>
            <p:nvPr/>
          </p:nvSpPr>
          <p:spPr>
            <a:xfrm rot="0" flipH="false" flipV="false">
              <a:off x="505546" y="6397058"/>
              <a:ext cx="127012" cy="127012"/>
            </a:xfrm>
            <a:prstGeom prst="chevron">
              <a:avLst>
                <a:gd name="adj" fmla="val 50000"/>
              </a:avLst>
            </a:prstGeom>
            <a:solidFill>
              <a:srgbClr val="DAE3F3">
                <a:alpha val="100000"/>
              </a:srgbClr>
            </a:solidFill>
            <a:ln w="12700" cap="flat">
              <a:noFill/>
              <a:prstDash val="solid"/>
            </a:ln>
          </p:spPr>
          <p:txBody>
            <a:bodyPr anchor="ctr" rtlCol="false" wrap="square" lIns="91440" rIns="91440" tIns="45720" bIns="45720">
              <a:noAutofit/>
            </a:bodyPr>
            <a:lstStyle/>
            <a:p>
              <a:pPr algn="ctr" indent="0">
                <a:lnSpc>
                  <a:spcPct val="100000"/>
                </a:lnSpc>
                <a:defRPr/>
              </a:pPr>
              <a:r>
                <a:rPr lang="en-US" b="false" i="false" strike="noStrike" u="none" sz="1800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 </a:t>
              </a:r>
              <a:endParaRPr lang="en-US" sz="1100"/>
            </a:p>
          </p:txBody>
        </p:sp>
      </p:grpSp>
      <p:grpSp>
        <p:nvGrpSpPr>
          <p:cNvPr name="Group 7" id="7"/>
          <p:cNvGrpSpPr/>
          <p:nvPr/>
        </p:nvGrpSpPr>
        <p:grpSpPr>
          <a:xfrm>
            <a:off x="9247450" y="217531"/>
            <a:ext cx="2580450" cy="547850"/>
            <a:chOff x="9247450" y="217531"/>
            <a:chExt cx="2580450" cy="547850"/>
          </a:xfrm>
        </p:grpSpPr>
        <p:pic>
          <p:nvPicPr>
            <p:cNvPr name="Picture 8" id="8"/>
            <p:cNvPicPr>
              <a:picLocks noChangeAspect="true"/>
            </p:cNvPicPr>
            <p:nvPr/>
          </p:nvPicPr>
          <p:blipFill>
            <a:blip r:embed="rId3"/>
            <a:srcRect l="0" r="0" t="0" b="0"/>
            <a:stretch>
              <a:fillRect/>
            </a:stretch>
          </p:blipFill>
          <p:spPr>
            <a:xfrm rot="0" flipH="false" flipV="false">
              <a:off x="9247450" y="319584"/>
              <a:ext cx="1096400" cy="336123"/>
            </a:xfrm>
            <a:prstGeom prst="rect">
              <a:avLst/>
            </a:prstGeom>
            <a:ln w="12700">
              <a:noFill/>
              <a:prstDash val="solid"/>
            </a:ln>
          </p:spPr>
        </p:pic>
        <p:pic>
          <p:nvPicPr>
            <p:cNvPr name="Picture 9" id="9"/>
            <p:cNvPicPr>
              <a:picLocks noChangeAspect="true"/>
            </p:cNvPicPr>
            <p:nvPr/>
          </p:nvPicPr>
          <p:blipFill>
            <a:blip r:embed="rId4"/>
            <a:srcRect l="13229" r="10431" t="29811" b="29796"/>
            <a:stretch>
              <a:fillRect/>
            </a:stretch>
          </p:blipFill>
          <p:spPr>
            <a:xfrm rot="0" flipH="false" flipV="false">
              <a:off x="10553199" y="217531"/>
              <a:ext cx="1274701" cy="547850"/>
            </a:xfrm>
            <a:prstGeom prst="rect">
              <a:avLst/>
            </a:prstGeom>
            <a:ln w="12700">
              <a:noFill/>
              <a:prstDash val="solid"/>
            </a:ln>
          </p:spPr>
        </p:pic>
      </p:grp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main="http://schemas.microsoft.com/office/powerpoint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>
            <p:ph idx="5" type="body" sz="quarter" hasCustomPrompt="true"/>
          </p:nvPr>
        </p:nvSpPr>
        <p:spPr>
          <a:prstGeom prst="rect">
            <a:avLst/>
          </a:prstGeom>
        </p:spPr>
        <p:txBody>
          <a:bodyPr anchor="ctr" wrap="square" lIns="91440" rIns="91440" tIns="45720" bIns="45720">
            <a:normAutofit lnSpcReduction="0"/>
          </a:bodyPr>
          <a:lstStyle>
            <a:lvl1pPr algn="ctr">
              <a:lnSpc>
                <a:spcPct val="100000"/>
              </a:lnSpc>
              <a:defRPr sz="5100" b="false" i="false" u="none" strike="noStrike" spc="0">
                <a:solidFill>
                  <a:srgbClr val="262626">
                    <a:alpha val="100000"/>
                  </a:srgbClr>
                </a:solidFill>
                <a:latin typeface="Calibri"/>
              </a:defRPr>
            </a:lvl1pPr>
          </a:lstStyle>
          <a:p>
            <a:pPr algn="ctr" indent="0">
              <a:lnSpc>
                <a:spcPct val="100000"/>
              </a:lnSpc>
              <a:spcBef>
                <a:spcPts val="1500"/>
              </a:spcBef>
            </a:pPr>
            <a:r>
              <a:rPr lang="en-US" b="false" i="false" strike="noStrike" u="none" sz="5100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rPr>
              <a:t>Lecture 38</a:t>
            </a:r>
            <a:r>
              <a:rPr lang="en-US" b="false" i="false" strike="noStrike" u="none" sz="5100">
                <a:solidFill>
                  <a:srgbClr val="262626"/>
                </a:solidFill>
                <a:latin typeface="微软雅黑"/>
                <a:ea typeface="微软雅黑"/>
                <a:cs typeface="微软雅黑"/>
                <a:sym typeface="微软雅黑"/>
              </a:rPr>
              <a:t>：自动调优</a:t>
            </a:r>
          </a:p>
        </p:txBody>
      </p:sp>
    </p:spTree>
  </p:cSld>
  <p:clrMapOvr>
    <a:masterClrMapping/>
  </p:clrMapOvr>
  <p:transition main:dur="1000">
    <p:fade thruBlk="false"/>
  </p:transition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 xmlns:main="http://schemas.microsoft.com/office/powerpoint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>
            <p:ph idx="10" type="body" sz="quarter" hasCustomPrompt="true"/>
          </p:nvPr>
        </p:nvSpPr>
        <p:spPr>
          <a:prstGeom prst="rect">
            <a:avLst/>
          </a:prstGeom>
        </p:spPr>
        <p:txBody>
          <a:bodyPr anchor="ctr" wrap="square" lIns="91440" rIns="91440" tIns="45720" bIns="45720">
            <a:noAutofit/>
          </a:bodyPr>
          <a:lstStyle>
            <a:lvl1pPr algn="l">
              <a:lnSpc>
                <a:spcPct val="100000"/>
              </a:lnSpc>
              <a:defRPr sz="3600" b="false" i="false" u="none" strike="noStrike" spc="0">
                <a:solidFill>
                  <a:srgbClr val="262626">
                    <a:alpha val="100000"/>
                  </a:srgbClr>
                </a:solidFill>
                <a:latin typeface="微软雅黑"/>
              </a:defRPr>
            </a:lvl1pPr>
          </a:lstStyle>
          <a:p>
            <a:pPr algn="l" indent="0">
              <a:lnSpc>
                <a:spcPct val="100000"/>
              </a:lnSpc>
            </a:pPr>
            <a:r>
              <a:rPr lang="en-US" b="false" i="false" strike="noStrike" u="none" sz="3600">
                <a:solidFill>
                  <a:srgbClr val="262626"/>
                </a:solidFill>
                <a:latin typeface="微软雅黑"/>
                <a:ea typeface="微软雅黑"/>
                <a:cs typeface="微软雅黑"/>
                <a:sym typeface="微软雅黑"/>
              </a:rPr>
              <a:t>自动调优</a:t>
            </a:r>
          </a:p>
        </p:txBody>
      </p:sp>
      <p:sp>
        <p:nvSpPr>
          <p:cNvPr name="AutoShape 3" id="3"/>
          <p:cNvSpPr/>
          <p:nvPr>
            <p:ph idx="11" type="body" sz="quarter" hasCustomPrompt="true"/>
          </p:nvPr>
        </p:nvSpPr>
        <p:spPr>
          <a:prstGeom prst="rect">
            <a:avLst/>
          </a:prstGeom>
        </p:spPr>
        <p:txBody>
          <a:bodyPr anchor="ctr" wrap="square" lIns="91440" rIns="91440" tIns="45720" bIns="45720">
            <a:noAutofit/>
          </a:bodyPr>
          <a:lstStyle>
            <a:lvl1pPr algn="r">
              <a:lnSpc>
                <a:spcPct val="100000"/>
              </a:lnSpc>
              <a:defRPr sz="1600" b="false" i="false" u="none" strike="noStrike" spc="0">
                <a:solidFill>
                  <a:srgbClr val="FFFFFF">
                    <a:alpha val="100000"/>
                  </a:srgbClr>
                </a:solidFill>
                <a:latin typeface="Garamond"/>
              </a:defRPr>
            </a:lvl1pPr>
          </a:lstStyle>
          <a:p>
            <a:pPr algn="r" indent="0">
              <a:lnSpc>
                <a:spcPct val="100000"/>
              </a:lnSpc>
            </a:pPr>
            <a:r>
              <a:rPr lang="en-US" b="false" i="false" strike="noStrike" u="none" sz="1600">
                <a:solidFill>
                  <a:srgbClr val="FFFFFF"/>
                </a:solidFill>
                <a:latin typeface="Garamond"/>
                <a:ea typeface="Garamond"/>
                <a:cs typeface="Garamond"/>
                <a:sym typeface="Garamond"/>
              </a:rPr>
              <a:t>3</a:t>
            </a:r>
          </a:p>
        </p:txBody>
      </p:sp>
      <p:sp>
        <p:nvSpPr>
          <p:cNvPr name="AutoShape 4" id="4"/>
          <p:cNvSpPr/>
          <p:nvPr>
            <p:ph idx="12" type="body" sz="quarter" hasCustomPrompt="true"/>
          </p:nvPr>
        </p:nvSpPr>
        <p:spPr>
          <a:prstGeom prst="rect">
            <a:avLst/>
          </a:prstGeom>
        </p:spPr>
        <p:txBody>
          <a:bodyPr anchor="t" wrap="square" lIns="91440" rIns="91440" tIns="45720" bIns="45720">
            <a:noAutofit/>
          </a:bodyPr>
          <a:lstStyle>
            <a:lvl1pPr algn="l">
              <a:lnSpc>
                <a:spcPct val="100000"/>
              </a:lnSpc>
              <a:defRPr sz="2400" b="false" i="false" u="none" strike="noStrike" spc="0">
                <a:solidFill>
                  <a:srgbClr val="404040">
                    <a:alpha val="100000"/>
                  </a:srgbClr>
                </a:solidFill>
                <a:latin typeface="微软雅黑"/>
              </a:defRPr>
            </a:lvl1pPr>
          </a:lstStyle>
          <a:p>
            <a:pPr algn="l" indent="-304800" marL="304800">
              <a:lnSpc>
                <a:spcPct val="100000"/>
              </a:lnSpc>
              <a:spcBef>
                <a:spcPts val="1500"/>
              </a:spcBef>
              <a:buClr>
                <a:srgbClr val="404040"/>
              </a:buClr>
              <a:buChar char="•"/>
            </a:pPr>
            <a:r>
              <a:rPr lang="en-US" b="false" i="false" strike="noStrike" u="none" sz="2400">
                <a:solidFill>
                  <a:srgbClr val="404040"/>
                </a:solidFill>
                <a:latin typeface="微软雅黑"/>
                <a:ea typeface="微软雅黑"/>
                <a:cs typeface="微软雅黑"/>
                <a:sym typeface="微软雅黑"/>
              </a:rPr>
              <a:t>自动调优算法及其底层实现</a:t>
            </a:r>
          </a:p>
          <a:p>
            <a:pPr algn="l" indent="-254000" lvl="1" marL="596900">
              <a:lnSpc>
                <a:spcPct val="100000"/>
              </a:lnSpc>
              <a:spcBef>
                <a:spcPts val="750"/>
              </a:spcBef>
              <a:buClr>
                <a:srgbClr val="404040"/>
              </a:buClr>
              <a:buChar char="•"/>
            </a:pPr>
            <a:r>
              <a:rPr lang="en-US" b="false" i="false" strike="noStrike" u="none" sz="2000">
                <a:solidFill>
                  <a:srgbClr val="404040"/>
                </a:solidFill>
                <a:latin typeface="微软雅黑"/>
                <a:ea typeface="微软雅黑"/>
                <a:cs typeface="微软雅黑"/>
                <a:sym typeface="微软雅黑"/>
              </a:rPr>
              <a:t>从模板搜索到</a:t>
            </a:r>
            <a:r>
              <a:rPr lang="en-US" b="false" i="false" strike="noStrike" u="none" sz="2000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rPr>
              <a:t>AI</a:t>
            </a:r>
            <a:r>
              <a:rPr lang="en-US" b="false" i="false" strike="noStrike" u="none" sz="2000">
                <a:solidFill>
                  <a:srgbClr val="404040"/>
                </a:solidFill>
                <a:latin typeface="微软雅黑"/>
                <a:ea typeface="微软雅黑"/>
                <a:cs typeface="微软雅黑"/>
                <a:sym typeface="微软雅黑"/>
              </a:rPr>
              <a:t>驱动的算子调优</a:t>
            </a:r>
          </a:p>
        </p:txBody>
      </p:sp>
      <p:sp>
        <p:nvSpPr>
          <p:cNvPr name="AutoShape 5" id="5"/>
          <p:cNvSpPr/>
          <p:nvPr>
            <p:ph idx="13" type="body" sz="quarter"/>
          </p:nvPr>
        </p:nvSpPr>
        <p:spPr>
          <a:prstGeom prst="rect">
            <a:avLst/>
          </a:prstGeom>
        </p:spPr>
        <p:txBody>
          <a:bodyPr anchor="ctr" vert="horz" wrap="square" lIns="91440" rIns="91440" tIns="45720" bIns="45720">
            <a:noAutofit/>
          </a:bodyPr>
          <a:lstStyle>
            <a:lvl1pPr algn="l">
              <a:lnSpc>
                <a:spcPct val="100000"/>
              </a:lnSpc>
              <a:defRPr sz="1400" b="false" i="false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l"/>
            <a:endParaRPr/>
          </a:p>
        </p:txBody>
      </p:sp>
      <p:sp>
        <p:nvSpPr>
          <p:cNvPr name="AutoShape 6" id="6"/>
          <p:cNvSpPr/>
          <p:nvPr>
            <p:ph idx="14" type="body" sz="quarter"/>
          </p:nvPr>
        </p:nvSpPr>
        <p:spPr>
          <a:prstGeom prst="rect">
            <a:avLst/>
          </a:prstGeom>
        </p:spPr>
        <p:txBody>
          <a:bodyPr anchor="t" wrap="square" lIns="91440" rIns="91440" tIns="45720" bIns="45720">
            <a:noAutofit/>
          </a:bodyPr>
          <a:lstStyle>
            <a:lvl1pPr algn="l">
              <a:lnSpc>
                <a:spcPct val="100000"/>
              </a:lnSpc>
              <a:defRPr sz="2400" b="false" i="false" u="none" strike="noStrike" spc="0">
                <a:solidFill>
                  <a:srgbClr val="404040">
                    <a:alpha val="100000"/>
                  </a:srgbClr>
                </a:solidFill>
                <a:latin typeface="微软雅黑"/>
              </a:defRPr>
            </a:lvl1pPr>
          </a:lstStyle>
          <a:p>
            <a:pPr algn="l"/>
            <a:endParaRPr/>
          </a:p>
        </p:txBody>
      </p:sp>
      <p:sp>
        <p:nvSpPr>
          <p:cNvPr name="AutoShape 7" id="7"/>
          <p:cNvSpPr/>
          <p:nvPr/>
        </p:nvSpPr>
        <p:spPr>
          <a:xfrm rot="0" flipH="false" flipV="false">
            <a:off x="5943600" y="3276600"/>
            <a:ext cx="304800" cy="3048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rtlCol="false" vert="horz" wrap="square" lIns="91440" rIns="91440" tIns="45720" bIns="45720">
            <a:noAutofit/>
          </a:bodyPr>
          <a:lstStyle/>
          <a:p>
            <a:pPr algn="l" indent="0">
              <a:lnSpc>
                <a:spcPct val="100000"/>
              </a:lnSpc>
              <a:defRPr/>
            </a:pPr>
            <a:r>
              <a:rPr lang="en-US" b="false" i="false" strike="noStrike" u="none"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lang="en-US" sz="1100"/>
          </a:p>
        </p:txBody>
      </p:sp>
      <p:pic>
        <p:nvPicPr>
          <p:cNvPr name="Picture 8" id="8"/>
          <p:cNvPicPr>
            <a:picLocks noChangeAspect="true"/>
          </p:cNvPicPr>
          <p:nvPr/>
        </p:nvPicPr>
        <p:blipFill>
          <a:blip r:embed="rId2"/>
          <a:srcRect l="0" r="0" t="0" b="0"/>
          <a:stretch>
            <a:fillRect/>
          </a:stretch>
        </p:blipFill>
        <p:spPr>
          <a:xfrm rot="0" flipH="false" flipV="false">
            <a:off x="492345" y="2666468"/>
            <a:ext cx="4566590" cy="3142850"/>
          </a:xfrm>
          <a:prstGeom prst="rect">
            <a:avLst/>
          </a:prstGeom>
          <a:ln w="12700">
            <a:noFill/>
            <a:prstDash val="solid"/>
          </a:ln>
        </p:spPr>
      </p:pic>
      <p:pic>
        <p:nvPicPr>
          <p:cNvPr name="Picture 9" id="9"/>
          <p:cNvPicPr>
            <a:picLocks noChangeAspect="true"/>
          </p:cNvPicPr>
          <p:nvPr/>
        </p:nvPicPr>
        <p:blipFill>
          <a:blip r:embed="rId3"/>
          <a:srcRect l="0" r="0" t="0" b="0"/>
          <a:stretch>
            <a:fillRect/>
          </a:stretch>
        </p:blipFill>
        <p:spPr>
          <a:xfrm rot="0" flipH="false" flipV="false">
            <a:off x="5494015" y="2666468"/>
            <a:ext cx="5990338" cy="3369565"/>
          </a:xfrm>
          <a:prstGeom prst="rect">
            <a:avLst/>
          </a:prstGeom>
          <a:ln w="12700">
            <a:noFill/>
            <a:prstDash val="solid"/>
          </a:ln>
        </p:spPr>
      </p:pic>
    </p:spTree>
  </p:cSld>
  <p:clrMapOvr>
    <a:masterClrMapping/>
  </p:clrMapOvr>
  <p:transition main:dur="1000">
    <p:fade thruBlk="false"/>
  </p:transition>
</p:sld>
</file>

<file path=ppt/slides/slide4.xml><?xml version="1.0" encoding="utf-8"?>
<p:sld xmlns:p="http://schemas.openxmlformats.org/presentationml/2006/main" xmlns:a="http://schemas.openxmlformats.org/drawingml/2006/main" xmlns:main="http://schemas.microsoft.com/office/powerpoint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>
            <p:ph idx="10" type="body" sz="quarter" hasCustomPrompt="true"/>
          </p:nvPr>
        </p:nvSpPr>
        <p:spPr>
          <a:prstGeom prst="rect">
            <a:avLst/>
          </a:prstGeom>
        </p:spPr>
        <p:txBody>
          <a:bodyPr anchor="ctr" wrap="square" lIns="91440" rIns="91440" tIns="45720" bIns="45720">
            <a:noAutofit/>
          </a:bodyPr>
          <a:lstStyle>
            <a:lvl1pPr algn="l">
              <a:lnSpc>
                <a:spcPct val="100000"/>
              </a:lnSpc>
              <a:defRPr sz="3600" b="false" i="false" u="none" strike="noStrike" spc="0">
                <a:solidFill>
                  <a:srgbClr val="262626">
                    <a:alpha val="100000"/>
                  </a:srgbClr>
                </a:solidFill>
                <a:latin typeface="微软雅黑"/>
              </a:defRPr>
            </a:lvl1pPr>
          </a:lstStyle>
          <a:p>
            <a:pPr algn="l" indent="0">
              <a:lnSpc>
                <a:spcPct val="100000"/>
              </a:lnSpc>
            </a:pPr>
            <a:r>
              <a:rPr lang="en-US" b="false" i="false" strike="noStrike" u="none" sz="3600">
                <a:solidFill>
                  <a:srgbClr val="262626"/>
                </a:solidFill>
                <a:latin typeface="微软雅黑"/>
                <a:ea typeface="微软雅黑"/>
                <a:cs typeface="微软雅黑"/>
                <a:sym typeface="微软雅黑"/>
              </a:rPr>
              <a:t>目录</a:t>
            </a:r>
          </a:p>
        </p:txBody>
      </p:sp>
      <p:sp>
        <p:nvSpPr>
          <p:cNvPr name="AutoShape 3" id="3"/>
          <p:cNvSpPr/>
          <p:nvPr>
            <p:ph idx="11" type="body" sz="quarter" hasCustomPrompt="true"/>
          </p:nvPr>
        </p:nvSpPr>
        <p:spPr>
          <a:prstGeom prst="rect">
            <a:avLst/>
          </a:prstGeom>
        </p:spPr>
        <p:txBody>
          <a:bodyPr anchor="ctr" wrap="square" lIns="91440" rIns="91440" tIns="45720" bIns="45720">
            <a:noAutofit/>
          </a:bodyPr>
          <a:lstStyle>
            <a:lvl1pPr algn="r">
              <a:lnSpc>
                <a:spcPct val="100000"/>
              </a:lnSpc>
              <a:defRPr sz="1600" b="false" i="false" u="none" strike="noStrike" spc="0">
                <a:solidFill>
                  <a:srgbClr val="FFFFFF">
                    <a:alpha val="100000"/>
                  </a:srgbClr>
                </a:solidFill>
                <a:latin typeface="Garamond"/>
              </a:defRPr>
            </a:lvl1pPr>
          </a:lstStyle>
          <a:p>
            <a:pPr algn="r" indent="0">
              <a:lnSpc>
                <a:spcPct val="100000"/>
              </a:lnSpc>
            </a:pPr>
            <a:r>
              <a:rPr lang="en-US" b="false" i="false" strike="noStrike" u="none" sz="1600">
                <a:solidFill>
                  <a:srgbClr val="FFFFFF"/>
                </a:solidFill>
                <a:latin typeface="Garamond"/>
                <a:ea typeface="Garamond"/>
                <a:cs typeface="Garamond"/>
                <a:sym typeface="Garamond"/>
              </a:rPr>
              <a:t>4</a:t>
            </a:r>
          </a:p>
        </p:txBody>
      </p:sp>
      <p:sp>
        <p:nvSpPr>
          <p:cNvPr name="AutoShape 4" id="4"/>
          <p:cNvSpPr/>
          <p:nvPr>
            <p:ph idx="12" type="body" sz="quarter" hasCustomPrompt="true"/>
          </p:nvPr>
        </p:nvSpPr>
        <p:spPr>
          <a:prstGeom prst="rect">
            <a:avLst/>
          </a:prstGeom>
        </p:spPr>
        <p:txBody>
          <a:bodyPr anchor="t" wrap="square" lIns="91440" rIns="91440" tIns="45720" bIns="45720">
            <a:normAutofit lnSpcReduction="0"/>
          </a:bodyPr>
          <a:lstStyle>
            <a:lvl1pPr algn="l">
              <a:lnSpc>
                <a:spcPct val="100000"/>
              </a:lnSpc>
              <a:defRPr sz="2400" b="false" i="false" u="none" strike="noStrike" spc="0">
                <a:solidFill>
                  <a:srgbClr val="404040">
                    <a:alpha val="100000"/>
                  </a:srgbClr>
                </a:solidFill>
                <a:latin typeface="微软雅黑"/>
              </a:defRPr>
            </a:lvl1pPr>
          </a:lstStyle>
          <a:p>
            <a:pPr algn="l" indent="-304800" marL="304800">
              <a:lnSpc>
                <a:spcPct val="100000"/>
              </a:lnSpc>
              <a:spcBef>
                <a:spcPts val="1500"/>
              </a:spcBef>
              <a:buClr>
                <a:srgbClr val="404040"/>
              </a:buClr>
              <a:buChar char="•"/>
            </a:pPr>
            <a:r>
              <a:rPr lang="en-US" b="false" i="false" strike="noStrike" u="none" sz="2400">
                <a:solidFill>
                  <a:srgbClr val="404040"/>
                </a:solidFill>
                <a:latin typeface="微软雅黑"/>
                <a:ea typeface="微软雅黑"/>
                <a:cs typeface="微软雅黑"/>
                <a:sym typeface="微软雅黑"/>
              </a:rPr>
              <a:t>背景与挑战</a:t>
            </a:r>
          </a:p>
          <a:p>
            <a:pPr algn="l" indent="-304800" marL="304800">
              <a:lnSpc>
                <a:spcPct val="100000"/>
              </a:lnSpc>
              <a:spcBef>
                <a:spcPts val="1500"/>
              </a:spcBef>
              <a:buClr>
                <a:srgbClr val="404040"/>
              </a:buClr>
              <a:buChar char="•"/>
            </a:pPr>
            <a:r>
              <a:rPr lang="en-US" b="false" i="false" strike="noStrike" u="none" sz="2400">
                <a:solidFill>
                  <a:srgbClr val="404040"/>
                </a:solidFill>
                <a:latin typeface="微软雅黑"/>
                <a:ea typeface="微软雅黑"/>
                <a:cs typeface="微软雅黑"/>
                <a:sym typeface="微软雅黑"/>
              </a:rPr>
              <a:t>核心框架与工作流程</a:t>
            </a:r>
          </a:p>
          <a:p>
            <a:pPr algn="l" indent="-254000" lvl="1" marL="596900">
              <a:lnSpc>
                <a:spcPct val="100000"/>
              </a:lnSpc>
              <a:spcBef>
                <a:spcPts val="750"/>
              </a:spcBef>
              <a:buClr>
                <a:srgbClr val="404040"/>
              </a:buClr>
              <a:buChar char="•"/>
            </a:pPr>
            <a:r>
              <a:rPr lang="en-US" b="false" i="false" strike="noStrike" u="none" sz="2000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rPr>
              <a:t>TVM</a:t>
            </a:r>
            <a:r>
              <a:rPr lang="en-US" b="false" i="false" strike="noStrike" u="none" sz="2000">
                <a:solidFill>
                  <a:srgbClr val="404040"/>
                </a:solidFill>
                <a:latin typeface="微软雅黑"/>
                <a:ea typeface="微软雅黑"/>
                <a:cs typeface="微软雅黑"/>
                <a:sym typeface="微软雅黑"/>
              </a:rPr>
              <a:t>、</a:t>
            </a:r>
            <a:r>
              <a:rPr lang="en-US" b="false" i="false" strike="noStrike" u="none" sz="2000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rPr>
              <a:t>AutoTVM </a:t>
            </a:r>
            <a:r>
              <a:rPr lang="en-US" b="false" i="false" strike="noStrike" u="none" sz="2000">
                <a:solidFill>
                  <a:srgbClr val="404040"/>
                </a:solidFill>
                <a:latin typeface="微软雅黑"/>
                <a:ea typeface="微软雅黑"/>
                <a:cs typeface="微软雅黑"/>
                <a:sym typeface="微软雅黑"/>
              </a:rPr>
              <a:t>和模板搜索分析</a:t>
            </a:r>
          </a:p>
          <a:p>
            <a:pPr algn="l" indent="-304800" marL="304800">
              <a:lnSpc>
                <a:spcPct val="100000"/>
              </a:lnSpc>
              <a:spcBef>
                <a:spcPts val="1500"/>
              </a:spcBef>
              <a:buClr>
                <a:srgbClr val="404040"/>
              </a:buClr>
              <a:buChar char="•"/>
            </a:pPr>
            <a:r>
              <a:rPr lang="en-US" b="false" i="false" strike="noStrike" u="none" sz="2400">
                <a:solidFill>
                  <a:srgbClr val="404040"/>
                </a:solidFill>
                <a:latin typeface="微软雅黑"/>
                <a:ea typeface="微软雅黑"/>
                <a:cs typeface="微软雅黑"/>
                <a:sym typeface="微软雅黑"/>
              </a:rPr>
              <a:t>经典启发式搜索算法</a:t>
            </a:r>
          </a:p>
          <a:p>
            <a:pPr algn="l" indent="-254000" lvl="1" marL="596900">
              <a:lnSpc>
                <a:spcPct val="100000"/>
              </a:lnSpc>
              <a:spcBef>
                <a:spcPts val="750"/>
              </a:spcBef>
              <a:buClr>
                <a:srgbClr val="404040"/>
              </a:buClr>
              <a:buChar char="•"/>
            </a:pPr>
            <a:r>
              <a:rPr lang="en-US" b="false" i="false" strike="noStrike" u="none" sz="2000">
                <a:solidFill>
                  <a:srgbClr val="404040"/>
                </a:solidFill>
                <a:latin typeface="微软雅黑"/>
                <a:ea typeface="微软雅黑"/>
                <a:cs typeface="微软雅黑"/>
                <a:sym typeface="微软雅黑"/>
              </a:rPr>
              <a:t>模拟退火算法和遗传算法</a:t>
            </a:r>
          </a:p>
          <a:p>
            <a:pPr algn="l" indent="-304800" marL="304800">
              <a:lnSpc>
                <a:spcPct val="100000"/>
              </a:lnSpc>
              <a:spcBef>
                <a:spcPts val="1500"/>
              </a:spcBef>
              <a:buClr>
                <a:srgbClr val="404040"/>
              </a:buClr>
              <a:buChar char="•"/>
            </a:pPr>
            <a:r>
              <a:rPr lang="en-US" b="false" i="false" strike="noStrike" u="none" sz="2400">
                <a:solidFill>
                  <a:srgbClr val="404040"/>
                </a:solidFill>
                <a:latin typeface="微软雅黑"/>
                <a:ea typeface="微软雅黑"/>
                <a:cs typeface="微软雅黑"/>
                <a:sym typeface="微软雅黑"/>
              </a:rPr>
              <a:t>基于机器学习的优化</a:t>
            </a:r>
          </a:p>
          <a:p>
            <a:pPr algn="l" indent="-254000" lvl="1" marL="596900">
              <a:lnSpc>
                <a:spcPct val="100000"/>
              </a:lnSpc>
              <a:spcBef>
                <a:spcPts val="750"/>
              </a:spcBef>
              <a:buClr>
                <a:srgbClr val="404040"/>
              </a:buClr>
              <a:buChar char="•"/>
            </a:pPr>
            <a:r>
              <a:rPr lang="en-US" b="false" i="false" strike="noStrike" u="none" sz="2000">
                <a:solidFill>
                  <a:srgbClr val="404040"/>
                </a:solidFill>
                <a:latin typeface="微软雅黑"/>
                <a:ea typeface="微软雅黑"/>
                <a:cs typeface="微软雅黑"/>
                <a:sym typeface="微软雅黑"/>
              </a:rPr>
              <a:t>贝叶斯优化</a:t>
            </a:r>
          </a:p>
          <a:p>
            <a:pPr algn="l" indent="-254000" lvl="1" marL="596900">
              <a:lnSpc>
                <a:spcPct val="100000"/>
              </a:lnSpc>
              <a:spcBef>
                <a:spcPts val="750"/>
              </a:spcBef>
              <a:buClr>
                <a:srgbClr val="404040"/>
              </a:buClr>
              <a:buChar char="•"/>
            </a:pPr>
            <a:r>
              <a:rPr lang="en-US" b="false" i="false" strike="noStrike" u="none" sz="2000">
                <a:solidFill>
                  <a:srgbClr val="404040"/>
                </a:solidFill>
                <a:latin typeface="微软雅黑"/>
                <a:ea typeface="微软雅黑"/>
                <a:cs typeface="微软雅黑"/>
                <a:sym typeface="微软雅黑"/>
              </a:rPr>
              <a:t>强化学习</a:t>
            </a:r>
          </a:p>
          <a:p>
            <a:pPr algn="l" indent="-304800" marL="304800">
              <a:lnSpc>
                <a:spcPct val="100000"/>
              </a:lnSpc>
              <a:spcBef>
                <a:spcPts val="1500"/>
              </a:spcBef>
              <a:buClr>
                <a:srgbClr val="404040"/>
              </a:buClr>
              <a:buChar char="•"/>
            </a:pPr>
            <a:r>
              <a:rPr lang="en-US" b="false" i="false" strike="noStrike" u="none" sz="2400">
                <a:solidFill>
                  <a:srgbClr val="404040"/>
                </a:solidFill>
                <a:latin typeface="微软雅黑"/>
                <a:ea typeface="微软雅黑"/>
                <a:cs typeface="微软雅黑"/>
                <a:sym typeface="微软雅黑"/>
              </a:rPr>
              <a:t>实验指导</a:t>
            </a:r>
          </a:p>
          <a:p>
            <a:pPr algn="l" indent="-254000" lvl="1" marL="596900">
              <a:lnSpc>
                <a:spcPct val="100000"/>
              </a:lnSpc>
              <a:spcBef>
                <a:spcPts val="750"/>
              </a:spcBef>
              <a:buClr>
                <a:srgbClr val="404040"/>
              </a:buClr>
              <a:buChar char="•"/>
            </a:pPr>
            <a:r>
              <a:rPr lang="en-US" b="false" i="false" strike="noStrike" u="none" sz="2000">
                <a:solidFill>
                  <a:srgbClr val="404040"/>
                </a:solidFill>
                <a:latin typeface="微软雅黑"/>
                <a:ea typeface="微软雅黑"/>
                <a:cs typeface="微软雅黑"/>
                <a:sym typeface="微软雅黑"/>
              </a:rPr>
              <a:t>基于</a:t>
            </a:r>
            <a:r>
              <a:rPr lang="en-US" b="false" i="false" strike="noStrike" u="none" sz="2000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rPr>
              <a:t> FlagPerf </a:t>
            </a:r>
            <a:r>
              <a:rPr lang="en-US" b="false" i="false" strike="noStrike" u="none" sz="2000">
                <a:solidFill>
                  <a:srgbClr val="404040"/>
                </a:solidFill>
                <a:latin typeface="微软雅黑"/>
                <a:ea typeface="微软雅黑"/>
                <a:cs typeface="微软雅黑"/>
                <a:sym typeface="微软雅黑"/>
              </a:rPr>
              <a:t>的内核性能评估</a:t>
            </a:r>
          </a:p>
        </p:txBody>
      </p:sp>
      <p:sp>
        <p:nvSpPr>
          <p:cNvPr name="AutoShape 5" id="5"/>
          <p:cNvSpPr/>
          <p:nvPr>
            <p:ph idx="13" type="body" sz="quarter"/>
          </p:nvPr>
        </p:nvSpPr>
        <p:spPr>
          <a:prstGeom prst="rect">
            <a:avLst/>
          </a:prstGeom>
        </p:spPr>
        <p:txBody>
          <a:bodyPr anchor="ctr" vert="horz" wrap="square" lIns="91440" rIns="91440" tIns="45720" bIns="45720">
            <a:noAutofit/>
          </a:bodyPr>
          <a:lstStyle>
            <a:lvl1pPr algn="l">
              <a:lnSpc>
                <a:spcPct val="100000"/>
              </a:lnSpc>
              <a:defRPr sz="1400" b="false" i="false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l"/>
            <a:endParaRPr/>
          </a:p>
        </p:txBody>
      </p:sp>
      <p:sp>
        <p:nvSpPr>
          <p:cNvPr name="AutoShape 6" id="6"/>
          <p:cNvSpPr/>
          <p:nvPr>
            <p:ph idx="14" type="body" sz="quarter"/>
          </p:nvPr>
        </p:nvSpPr>
        <p:spPr>
          <a:prstGeom prst="rect">
            <a:avLst/>
          </a:prstGeom>
        </p:spPr>
        <p:txBody>
          <a:bodyPr anchor="t" wrap="square" lIns="91440" rIns="91440" tIns="45720" bIns="45720">
            <a:noAutofit/>
          </a:bodyPr>
          <a:lstStyle>
            <a:lvl1pPr algn="l">
              <a:lnSpc>
                <a:spcPct val="100000"/>
              </a:lnSpc>
              <a:defRPr sz="2400" b="false" i="false" u="none" strike="noStrike" spc="0">
                <a:solidFill>
                  <a:srgbClr val="404040">
                    <a:alpha val="100000"/>
                  </a:srgbClr>
                </a:solidFill>
                <a:latin typeface="微软雅黑"/>
              </a:defRPr>
            </a:lvl1pPr>
          </a:lstStyle>
          <a:p>
            <a:pPr algn="l"/>
            <a:endParaRPr/>
          </a:p>
        </p:txBody>
      </p:sp>
    </p:spTree>
  </p:cSld>
  <p:clrMapOvr>
    <a:masterClrMapping/>
  </p:clrMapOvr>
  <p:transition main:dur="1000">
    <p:fade thruBlk="false"/>
  </p:transition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 xmlns:main="http://schemas.microsoft.com/office/powerpoint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>
            <p:ph idx="6" type="body" sz="quarter" hasCustomPrompt="true"/>
          </p:nvPr>
        </p:nvSpPr>
        <p:spPr>
          <a:prstGeom prst="rect">
            <a:avLst/>
          </a:prstGeom>
        </p:spPr>
        <p:txBody>
          <a:bodyPr anchor="ctr" wrap="square" lIns="91440" rIns="91440" tIns="45720" bIns="45720">
            <a:noAutofit/>
          </a:bodyPr>
          <a:lstStyle>
            <a:lvl1pPr algn="l">
              <a:lnSpc>
                <a:spcPct val="100000"/>
              </a:lnSpc>
              <a:defRPr sz="3600" b="false" i="false" u="none" strike="noStrike" spc="0">
                <a:solidFill>
                  <a:srgbClr val="262626">
                    <a:alpha val="100000"/>
                  </a:srgbClr>
                </a:solidFill>
                <a:latin typeface="微软雅黑"/>
              </a:defRPr>
            </a:lvl1pPr>
          </a:lstStyle>
          <a:p>
            <a:pPr algn="l" indent="0">
              <a:lnSpc>
                <a:spcPct val="100000"/>
              </a:lnSpc>
            </a:pPr>
            <a:r>
              <a:rPr lang="en-US" b="false" i="false" strike="noStrike" u="none" sz="3600">
                <a:solidFill>
                  <a:srgbClr val="262626"/>
                </a:solidFill>
                <a:latin typeface="微软雅黑"/>
                <a:ea typeface="微软雅黑"/>
                <a:cs typeface="微软雅黑"/>
                <a:sym typeface="微软雅黑"/>
              </a:rPr>
              <a:t>为什么需要自动调优？</a:t>
            </a:r>
          </a:p>
        </p:txBody>
      </p:sp>
      <p:sp>
        <p:nvSpPr>
          <p:cNvPr name="AutoShape 3" id="3"/>
          <p:cNvSpPr/>
          <p:nvPr>
            <p:ph idx="7" type="body" sz="quarter"/>
          </p:nvPr>
        </p:nvSpPr>
        <p:spPr>
          <a:prstGeom prst="rect">
            <a:avLst/>
          </a:prstGeom>
        </p:spPr>
        <p:txBody>
          <a:bodyPr anchor="ctr" vert="horz" wrap="square" lIns="91440" rIns="91440" tIns="45720" bIns="45720">
            <a:noAutofit/>
          </a:bodyPr>
          <a:lstStyle>
            <a:lvl1pPr algn="l">
              <a:lnSpc>
                <a:spcPct val="100000"/>
              </a:lnSpc>
              <a:defRPr sz="1400" b="false" i="false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l"/>
            <a:endParaRPr/>
          </a:p>
        </p:txBody>
      </p:sp>
      <p:sp>
        <p:nvSpPr>
          <p:cNvPr name="AutoShape 4" id="4"/>
          <p:cNvSpPr/>
          <p:nvPr>
            <p:ph idx="8" type="body" sz="quarter" hasCustomPrompt="true"/>
          </p:nvPr>
        </p:nvSpPr>
        <p:spPr>
          <a:prstGeom prst="rect">
            <a:avLst/>
          </a:prstGeom>
        </p:spPr>
        <p:txBody>
          <a:bodyPr anchor="ctr" wrap="square" lIns="91440" rIns="91440" tIns="45720" bIns="45720">
            <a:noAutofit/>
          </a:bodyPr>
          <a:lstStyle>
            <a:lvl1pPr algn="r">
              <a:lnSpc>
                <a:spcPct val="100000"/>
              </a:lnSpc>
              <a:defRPr sz="1600" b="false" i="false" u="none" strike="noStrike" spc="0">
                <a:solidFill>
                  <a:srgbClr val="FFFFFF">
                    <a:alpha val="100000"/>
                  </a:srgbClr>
                </a:solidFill>
                <a:latin typeface="Garamond"/>
              </a:defRPr>
            </a:lvl1pPr>
          </a:lstStyle>
          <a:p>
            <a:pPr algn="r" indent="0">
              <a:lnSpc>
                <a:spcPct val="100000"/>
              </a:lnSpc>
            </a:pPr>
            <a:r>
              <a:rPr lang="en-US" b="false" i="false" strike="noStrike" u="none" sz="1600">
                <a:solidFill>
                  <a:srgbClr val="FFFFFF"/>
                </a:solidFill>
                <a:latin typeface="Garamond"/>
                <a:ea typeface="Garamond"/>
                <a:cs typeface="Garamond"/>
                <a:sym typeface="Garamond"/>
              </a:rPr>
              <a:t>5</a:t>
            </a:r>
          </a:p>
        </p:txBody>
      </p:sp>
      <p:sp>
        <p:nvSpPr>
          <p:cNvPr name="AutoShape 5" id="5"/>
          <p:cNvSpPr/>
          <p:nvPr>
            <p:ph idx="9" type="body" sz="quarter" hasCustomPrompt="true"/>
          </p:nvPr>
        </p:nvSpPr>
        <p:spPr>
          <a:prstGeom prst="rect">
            <a:avLst/>
          </a:prstGeom>
        </p:spPr>
        <p:txBody>
          <a:bodyPr anchor="t" wrap="square" lIns="91440" rIns="91440" tIns="45720" bIns="45720">
            <a:normAutofit lnSpcReduction="0"/>
          </a:bodyPr>
          <a:lstStyle>
            <a:lvl1pPr algn="l">
              <a:lnSpc>
                <a:spcPct val="100000"/>
              </a:lnSpc>
              <a:defRPr sz="2400" b="false" i="false" u="none" strike="noStrike" spc="0">
                <a:solidFill>
                  <a:srgbClr val="404040">
                    <a:alpha val="100000"/>
                  </a:srgbClr>
                </a:solidFill>
                <a:latin typeface="微软雅黑"/>
              </a:defRPr>
            </a:lvl1pPr>
          </a:lstStyle>
          <a:p>
            <a:pPr algn="l" indent="-304800" marL="304800">
              <a:lnSpc>
                <a:spcPct val="100000"/>
              </a:lnSpc>
              <a:spcBef>
                <a:spcPts val="1500"/>
              </a:spcBef>
              <a:buClr>
                <a:srgbClr val="404040"/>
              </a:buClr>
              <a:buChar char="•"/>
            </a:pPr>
            <a:r>
              <a:rPr lang="en-US" b="false" i="false" strike="noStrike" u="none" sz="2400">
                <a:solidFill>
                  <a:srgbClr val="404040"/>
                </a:solidFill>
                <a:latin typeface="微软雅黑"/>
                <a:ea typeface="微软雅黑"/>
                <a:cs typeface="微软雅黑"/>
                <a:sym typeface="微软雅黑"/>
              </a:rPr>
              <a:t>硬件架构日益复杂：</a:t>
            </a:r>
          </a:p>
          <a:p>
            <a:pPr algn="l" indent="-254000" lvl="1" marL="596900">
              <a:lnSpc>
                <a:spcPct val="100000"/>
              </a:lnSpc>
              <a:spcBef>
                <a:spcPts val="750"/>
              </a:spcBef>
              <a:buClr>
                <a:srgbClr val="404040"/>
              </a:buClr>
              <a:buChar char="•"/>
            </a:pPr>
            <a:r>
              <a:rPr lang="en-US" b="false" i="false" strike="noStrike" u="none" sz="2000">
                <a:solidFill>
                  <a:srgbClr val="404040"/>
                </a:solidFill>
                <a:latin typeface="微软雅黑"/>
                <a:ea typeface="微软雅黑"/>
                <a:cs typeface="微软雅黑"/>
                <a:sym typeface="微软雅黑"/>
              </a:rPr>
              <a:t>异构芯片（例如</a:t>
            </a:r>
            <a:r>
              <a:rPr lang="en-US" b="false" i="false" strike="noStrike" u="none" sz="2000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rPr>
              <a:t> GPU </a:t>
            </a:r>
            <a:r>
              <a:rPr lang="en-US" b="false" i="false" strike="noStrike" u="none" sz="2000">
                <a:solidFill>
                  <a:srgbClr val="404040"/>
                </a:solidFill>
                <a:latin typeface="微软雅黑"/>
                <a:ea typeface="微软雅黑"/>
                <a:cs typeface="微软雅黑"/>
                <a:sym typeface="微软雅黑"/>
              </a:rPr>
              <a:t>和</a:t>
            </a:r>
            <a:r>
              <a:rPr lang="en-US" b="false" i="false" strike="noStrike" u="none" sz="2000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rPr>
              <a:t> NPU</a:t>
            </a:r>
            <a:r>
              <a:rPr lang="en-US" b="false" i="false" strike="noStrike" u="none" sz="2000">
                <a:solidFill>
                  <a:srgbClr val="404040"/>
                </a:solidFill>
                <a:latin typeface="微软雅黑"/>
                <a:ea typeface="微软雅黑"/>
                <a:cs typeface="微软雅黑"/>
                <a:sym typeface="微软雅黑"/>
              </a:rPr>
              <a:t>）的激增</a:t>
            </a:r>
          </a:p>
          <a:p>
            <a:pPr algn="l" indent="-254000" lvl="1" marL="596900">
              <a:lnSpc>
                <a:spcPct val="100000"/>
              </a:lnSpc>
              <a:spcBef>
                <a:spcPts val="750"/>
              </a:spcBef>
              <a:buClr>
                <a:srgbClr val="404040"/>
              </a:buClr>
              <a:buChar char="•"/>
            </a:pPr>
            <a:r>
              <a:rPr lang="en-US" b="false" i="false" strike="noStrike" u="none" sz="2000">
                <a:solidFill>
                  <a:srgbClr val="404040"/>
                </a:solidFill>
                <a:latin typeface="微软雅黑"/>
                <a:ea typeface="微软雅黑"/>
                <a:cs typeface="微软雅黑"/>
                <a:sym typeface="微软雅黑"/>
              </a:rPr>
              <a:t>复杂的内存层次结构（寄存器、共享内存）</a:t>
            </a:r>
          </a:p>
          <a:p>
            <a:pPr algn="l" indent="-304800" marL="304800">
              <a:lnSpc>
                <a:spcPct val="100000"/>
              </a:lnSpc>
              <a:spcBef>
                <a:spcPts val="1500"/>
              </a:spcBef>
              <a:buClr>
                <a:srgbClr val="404040"/>
              </a:buClr>
              <a:buChar char="•"/>
            </a:pPr>
            <a:r>
              <a:rPr lang="en-US" b="false" i="false" strike="noStrike" u="none" sz="2400">
                <a:solidFill>
                  <a:srgbClr val="404040"/>
                </a:solidFill>
                <a:latin typeface="微软雅黑"/>
                <a:ea typeface="微软雅黑"/>
                <a:cs typeface="微软雅黑"/>
                <a:sym typeface="微软雅黑"/>
              </a:rPr>
              <a:t>传统手动优化的瓶颈</a:t>
            </a:r>
          </a:p>
          <a:p>
            <a:pPr algn="l" indent="-254000" lvl="1" marL="596900">
              <a:lnSpc>
                <a:spcPct val="100000"/>
              </a:lnSpc>
              <a:spcBef>
                <a:spcPts val="750"/>
              </a:spcBef>
              <a:buClr>
                <a:srgbClr val="404040"/>
              </a:buClr>
              <a:buChar char="•"/>
            </a:pPr>
            <a:r>
              <a:rPr lang="en-US" b="false" i="false" strike="noStrike" u="none" sz="2000">
                <a:solidFill>
                  <a:srgbClr val="404040"/>
                </a:solidFill>
                <a:latin typeface="微软雅黑"/>
                <a:ea typeface="微软雅黑"/>
                <a:cs typeface="微软雅黑"/>
                <a:sym typeface="微软雅黑"/>
              </a:rPr>
              <a:t>极高的劳动力成本</a:t>
            </a:r>
          </a:p>
          <a:p>
            <a:pPr algn="l" indent="-254000" lvl="1" marL="596900">
              <a:lnSpc>
                <a:spcPct val="100000"/>
              </a:lnSpc>
              <a:spcBef>
                <a:spcPts val="750"/>
              </a:spcBef>
              <a:buClr>
                <a:srgbClr val="404040"/>
              </a:buClr>
              <a:buChar char="•"/>
            </a:pPr>
            <a:r>
              <a:rPr lang="en-US" b="false" i="false" strike="noStrike" u="none" sz="2000">
                <a:solidFill>
                  <a:srgbClr val="404040"/>
                </a:solidFill>
                <a:latin typeface="微软雅黑"/>
                <a:ea typeface="微软雅黑"/>
                <a:cs typeface="微软雅黑"/>
                <a:sym typeface="微软雅黑"/>
              </a:rPr>
              <a:t>可移植性差</a:t>
            </a:r>
          </a:p>
          <a:p>
            <a:pPr algn="l" indent="-304800" marL="304800">
              <a:lnSpc>
                <a:spcPct val="100000"/>
              </a:lnSpc>
              <a:spcBef>
                <a:spcPts val="1500"/>
              </a:spcBef>
              <a:buClr>
                <a:srgbClr val="404040"/>
              </a:buClr>
              <a:buChar char="•"/>
            </a:pPr>
            <a:r>
              <a:rPr lang="en-US" b="false" i="false" strike="noStrike" u="none" sz="2400">
                <a:solidFill>
                  <a:srgbClr val="404040"/>
                </a:solidFill>
                <a:latin typeface="微软雅黑"/>
                <a:ea typeface="微软雅黑"/>
                <a:cs typeface="微软雅黑"/>
                <a:sym typeface="微软雅黑"/>
              </a:rPr>
              <a:t>人工智能模型和新算子的快速发展</a:t>
            </a:r>
          </a:p>
        </p:txBody>
      </p:sp>
      <p:pic>
        <p:nvPicPr>
          <p:cNvPr name="Picture 6" id="6"/>
          <p:cNvPicPr>
            <a:picLocks noChangeAspect="true"/>
          </p:cNvPicPr>
          <p:nvPr/>
        </p:nvPicPr>
        <p:blipFill>
          <a:blip r:embed="rId2"/>
          <a:srcRect l="0" r="0" t="0" b="0"/>
          <a:stretch>
            <a:fillRect/>
          </a:stretch>
        </p:blipFill>
        <p:spPr>
          <a:xfrm rot="0" flipH="false" flipV="false">
            <a:off x="7936410" y="833570"/>
            <a:ext cx="4187369" cy="2769165"/>
          </a:xfrm>
          <a:prstGeom prst="rect">
            <a:avLst/>
          </a:prstGeom>
          <a:ln w="12700">
            <a:noFill/>
            <a:prstDash val="solid"/>
          </a:ln>
        </p:spPr>
      </p:pic>
      <p:pic>
        <p:nvPicPr>
          <p:cNvPr name="Picture 7" id="7"/>
          <p:cNvPicPr>
            <a:picLocks noChangeAspect="true"/>
          </p:cNvPicPr>
          <p:nvPr/>
        </p:nvPicPr>
        <p:blipFill>
          <a:blip r:embed="rId3"/>
          <a:srcRect l="0" r="0" t="0" b="0"/>
          <a:stretch>
            <a:fillRect/>
          </a:stretch>
        </p:blipFill>
        <p:spPr>
          <a:xfrm rot="0" flipH="false" flipV="false">
            <a:off x="8122194" y="3651783"/>
            <a:ext cx="3815799" cy="3069693"/>
          </a:xfrm>
          <a:prstGeom prst="rect">
            <a:avLst/>
          </a:prstGeom>
          <a:ln w="12700">
            <a:noFill/>
            <a:prstDash val="solid"/>
          </a:ln>
        </p:spPr>
      </p:pic>
      <p:pic>
        <p:nvPicPr>
          <p:cNvPr name="Picture 8" id="8"/>
          <p:cNvPicPr>
            <a:picLocks noChangeAspect="true"/>
          </p:cNvPicPr>
          <p:nvPr/>
        </p:nvPicPr>
        <p:blipFill>
          <a:blip r:embed="rId4"/>
          <a:srcRect l="0" r="0" t="7278" b="11922"/>
          <a:stretch>
            <a:fillRect/>
          </a:stretch>
        </p:blipFill>
        <p:spPr>
          <a:xfrm rot="0" flipH="false" flipV="false">
            <a:off x="1091043" y="4586424"/>
            <a:ext cx="5196689" cy="2189663"/>
          </a:xfrm>
          <a:prstGeom prst="rect">
            <a:avLst/>
          </a:prstGeom>
          <a:ln w="12700">
            <a:noFill/>
            <a:prstDash val="solid"/>
          </a:ln>
        </p:spPr>
      </p:pic>
    </p:spTree>
  </p:cSld>
  <p:clrMapOvr>
    <a:masterClrMapping/>
  </p:clrMapOvr>
  <p:transition main:dur="1000">
    <p:fade thruBlk="false"/>
  </p:transition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 xmlns:main="http://schemas.microsoft.com/office/powerpoint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>
            <p:ph idx="6" type="body" sz="quarter" hasCustomPrompt="true"/>
          </p:nvPr>
        </p:nvSpPr>
        <p:spPr>
          <a:prstGeom prst="rect">
            <a:avLst/>
          </a:prstGeom>
        </p:spPr>
        <p:txBody>
          <a:bodyPr anchor="ctr" wrap="square" lIns="91440" rIns="91440" tIns="45720" bIns="45720">
            <a:noAutofit/>
          </a:bodyPr>
          <a:lstStyle>
            <a:lvl1pPr algn="l">
              <a:lnSpc>
                <a:spcPct val="100000"/>
              </a:lnSpc>
              <a:defRPr sz="3600" b="false" i="false" u="none" strike="noStrike" spc="0">
                <a:solidFill>
                  <a:srgbClr val="262626">
                    <a:alpha val="100000"/>
                  </a:srgbClr>
                </a:solidFill>
                <a:latin typeface="微软雅黑"/>
              </a:defRPr>
            </a:lvl1pPr>
          </a:lstStyle>
          <a:p>
            <a:pPr algn="l" indent="0">
              <a:lnSpc>
                <a:spcPct val="100000"/>
              </a:lnSpc>
            </a:pPr>
            <a:r>
              <a:rPr lang="en-US" b="false" i="false" strike="noStrike" u="none" sz="3600">
                <a:solidFill>
                  <a:srgbClr val="262626"/>
                </a:solidFill>
                <a:latin typeface="微软雅黑"/>
                <a:ea typeface="微软雅黑"/>
                <a:cs typeface="微软雅黑"/>
                <a:sym typeface="微软雅黑"/>
              </a:rPr>
              <a:t>什么是内核自动调优？</a:t>
            </a:r>
          </a:p>
        </p:txBody>
      </p:sp>
      <p:sp>
        <p:nvSpPr>
          <p:cNvPr name="AutoShape 3" id="3"/>
          <p:cNvSpPr/>
          <p:nvPr>
            <p:ph idx="7" type="body" sz="quarter"/>
          </p:nvPr>
        </p:nvSpPr>
        <p:spPr>
          <a:prstGeom prst="rect">
            <a:avLst/>
          </a:prstGeom>
        </p:spPr>
        <p:txBody>
          <a:bodyPr anchor="ctr" vert="horz" wrap="square" lIns="91440" rIns="91440" tIns="45720" bIns="45720">
            <a:noAutofit/>
          </a:bodyPr>
          <a:lstStyle>
            <a:lvl1pPr algn="l">
              <a:lnSpc>
                <a:spcPct val="100000"/>
              </a:lnSpc>
              <a:defRPr sz="1400" b="false" i="false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l"/>
            <a:endParaRPr/>
          </a:p>
        </p:txBody>
      </p:sp>
      <p:sp>
        <p:nvSpPr>
          <p:cNvPr name="AutoShape 4" id="4"/>
          <p:cNvSpPr/>
          <p:nvPr>
            <p:ph idx="8" type="body" sz="quarter" hasCustomPrompt="true"/>
          </p:nvPr>
        </p:nvSpPr>
        <p:spPr>
          <a:prstGeom prst="rect">
            <a:avLst/>
          </a:prstGeom>
        </p:spPr>
        <p:txBody>
          <a:bodyPr anchor="ctr" wrap="square" lIns="91440" rIns="91440" tIns="45720" bIns="45720">
            <a:noAutofit/>
          </a:bodyPr>
          <a:lstStyle>
            <a:lvl1pPr algn="r">
              <a:lnSpc>
                <a:spcPct val="100000"/>
              </a:lnSpc>
              <a:defRPr sz="1600" b="false" i="false" u="none" strike="noStrike" spc="0">
                <a:solidFill>
                  <a:srgbClr val="FFFFFF">
                    <a:alpha val="100000"/>
                  </a:srgbClr>
                </a:solidFill>
                <a:latin typeface="Garamond"/>
              </a:defRPr>
            </a:lvl1pPr>
          </a:lstStyle>
          <a:p>
            <a:pPr algn="r" indent="0">
              <a:lnSpc>
                <a:spcPct val="100000"/>
              </a:lnSpc>
            </a:pPr>
            <a:r>
              <a:rPr lang="en-US" b="false" i="false" strike="noStrike" u="none" sz="1600">
                <a:solidFill>
                  <a:srgbClr val="FFFFFF"/>
                </a:solidFill>
                <a:latin typeface="Garamond"/>
                <a:ea typeface="Garamond"/>
                <a:cs typeface="Garamond"/>
                <a:sym typeface="Garamond"/>
              </a:rPr>
              <a:t>6</a:t>
            </a:r>
          </a:p>
        </p:txBody>
      </p:sp>
      <p:sp>
        <p:nvSpPr>
          <p:cNvPr name="AutoShape 5" id="5"/>
          <p:cNvSpPr/>
          <p:nvPr>
            <p:ph idx="9" type="body" sz="quarter" hasCustomPrompt="true"/>
          </p:nvPr>
        </p:nvSpPr>
        <p:spPr>
          <a:prstGeom prst="rect">
            <a:avLst/>
          </a:prstGeom>
        </p:spPr>
        <p:txBody>
          <a:bodyPr anchor="t" wrap="square" lIns="91440" rIns="91440" tIns="45720" bIns="45720">
            <a:normAutofit lnSpcReduction="0"/>
          </a:bodyPr>
          <a:lstStyle>
            <a:lvl1pPr algn="l">
              <a:lnSpc>
                <a:spcPct val="100000"/>
              </a:lnSpc>
              <a:defRPr sz="2400" b="false" i="false" u="none" strike="noStrike" spc="0">
                <a:solidFill>
                  <a:srgbClr val="404040">
                    <a:alpha val="100000"/>
                  </a:srgbClr>
                </a:solidFill>
                <a:latin typeface="微软雅黑"/>
              </a:defRPr>
            </a:lvl1pPr>
          </a:lstStyle>
          <a:p>
            <a:pPr algn="l" indent="-304800" marL="304800">
              <a:lnSpc>
                <a:spcPct val="100000"/>
              </a:lnSpc>
              <a:spcBef>
                <a:spcPts val="1500"/>
              </a:spcBef>
              <a:buClr>
                <a:srgbClr val="404040"/>
              </a:buClr>
              <a:buChar char="•"/>
            </a:pPr>
            <a:r>
              <a:rPr lang="en-US" b="false" i="false" strike="noStrike" u="none" sz="2400">
                <a:solidFill>
                  <a:srgbClr val="404040"/>
                </a:solidFill>
                <a:latin typeface="微软雅黑"/>
                <a:ea typeface="微软雅黑"/>
                <a:cs typeface="微软雅黑"/>
                <a:sym typeface="微软雅黑"/>
              </a:rPr>
              <a:t>代码生成自动化：</a:t>
            </a:r>
          </a:p>
          <a:p>
            <a:pPr algn="l" indent="-254000" lvl="1" marL="596900">
              <a:lnSpc>
                <a:spcPct val="100000"/>
              </a:lnSpc>
              <a:spcBef>
                <a:spcPts val="750"/>
              </a:spcBef>
              <a:buClr>
                <a:srgbClr val="404040"/>
              </a:buClr>
              <a:buChar char="•"/>
            </a:pPr>
            <a:r>
              <a:rPr lang="en-US" b="false" i="false" strike="noStrike" u="none" sz="2000">
                <a:solidFill>
                  <a:srgbClr val="404040"/>
                </a:solidFill>
                <a:latin typeface="微软雅黑"/>
                <a:ea typeface="微软雅黑"/>
                <a:cs typeface="微软雅黑"/>
                <a:sym typeface="微软雅黑"/>
              </a:rPr>
              <a:t>输入：数学计算表达式（例如，张量乘法、卷积）。</a:t>
            </a:r>
          </a:p>
          <a:p>
            <a:pPr algn="l" indent="-254000" lvl="1" marL="596900">
              <a:lnSpc>
                <a:spcPct val="100000"/>
              </a:lnSpc>
              <a:spcBef>
                <a:spcPts val="750"/>
              </a:spcBef>
              <a:buClr>
                <a:srgbClr val="404040"/>
              </a:buClr>
              <a:buChar char="•"/>
            </a:pPr>
            <a:r>
              <a:rPr lang="en-US" b="false" i="false" strike="noStrike" u="none" sz="2000">
                <a:solidFill>
                  <a:srgbClr val="404040"/>
                </a:solidFill>
                <a:latin typeface="微软雅黑"/>
                <a:ea typeface="微软雅黑"/>
                <a:cs typeface="微软雅黑"/>
                <a:sym typeface="微软雅黑"/>
              </a:rPr>
              <a:t>输出：针对特定硬件（例如，</a:t>
            </a:r>
            <a:r>
              <a:rPr lang="en-US" b="false" i="false" strike="noStrike" u="none" sz="2000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rPr>
              <a:t>CUDA</a:t>
            </a:r>
            <a:r>
              <a:rPr lang="en-US" b="false" i="false" strike="noStrike" u="none" sz="2000">
                <a:solidFill>
                  <a:srgbClr val="404040"/>
                </a:solidFill>
                <a:latin typeface="微软雅黑"/>
                <a:ea typeface="微软雅黑"/>
                <a:cs typeface="微软雅黑"/>
                <a:sym typeface="微软雅黑"/>
              </a:rPr>
              <a:t>、</a:t>
            </a:r>
            <a:r>
              <a:rPr lang="en-US" b="false" i="false" strike="noStrike" u="none" sz="2000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rPr>
              <a:t>LLVM IR</a:t>
            </a:r>
            <a:r>
              <a:rPr lang="en-US" b="false" i="false" strike="noStrike" u="none" sz="2000">
                <a:solidFill>
                  <a:srgbClr val="404040"/>
                </a:solidFill>
                <a:latin typeface="微软雅黑"/>
                <a:ea typeface="微软雅黑"/>
                <a:cs typeface="微软雅黑"/>
                <a:sym typeface="微软雅黑"/>
              </a:rPr>
              <a:t>）优化的底层代码。</a:t>
            </a:r>
          </a:p>
          <a:p>
            <a:pPr algn="l" indent="-304800" marL="304800">
              <a:lnSpc>
                <a:spcPct val="100000"/>
              </a:lnSpc>
              <a:spcBef>
                <a:spcPts val="1500"/>
              </a:spcBef>
              <a:buClr>
                <a:srgbClr val="404040"/>
              </a:buClr>
              <a:buChar char="•"/>
            </a:pPr>
            <a:r>
              <a:rPr lang="en-US" b="false" i="false" strike="noStrike" u="none" sz="2400">
                <a:solidFill>
                  <a:srgbClr val="404040"/>
                </a:solidFill>
                <a:latin typeface="微软雅黑"/>
                <a:ea typeface="微软雅黑"/>
                <a:cs typeface="微软雅黑"/>
                <a:sym typeface="微软雅黑"/>
              </a:rPr>
              <a:t>常用调优维度（调度原语）：</a:t>
            </a:r>
          </a:p>
          <a:p>
            <a:pPr algn="l" indent="-254000" lvl="1" marL="596900">
              <a:lnSpc>
                <a:spcPct val="100000"/>
              </a:lnSpc>
              <a:spcBef>
                <a:spcPts val="750"/>
              </a:spcBef>
              <a:buClr>
                <a:srgbClr val="404040"/>
              </a:buClr>
              <a:buChar char="•"/>
            </a:pPr>
            <a:r>
              <a:rPr lang="en-US" b="false" i="false" strike="noStrike" u="none" sz="2000">
                <a:solidFill>
                  <a:srgbClr val="404040"/>
                </a:solidFill>
                <a:latin typeface="微软雅黑"/>
                <a:ea typeface="微软雅黑"/>
                <a:cs typeface="微软雅黑"/>
                <a:sym typeface="微软雅黑"/>
              </a:rPr>
              <a:t>分块：提高缓存命中率。</a:t>
            </a:r>
          </a:p>
          <a:p>
            <a:pPr algn="l" indent="-254000" lvl="1" marL="596900">
              <a:lnSpc>
                <a:spcPct val="100000"/>
              </a:lnSpc>
              <a:spcBef>
                <a:spcPts val="750"/>
              </a:spcBef>
              <a:buClr>
                <a:srgbClr val="404040"/>
              </a:buClr>
              <a:buChar char="•"/>
            </a:pPr>
            <a:r>
              <a:rPr lang="en-US" b="false" i="false" strike="noStrike" u="none" sz="2000">
                <a:solidFill>
                  <a:srgbClr val="404040"/>
                </a:solidFill>
                <a:latin typeface="微软雅黑"/>
                <a:ea typeface="微软雅黑"/>
                <a:cs typeface="微软雅黑"/>
                <a:sym typeface="微软雅黑"/>
              </a:rPr>
              <a:t>展开：减少分支开销。</a:t>
            </a:r>
          </a:p>
          <a:p>
            <a:pPr algn="l" indent="-254000" lvl="1" marL="596900">
              <a:lnSpc>
                <a:spcPct val="100000"/>
              </a:lnSpc>
              <a:spcBef>
                <a:spcPts val="750"/>
              </a:spcBef>
              <a:buClr>
                <a:srgbClr val="404040"/>
              </a:buClr>
              <a:buChar char="•"/>
            </a:pPr>
            <a:r>
              <a:rPr lang="en-US" b="false" i="false" strike="noStrike" u="none" sz="2000">
                <a:solidFill>
                  <a:srgbClr val="404040"/>
                </a:solidFill>
                <a:latin typeface="微软雅黑"/>
                <a:ea typeface="微软雅黑"/>
                <a:cs typeface="微软雅黑"/>
                <a:sym typeface="微软雅黑"/>
              </a:rPr>
              <a:t>向量化：利用</a:t>
            </a:r>
            <a:r>
              <a:rPr lang="en-US" b="false" i="false" strike="noStrike" u="none" sz="2000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rPr>
              <a:t> SIMD </a:t>
            </a:r>
            <a:r>
              <a:rPr lang="en-US" b="false" i="false" strike="noStrike" u="none" sz="2000">
                <a:solidFill>
                  <a:srgbClr val="404040"/>
                </a:solidFill>
                <a:latin typeface="微软雅黑"/>
                <a:ea typeface="微软雅黑"/>
                <a:cs typeface="微软雅黑"/>
                <a:sym typeface="微软雅黑"/>
              </a:rPr>
              <a:t>指令（例如，</a:t>
            </a:r>
            <a:r>
              <a:rPr lang="en-US" b="false" i="false" strike="noStrike" u="none" sz="2000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rPr>
              <a:t>AVX</a:t>
            </a:r>
            <a:r>
              <a:rPr lang="en-US" b="false" i="false" strike="noStrike" u="none" sz="2000">
                <a:solidFill>
                  <a:srgbClr val="404040"/>
                </a:solidFill>
                <a:latin typeface="微软雅黑"/>
                <a:ea typeface="微软雅黑"/>
                <a:cs typeface="微软雅黑"/>
                <a:sym typeface="微软雅黑"/>
              </a:rPr>
              <a:t>、</a:t>
            </a:r>
            <a:r>
              <a:rPr lang="en-US" b="false" i="false" strike="noStrike" u="none" sz="2000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rPr>
              <a:t>TensorCore</a:t>
            </a:r>
            <a:r>
              <a:rPr lang="en-US" b="false" i="false" strike="noStrike" u="none" sz="2000">
                <a:solidFill>
                  <a:srgbClr val="404040"/>
                </a:solidFill>
                <a:latin typeface="微软雅黑"/>
                <a:ea typeface="微软雅黑"/>
                <a:cs typeface="微软雅黑"/>
                <a:sym typeface="微软雅黑"/>
              </a:rPr>
              <a:t>）。</a:t>
            </a:r>
          </a:p>
          <a:p>
            <a:pPr algn="l" indent="-254000" lvl="1" marL="596900">
              <a:lnSpc>
                <a:spcPct val="100000"/>
              </a:lnSpc>
              <a:spcBef>
                <a:spcPts val="750"/>
              </a:spcBef>
              <a:buClr>
                <a:srgbClr val="404040"/>
              </a:buClr>
              <a:buChar char="•"/>
            </a:pPr>
            <a:r>
              <a:rPr lang="en-US" b="false" i="false" strike="noStrike" u="none" sz="2000">
                <a:solidFill>
                  <a:srgbClr val="404040"/>
                </a:solidFill>
                <a:latin typeface="微软雅黑"/>
                <a:ea typeface="微软雅黑"/>
                <a:cs typeface="微软雅黑"/>
                <a:sym typeface="微软雅黑"/>
              </a:rPr>
              <a:t>绑定：</a:t>
            </a:r>
            <a:r>
              <a:rPr lang="en-US" b="false" i="false" strike="noStrike" u="none" sz="2000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rPr>
              <a:t>GPU </a:t>
            </a:r>
            <a:r>
              <a:rPr lang="en-US" b="false" i="false" strike="noStrike" u="none" sz="2000">
                <a:solidFill>
                  <a:srgbClr val="404040"/>
                </a:solidFill>
                <a:latin typeface="微软雅黑"/>
                <a:ea typeface="微软雅黑"/>
                <a:cs typeface="微软雅黑"/>
                <a:sym typeface="微软雅黑"/>
              </a:rPr>
              <a:t>中的块</a:t>
            </a:r>
            <a:r>
              <a:rPr lang="en-US" b="false" i="false" strike="noStrike" u="none" sz="2000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rPr>
              <a:t>/</a:t>
            </a:r>
            <a:r>
              <a:rPr lang="en-US" b="false" i="false" strike="noStrike" u="none" sz="2000">
                <a:solidFill>
                  <a:srgbClr val="404040"/>
                </a:solidFill>
                <a:latin typeface="微软雅黑"/>
                <a:ea typeface="微软雅黑"/>
                <a:cs typeface="微软雅黑"/>
                <a:sym typeface="微软雅黑"/>
              </a:rPr>
              <a:t>线程映射。</a:t>
            </a:r>
          </a:p>
        </p:txBody>
      </p:sp>
      <p:pic>
        <p:nvPicPr>
          <p:cNvPr name="Picture 6" id="6"/>
          <p:cNvPicPr>
            <a:picLocks noChangeAspect="true"/>
          </p:cNvPicPr>
          <p:nvPr/>
        </p:nvPicPr>
        <p:blipFill>
          <a:blip r:embed="rId2"/>
          <a:srcRect l="0" r="0" t="0" b="0"/>
          <a:stretch>
            <a:fillRect/>
          </a:stretch>
        </p:blipFill>
        <p:spPr>
          <a:xfrm rot="0" flipH="false" flipV="false">
            <a:off x="1744498" y="4942682"/>
            <a:ext cx="1323975" cy="1323975"/>
          </a:xfrm>
          <a:prstGeom prst="rect">
            <a:avLst/>
          </a:prstGeom>
          <a:ln w="12700">
            <a:noFill/>
            <a:prstDash val="solid"/>
          </a:ln>
        </p:spPr>
      </p:pic>
      <p:pic>
        <p:nvPicPr>
          <p:cNvPr name="Picture 7" id="7"/>
          <p:cNvPicPr>
            <a:picLocks noChangeAspect="true"/>
          </p:cNvPicPr>
          <p:nvPr/>
        </p:nvPicPr>
        <p:blipFill>
          <a:blip r:embed="rId3"/>
          <a:srcRect l="0" r="0" t="0" b="0"/>
          <a:stretch>
            <a:fillRect/>
          </a:stretch>
        </p:blipFill>
        <p:spPr>
          <a:xfrm rot="0" flipH="false" flipV="false">
            <a:off x="7791869" y="3368302"/>
            <a:ext cx="4529898" cy="2808661"/>
          </a:xfrm>
          <a:prstGeom prst="rect">
            <a:avLst/>
          </a:prstGeom>
          <a:ln w="12700">
            <a:noFill/>
            <a:prstDash val="solid"/>
          </a:ln>
        </p:spPr>
      </p:pic>
    </p:spTree>
  </p:cSld>
  <p:clrMapOvr>
    <a:masterClrMapping/>
  </p:clrMapOvr>
  <p:transition main:dur="1000">
    <p:fade thruBlk="false"/>
  </p:transition>
</p:sld>
</file>

<file path=ppt/slides/slide7.xml><?xml version="1.0" encoding="utf-8"?>
<p:sld xmlns:p="http://schemas.openxmlformats.org/presentationml/2006/main" xmlns:a="http://schemas.openxmlformats.org/drawingml/2006/main" xmlns:main="http://schemas.microsoft.com/office/powerpoint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>
            <p:ph idx="6" type="body" sz="quarter" hasCustomPrompt="true"/>
          </p:nvPr>
        </p:nvSpPr>
        <p:spPr>
          <a:prstGeom prst="rect">
            <a:avLst/>
          </a:prstGeom>
        </p:spPr>
        <p:txBody>
          <a:bodyPr anchor="ctr" wrap="square" lIns="91440" rIns="91440" tIns="45720" bIns="45720">
            <a:noAutofit/>
          </a:bodyPr>
          <a:lstStyle>
            <a:lvl1pPr algn="l">
              <a:lnSpc>
                <a:spcPct val="100000"/>
              </a:lnSpc>
              <a:defRPr sz="3600" b="false" i="false" u="none" strike="noStrike" spc="0">
                <a:solidFill>
                  <a:srgbClr val="262626">
                    <a:alpha val="100000"/>
                  </a:srgbClr>
                </a:solidFill>
                <a:latin typeface="微软雅黑"/>
              </a:defRPr>
            </a:lvl1pPr>
          </a:lstStyle>
          <a:p>
            <a:pPr algn="l" indent="0">
              <a:lnSpc>
                <a:spcPct val="100000"/>
              </a:lnSpc>
            </a:pPr>
            <a:r>
              <a:rPr lang="en-US" b="false" i="false" strike="noStrike" u="none" sz="3600">
                <a:solidFill>
                  <a:srgbClr val="262626"/>
                </a:solidFill>
                <a:latin typeface="微软雅黑"/>
                <a:ea typeface="微软雅黑"/>
                <a:cs typeface="微软雅黑"/>
                <a:sym typeface="微软雅黑"/>
              </a:rPr>
              <a:t>主流调优框架的演变</a:t>
            </a:r>
          </a:p>
        </p:txBody>
      </p:sp>
      <p:sp>
        <p:nvSpPr>
          <p:cNvPr name="AutoShape 3" id="3"/>
          <p:cNvSpPr/>
          <p:nvPr>
            <p:ph idx="7" type="body" sz="quarter"/>
          </p:nvPr>
        </p:nvSpPr>
        <p:spPr>
          <a:prstGeom prst="rect">
            <a:avLst/>
          </a:prstGeom>
        </p:spPr>
        <p:txBody>
          <a:bodyPr anchor="ctr" vert="horz" wrap="square" lIns="91440" rIns="91440" tIns="45720" bIns="45720">
            <a:noAutofit/>
          </a:bodyPr>
          <a:lstStyle>
            <a:lvl1pPr algn="l">
              <a:lnSpc>
                <a:spcPct val="100000"/>
              </a:lnSpc>
              <a:defRPr sz="1400" b="false" i="false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l"/>
            <a:endParaRPr/>
          </a:p>
        </p:txBody>
      </p:sp>
      <p:sp>
        <p:nvSpPr>
          <p:cNvPr name="AutoShape 4" id="4"/>
          <p:cNvSpPr/>
          <p:nvPr>
            <p:ph idx="8" type="body" sz="quarter" hasCustomPrompt="true"/>
          </p:nvPr>
        </p:nvSpPr>
        <p:spPr>
          <a:prstGeom prst="rect">
            <a:avLst/>
          </a:prstGeom>
        </p:spPr>
        <p:txBody>
          <a:bodyPr anchor="ctr" wrap="square" lIns="91440" rIns="91440" tIns="45720" bIns="45720">
            <a:noAutofit/>
          </a:bodyPr>
          <a:lstStyle>
            <a:lvl1pPr algn="r">
              <a:lnSpc>
                <a:spcPct val="100000"/>
              </a:lnSpc>
              <a:defRPr sz="1600" b="false" i="false" u="none" strike="noStrike" spc="0">
                <a:solidFill>
                  <a:srgbClr val="FFFFFF">
                    <a:alpha val="100000"/>
                  </a:srgbClr>
                </a:solidFill>
                <a:latin typeface="Garamond"/>
              </a:defRPr>
            </a:lvl1pPr>
          </a:lstStyle>
          <a:p>
            <a:pPr algn="r" indent="0">
              <a:lnSpc>
                <a:spcPct val="100000"/>
              </a:lnSpc>
            </a:pPr>
            <a:r>
              <a:rPr lang="en-US" b="false" i="false" strike="noStrike" u="none" sz="1600">
                <a:solidFill>
                  <a:srgbClr val="FFFFFF"/>
                </a:solidFill>
                <a:latin typeface="Garamond"/>
                <a:ea typeface="Garamond"/>
                <a:cs typeface="Garamond"/>
                <a:sym typeface="Garamond"/>
              </a:rPr>
              <a:t>7</a:t>
            </a:r>
          </a:p>
        </p:txBody>
      </p:sp>
      <p:sp>
        <p:nvSpPr>
          <p:cNvPr name="AutoShape 5" id="5"/>
          <p:cNvSpPr/>
          <p:nvPr>
            <p:ph idx="9" type="body" sz="quarter" hasCustomPrompt="true"/>
          </p:nvPr>
        </p:nvSpPr>
        <p:spPr>
          <a:prstGeom prst="rect">
            <a:avLst/>
          </a:prstGeom>
        </p:spPr>
        <p:txBody>
          <a:bodyPr anchor="t" wrap="square" lIns="91440" rIns="91440" tIns="45720" bIns="45720">
            <a:normAutofit lnSpcReduction="0"/>
          </a:bodyPr>
          <a:lstStyle>
            <a:lvl1pPr algn="l">
              <a:lnSpc>
                <a:spcPct val="100000"/>
              </a:lnSpc>
              <a:defRPr sz="2400" b="false" i="false" u="none" strike="noStrike" spc="0">
                <a:solidFill>
                  <a:srgbClr val="404040">
                    <a:alpha val="100000"/>
                  </a:srgbClr>
                </a:solidFill>
                <a:latin typeface="微软雅黑"/>
              </a:defRPr>
            </a:lvl1pPr>
          </a:lstStyle>
          <a:p>
            <a:pPr algn="l" indent="-304800" marL="304800">
              <a:lnSpc>
                <a:spcPct val="100000"/>
              </a:lnSpc>
              <a:spcBef>
                <a:spcPts val="1500"/>
              </a:spcBef>
              <a:buClr>
                <a:srgbClr val="404040"/>
              </a:buClr>
              <a:buChar char="•"/>
            </a:pPr>
            <a:r>
              <a:rPr lang="en-US" b="false" i="false" strike="noStrike" u="none" sz="2400">
                <a:solidFill>
                  <a:srgbClr val="404040"/>
                </a:solidFill>
                <a:latin typeface="微软雅黑"/>
                <a:ea typeface="微软雅黑"/>
                <a:cs typeface="微软雅黑"/>
                <a:sym typeface="微软雅黑"/>
              </a:rPr>
              <a:t>第一代：手动调度</a:t>
            </a:r>
          </a:p>
          <a:p>
            <a:pPr algn="l" indent="-254000" lvl="1" marL="596900">
              <a:lnSpc>
                <a:spcPct val="100000"/>
              </a:lnSpc>
              <a:spcBef>
                <a:spcPts val="750"/>
              </a:spcBef>
              <a:buClr>
                <a:srgbClr val="404040"/>
              </a:buClr>
              <a:buChar char="•"/>
            </a:pPr>
            <a:r>
              <a:rPr lang="en-US" b="false" i="false" strike="noStrike" u="none" sz="2000">
                <a:solidFill>
                  <a:srgbClr val="404040"/>
                </a:solidFill>
                <a:latin typeface="微软雅黑"/>
                <a:ea typeface="微软雅黑"/>
                <a:cs typeface="微软雅黑"/>
                <a:sym typeface="微软雅黑"/>
              </a:rPr>
              <a:t>代表：早期</a:t>
            </a:r>
            <a:r>
              <a:rPr lang="en-US" b="false" i="false" strike="noStrike" u="none" sz="2000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rPr>
              <a:t> Halide</a:t>
            </a:r>
          </a:p>
          <a:p>
            <a:pPr algn="l" indent="-254000" lvl="1" marL="596900">
              <a:lnSpc>
                <a:spcPct val="100000"/>
              </a:lnSpc>
              <a:spcBef>
                <a:spcPts val="750"/>
              </a:spcBef>
              <a:buClr>
                <a:srgbClr val="404040"/>
              </a:buClr>
              <a:buChar char="•"/>
            </a:pPr>
            <a:r>
              <a:rPr lang="en-US" b="false" i="false" strike="noStrike" u="none" sz="2000">
                <a:solidFill>
                  <a:srgbClr val="404040"/>
                </a:solidFill>
                <a:latin typeface="微软雅黑"/>
                <a:ea typeface="微软雅黑"/>
                <a:cs typeface="微软雅黑"/>
                <a:sym typeface="微软雅黑"/>
              </a:rPr>
              <a:t>特点：算法和调度分离，但调度仍需专家手动实现。</a:t>
            </a:r>
          </a:p>
          <a:p>
            <a:pPr algn="l" indent="-304800" marL="304800">
              <a:lnSpc>
                <a:spcPct val="100000"/>
              </a:lnSpc>
              <a:spcBef>
                <a:spcPts val="1500"/>
              </a:spcBef>
              <a:buClr>
                <a:srgbClr val="404040"/>
              </a:buClr>
              <a:buChar char="•"/>
            </a:pPr>
            <a:r>
              <a:rPr lang="en-US" b="false" i="false" strike="noStrike" u="none" sz="2400">
                <a:solidFill>
                  <a:srgbClr val="404040"/>
                </a:solidFill>
                <a:latin typeface="微软雅黑"/>
                <a:ea typeface="微软雅黑"/>
                <a:cs typeface="微软雅黑"/>
                <a:sym typeface="微软雅黑"/>
              </a:rPr>
              <a:t>第二代：基于模板的调优</a:t>
            </a:r>
          </a:p>
          <a:p>
            <a:pPr algn="l" indent="-254000" lvl="1" marL="596900">
              <a:lnSpc>
                <a:spcPct val="100000"/>
              </a:lnSpc>
              <a:spcBef>
                <a:spcPts val="750"/>
              </a:spcBef>
              <a:buClr>
                <a:srgbClr val="404040"/>
              </a:buClr>
              <a:buChar char="•"/>
            </a:pPr>
            <a:r>
              <a:rPr lang="en-US" b="false" i="false" strike="noStrike" u="none" sz="2000">
                <a:solidFill>
                  <a:srgbClr val="404040"/>
                </a:solidFill>
                <a:latin typeface="微软雅黑"/>
                <a:ea typeface="微软雅黑"/>
                <a:cs typeface="微软雅黑"/>
                <a:sym typeface="微软雅黑"/>
              </a:rPr>
              <a:t>代表：</a:t>
            </a:r>
            <a:r>
              <a:rPr lang="en-US" b="false" i="false" strike="noStrike" u="none" sz="2000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rPr>
              <a:t>TVM AutoTVM</a:t>
            </a:r>
          </a:p>
          <a:p>
            <a:pPr algn="l" indent="-254000" lvl="1" marL="596900">
              <a:lnSpc>
                <a:spcPct val="100000"/>
              </a:lnSpc>
              <a:spcBef>
                <a:spcPts val="750"/>
              </a:spcBef>
              <a:buClr>
                <a:srgbClr val="404040"/>
              </a:buClr>
              <a:buChar char="•"/>
            </a:pPr>
            <a:r>
              <a:rPr lang="en-US" b="false" i="false" strike="noStrike" u="none" sz="2000">
                <a:solidFill>
                  <a:srgbClr val="404040"/>
                </a:solidFill>
                <a:latin typeface="微软雅黑"/>
                <a:ea typeface="微软雅黑"/>
                <a:cs typeface="微软雅黑"/>
                <a:sym typeface="微软雅黑"/>
              </a:rPr>
              <a:t>特点：专家编写参数化模板，算法在参数空间中搜索最优值。</a:t>
            </a:r>
          </a:p>
          <a:p>
            <a:pPr algn="l" indent="-304800" marL="304800">
              <a:lnSpc>
                <a:spcPct val="100000"/>
              </a:lnSpc>
              <a:spcBef>
                <a:spcPts val="1500"/>
              </a:spcBef>
              <a:buClr>
                <a:srgbClr val="404040"/>
              </a:buClr>
              <a:buChar char="•"/>
            </a:pPr>
            <a:r>
              <a:rPr lang="en-US" b="false" i="false" strike="noStrike" u="none" sz="2400">
                <a:solidFill>
                  <a:srgbClr val="404040"/>
                </a:solidFill>
                <a:latin typeface="微软雅黑"/>
                <a:ea typeface="微软雅黑"/>
                <a:cs typeface="微软雅黑"/>
                <a:sym typeface="微软雅黑"/>
              </a:rPr>
              <a:t>第三代：无模板调优</a:t>
            </a:r>
          </a:p>
          <a:p>
            <a:pPr algn="l" indent="-254000" lvl="1" marL="596900">
              <a:lnSpc>
                <a:spcPct val="100000"/>
              </a:lnSpc>
              <a:spcBef>
                <a:spcPts val="750"/>
              </a:spcBef>
              <a:buClr>
                <a:srgbClr val="404040"/>
              </a:buClr>
              <a:buChar char="•"/>
            </a:pPr>
            <a:r>
              <a:rPr lang="en-US" b="false" i="false" strike="noStrike" u="none" sz="2000">
                <a:solidFill>
                  <a:srgbClr val="404040"/>
                </a:solidFill>
                <a:latin typeface="微软雅黑"/>
                <a:ea typeface="微软雅黑"/>
                <a:cs typeface="微软雅黑"/>
                <a:sym typeface="微软雅黑"/>
              </a:rPr>
              <a:t>代表：</a:t>
            </a:r>
            <a:r>
              <a:rPr lang="en-US" b="false" i="false" strike="noStrike" u="none" sz="2000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rPr>
              <a:t>TVM Ansor</a:t>
            </a:r>
            <a:r>
              <a:rPr lang="en-US" b="false" i="false" strike="noStrike" u="none" sz="2000">
                <a:solidFill>
                  <a:srgbClr val="404040"/>
                </a:solidFill>
                <a:latin typeface="微软雅黑"/>
                <a:ea typeface="微软雅黑"/>
                <a:cs typeface="微软雅黑"/>
                <a:sym typeface="微软雅黑"/>
              </a:rPr>
              <a:t>（自动调度器）</a:t>
            </a:r>
          </a:p>
          <a:p>
            <a:pPr algn="l" indent="-254000" lvl="1" marL="596900">
              <a:lnSpc>
                <a:spcPct val="100000"/>
              </a:lnSpc>
              <a:spcBef>
                <a:spcPts val="750"/>
              </a:spcBef>
              <a:buClr>
                <a:srgbClr val="404040"/>
              </a:buClr>
              <a:buChar char="•"/>
            </a:pPr>
            <a:r>
              <a:rPr lang="en-US" b="false" i="false" strike="noStrike" u="none" sz="2000">
                <a:solidFill>
                  <a:srgbClr val="404040"/>
                </a:solidFill>
                <a:latin typeface="微软雅黑"/>
                <a:ea typeface="微软雅黑"/>
                <a:cs typeface="微软雅黑"/>
                <a:sym typeface="微软雅黑"/>
              </a:rPr>
              <a:t>特点：基于规则自动生成庞大的搜索空间，无需手动预设模板。</a:t>
            </a:r>
          </a:p>
        </p:txBody>
      </p:sp>
    </p:spTree>
  </p:cSld>
  <p:clrMapOvr>
    <a:masterClrMapping/>
  </p:clrMapOvr>
  <p:transition main:dur="1000">
    <p:fade thruBlk="false"/>
  </p:transition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 xmlns:main="http://schemas.microsoft.com/office/powerpoint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>
            <p:ph idx="6" type="body" sz="quarter" hasCustomPrompt="true"/>
          </p:nvPr>
        </p:nvSpPr>
        <p:spPr>
          <a:prstGeom prst="rect">
            <a:avLst/>
          </a:prstGeom>
        </p:spPr>
        <p:txBody>
          <a:bodyPr anchor="ctr" wrap="square" lIns="91440" rIns="91440" tIns="45720" bIns="45720">
            <a:noAutofit/>
          </a:bodyPr>
          <a:lstStyle>
            <a:lvl1pPr algn="l">
              <a:lnSpc>
                <a:spcPct val="100000"/>
              </a:lnSpc>
              <a:defRPr sz="3600" b="false" i="false" u="none" strike="noStrike" spc="0">
                <a:solidFill>
                  <a:srgbClr val="262626">
                    <a:alpha val="100000"/>
                  </a:srgbClr>
                </a:solidFill>
                <a:latin typeface="微软雅黑"/>
              </a:defRPr>
            </a:lvl1pPr>
          </a:lstStyle>
          <a:p>
            <a:pPr algn="l" indent="0">
              <a:lnSpc>
                <a:spcPct val="100000"/>
              </a:lnSpc>
            </a:pPr>
            <a:r>
              <a:rPr lang="en-US" b="false" i="false" strike="noStrike" u="none" sz="3600">
                <a:solidFill>
                  <a:srgbClr val="262626"/>
                </a:solidFill>
                <a:latin typeface="微软雅黑"/>
                <a:ea typeface="微软雅黑"/>
                <a:cs typeface="微软雅黑"/>
                <a:sym typeface="微软雅黑"/>
              </a:rPr>
              <a:t>经典框架分析：</a:t>
            </a:r>
            <a:r>
              <a:rPr lang="en-US" b="false" i="false" strike="noStrike" u="none" sz="3600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rPr>
              <a:t>TVM </a:t>
            </a:r>
            <a:r>
              <a:rPr lang="en-US" b="false" i="false" strike="noStrike" u="none" sz="3600">
                <a:solidFill>
                  <a:srgbClr val="262626"/>
                </a:solidFill>
                <a:latin typeface="微软雅黑"/>
                <a:ea typeface="微软雅黑"/>
                <a:cs typeface="微软雅黑"/>
                <a:sym typeface="微软雅黑"/>
              </a:rPr>
              <a:t>和</a:t>
            </a:r>
            <a:r>
              <a:rPr lang="en-US" b="false" i="false" strike="noStrike" u="none" sz="3600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rPr>
              <a:t> AutoTVM</a:t>
            </a:r>
          </a:p>
        </p:txBody>
      </p:sp>
      <p:sp>
        <p:nvSpPr>
          <p:cNvPr name="AutoShape 3" id="3"/>
          <p:cNvSpPr/>
          <p:nvPr>
            <p:ph idx="7" type="body" sz="quarter"/>
          </p:nvPr>
        </p:nvSpPr>
        <p:spPr>
          <a:prstGeom prst="rect">
            <a:avLst/>
          </a:prstGeom>
        </p:spPr>
        <p:txBody>
          <a:bodyPr anchor="ctr" vert="horz" wrap="square" lIns="91440" rIns="91440" tIns="45720" bIns="45720">
            <a:noAutofit/>
          </a:bodyPr>
          <a:lstStyle>
            <a:lvl1pPr algn="l">
              <a:lnSpc>
                <a:spcPct val="100000"/>
              </a:lnSpc>
              <a:defRPr sz="1400" b="false" i="false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l"/>
            <a:endParaRPr/>
          </a:p>
        </p:txBody>
      </p:sp>
      <p:sp>
        <p:nvSpPr>
          <p:cNvPr name="AutoShape 4" id="4"/>
          <p:cNvSpPr/>
          <p:nvPr>
            <p:ph idx="8" type="body" sz="quarter" hasCustomPrompt="true"/>
          </p:nvPr>
        </p:nvSpPr>
        <p:spPr>
          <a:prstGeom prst="rect">
            <a:avLst/>
          </a:prstGeom>
        </p:spPr>
        <p:txBody>
          <a:bodyPr anchor="ctr" wrap="square" lIns="91440" rIns="91440" tIns="45720" bIns="45720">
            <a:noAutofit/>
          </a:bodyPr>
          <a:lstStyle>
            <a:lvl1pPr algn="r">
              <a:lnSpc>
                <a:spcPct val="100000"/>
              </a:lnSpc>
              <a:defRPr sz="1600" b="false" i="false" u="none" strike="noStrike" spc="0">
                <a:solidFill>
                  <a:srgbClr val="FFFFFF">
                    <a:alpha val="100000"/>
                  </a:srgbClr>
                </a:solidFill>
                <a:latin typeface="Garamond"/>
              </a:defRPr>
            </a:lvl1pPr>
          </a:lstStyle>
          <a:p>
            <a:pPr algn="r" indent="0">
              <a:lnSpc>
                <a:spcPct val="100000"/>
              </a:lnSpc>
            </a:pPr>
            <a:r>
              <a:rPr lang="en-US" b="false" i="false" strike="noStrike" u="none" sz="1600">
                <a:solidFill>
                  <a:srgbClr val="FFFFFF"/>
                </a:solidFill>
                <a:latin typeface="Garamond"/>
                <a:ea typeface="Garamond"/>
                <a:cs typeface="Garamond"/>
                <a:sym typeface="Garamond"/>
              </a:rPr>
              <a:t>8</a:t>
            </a:r>
          </a:p>
        </p:txBody>
      </p:sp>
      <p:sp>
        <p:nvSpPr>
          <p:cNvPr name="AutoShape 5" id="5"/>
          <p:cNvSpPr/>
          <p:nvPr>
            <p:ph idx="9" type="body" sz="quarter" hasCustomPrompt="true"/>
          </p:nvPr>
        </p:nvSpPr>
        <p:spPr>
          <a:prstGeom prst="rect">
            <a:avLst/>
          </a:prstGeom>
        </p:spPr>
        <p:txBody>
          <a:bodyPr anchor="t" wrap="square" lIns="91440" rIns="91440" tIns="45720" bIns="45720">
            <a:normAutofit lnSpcReduction="0"/>
          </a:bodyPr>
          <a:lstStyle>
            <a:lvl1pPr algn="l">
              <a:lnSpc>
                <a:spcPct val="100000"/>
              </a:lnSpc>
              <a:defRPr sz="2400" b="false" i="false" u="none" strike="noStrike" spc="0">
                <a:solidFill>
                  <a:srgbClr val="404040">
                    <a:alpha val="100000"/>
                  </a:srgbClr>
                </a:solidFill>
                <a:latin typeface="Calibri"/>
              </a:defRPr>
            </a:lvl1pPr>
          </a:lstStyle>
          <a:p>
            <a:pPr algn="l" indent="-304800" marL="304800">
              <a:lnSpc>
                <a:spcPct val="100000"/>
              </a:lnSpc>
              <a:spcBef>
                <a:spcPts val="1500"/>
              </a:spcBef>
              <a:buClr>
                <a:srgbClr val="404040"/>
              </a:buClr>
              <a:buChar char="•"/>
            </a:pPr>
            <a:r>
              <a:rPr lang="en-US" b="false" i="false" strike="noStrike" u="none" sz="2400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rPr>
              <a:t>AutoTVM </a:t>
            </a:r>
            <a:r>
              <a:rPr lang="en-US" b="false" i="false" strike="noStrike" u="none" sz="2400">
                <a:solidFill>
                  <a:srgbClr val="404040"/>
                </a:solidFill>
                <a:latin typeface="微软雅黑"/>
                <a:ea typeface="微软雅黑"/>
                <a:cs typeface="微软雅黑"/>
                <a:sym typeface="微软雅黑"/>
              </a:rPr>
              <a:t>的核心创新</a:t>
            </a:r>
          </a:p>
          <a:p>
            <a:pPr algn="l" indent="-254000" lvl="1" marL="596900">
              <a:lnSpc>
                <a:spcPct val="100000"/>
              </a:lnSpc>
              <a:spcBef>
                <a:spcPts val="750"/>
              </a:spcBef>
              <a:buClr>
                <a:srgbClr val="404040"/>
              </a:buClr>
              <a:buChar char="•"/>
            </a:pPr>
            <a:r>
              <a:rPr lang="en-US" b="false" i="false" strike="noStrike" u="none" sz="2000">
                <a:solidFill>
                  <a:srgbClr val="404040"/>
                </a:solidFill>
                <a:latin typeface="微软雅黑"/>
                <a:ea typeface="微软雅黑"/>
                <a:cs typeface="微软雅黑"/>
                <a:sym typeface="微软雅黑"/>
              </a:rPr>
              <a:t>引入基于索引的参数化模板。</a:t>
            </a:r>
          </a:p>
          <a:p>
            <a:pPr algn="l" indent="-254000" lvl="1" marL="596900">
              <a:lnSpc>
                <a:spcPct val="100000"/>
              </a:lnSpc>
              <a:spcBef>
                <a:spcPts val="750"/>
              </a:spcBef>
              <a:buClr>
                <a:srgbClr val="404040"/>
              </a:buClr>
              <a:buChar char="•"/>
            </a:pPr>
            <a:r>
              <a:rPr lang="en-US" b="false" i="false" strike="noStrike" u="none" sz="2000">
                <a:solidFill>
                  <a:srgbClr val="404040"/>
                </a:solidFill>
                <a:latin typeface="微软雅黑"/>
                <a:ea typeface="微软雅黑"/>
                <a:cs typeface="微软雅黑"/>
                <a:sym typeface="微软雅黑"/>
              </a:rPr>
              <a:t>引入统计成本模型以取代传统的分析模型。</a:t>
            </a:r>
          </a:p>
          <a:p>
            <a:pPr algn="l" indent="-304800" marL="304800">
              <a:lnSpc>
                <a:spcPct val="100000"/>
              </a:lnSpc>
              <a:spcBef>
                <a:spcPts val="1500"/>
              </a:spcBef>
              <a:buClr>
                <a:srgbClr val="404040"/>
              </a:buClr>
              <a:buChar char="•"/>
            </a:pPr>
            <a:r>
              <a:rPr lang="en-US" b="false" i="false" strike="noStrike" u="none" sz="2400">
                <a:solidFill>
                  <a:srgbClr val="404040"/>
                </a:solidFill>
                <a:latin typeface="微软雅黑"/>
                <a:ea typeface="微软雅黑"/>
                <a:cs typeface="微软雅黑"/>
                <a:sym typeface="微软雅黑"/>
              </a:rPr>
              <a:t>成本模型的优势：</a:t>
            </a:r>
          </a:p>
          <a:p>
            <a:pPr algn="l" indent="-254000" lvl="1" marL="596900">
              <a:lnSpc>
                <a:spcPct val="100000"/>
              </a:lnSpc>
              <a:spcBef>
                <a:spcPts val="750"/>
              </a:spcBef>
              <a:buClr>
                <a:srgbClr val="404040"/>
              </a:buClr>
              <a:buChar char="•"/>
            </a:pPr>
            <a:r>
              <a:rPr lang="en-US" b="false" i="false" strike="noStrike" u="none" sz="2000">
                <a:solidFill>
                  <a:srgbClr val="404040"/>
                </a:solidFill>
                <a:latin typeface="微软雅黑"/>
                <a:ea typeface="微软雅黑"/>
                <a:cs typeface="微软雅黑"/>
                <a:sym typeface="微软雅黑"/>
              </a:rPr>
              <a:t>复杂的</a:t>
            </a:r>
            <a:r>
              <a:rPr lang="en-US" b="false" i="false" strike="noStrike" u="none" sz="2000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rPr>
              <a:t> GPU </a:t>
            </a:r>
            <a:r>
              <a:rPr lang="en-US" b="false" i="false" strike="noStrike" u="none" sz="2000">
                <a:solidFill>
                  <a:srgbClr val="404040"/>
                </a:solidFill>
                <a:latin typeface="微软雅黑"/>
                <a:ea typeface="微软雅黑"/>
                <a:cs typeface="微软雅黑"/>
                <a:sym typeface="微软雅黑"/>
              </a:rPr>
              <a:t>架构难以用公式精确建模。</a:t>
            </a:r>
          </a:p>
          <a:p>
            <a:pPr algn="l" indent="-254000" lvl="1" marL="596900">
              <a:lnSpc>
                <a:spcPct val="100000"/>
              </a:lnSpc>
              <a:spcBef>
                <a:spcPts val="750"/>
              </a:spcBef>
              <a:buClr>
                <a:srgbClr val="404040"/>
              </a:buClr>
              <a:buChar char="•"/>
            </a:pPr>
            <a:r>
              <a:rPr lang="en-US" b="false" i="false" strike="noStrike" u="none" sz="2000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rPr>
              <a:t>AutoTVM </a:t>
            </a:r>
            <a:r>
              <a:rPr lang="en-US" b="false" i="false" strike="noStrike" u="none" sz="2000">
                <a:solidFill>
                  <a:srgbClr val="404040"/>
                </a:solidFill>
                <a:latin typeface="微软雅黑"/>
                <a:ea typeface="微软雅黑"/>
                <a:cs typeface="微软雅黑"/>
                <a:sym typeface="微软雅黑"/>
              </a:rPr>
              <a:t>使用</a:t>
            </a:r>
            <a:r>
              <a:rPr lang="en-US" b="false" i="false" strike="noStrike" u="none" sz="2000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rPr>
              <a:t> XGBoost/TreeGRU </a:t>
            </a:r>
            <a:r>
              <a:rPr lang="en-US" b="false" i="false" strike="noStrike" u="none" sz="2000">
                <a:solidFill>
                  <a:srgbClr val="404040"/>
                </a:solidFill>
                <a:latin typeface="微软雅黑"/>
                <a:ea typeface="微软雅黑"/>
                <a:cs typeface="微软雅黑"/>
                <a:sym typeface="微软雅黑"/>
              </a:rPr>
              <a:t>等机器学习模型，通过</a:t>
            </a:r>
            <a:r>
              <a:rPr lang="en-US" b="false" i="false" strike="noStrike" u="none" sz="2000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rPr>
              <a:t>“</a:t>
            </a:r>
            <a:r>
              <a:rPr lang="en-US" b="false" i="false" strike="noStrike" u="none" sz="2000">
                <a:solidFill>
                  <a:srgbClr val="404040"/>
                </a:solidFill>
                <a:latin typeface="微软雅黑"/>
                <a:ea typeface="微软雅黑"/>
                <a:cs typeface="微软雅黑"/>
                <a:sym typeface="微软雅黑"/>
              </a:rPr>
              <a:t>输入</a:t>
            </a:r>
            <a:r>
              <a:rPr lang="en-US" b="false" i="false" strike="noStrike" u="none" sz="2000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rPr>
              <a:t>”</a:t>
            </a:r>
            <a:r>
              <a:rPr lang="en-US" b="false" i="false" strike="noStrike" u="none" sz="2000">
                <a:solidFill>
                  <a:srgbClr val="404040"/>
                </a:solidFill>
                <a:latin typeface="微软雅黑"/>
                <a:ea typeface="微软雅黑"/>
                <a:cs typeface="微软雅黑"/>
                <a:sym typeface="微软雅黑"/>
              </a:rPr>
              <a:t>真实设备运行数据来预测性能。</a:t>
            </a:r>
          </a:p>
        </p:txBody>
      </p:sp>
      <p:pic>
        <p:nvPicPr>
          <p:cNvPr name="Picture 6" id="6"/>
          <p:cNvPicPr>
            <a:picLocks noChangeAspect="true"/>
          </p:cNvPicPr>
          <p:nvPr/>
        </p:nvPicPr>
        <p:blipFill>
          <a:blip r:embed="rId2"/>
          <a:srcRect l="0" r="0" t="0" b="0"/>
          <a:stretch>
            <a:fillRect/>
          </a:stretch>
        </p:blipFill>
        <p:spPr>
          <a:xfrm rot="0" flipH="false" flipV="false">
            <a:off x="5893067" y="3910306"/>
            <a:ext cx="4283027" cy="2947694"/>
          </a:xfrm>
          <a:prstGeom prst="rect">
            <a:avLst/>
          </a:prstGeom>
          <a:ln w="12700">
            <a:noFill/>
            <a:prstDash val="solid"/>
          </a:ln>
        </p:spPr>
      </p:pic>
      <p:pic>
        <p:nvPicPr>
          <p:cNvPr name="Picture 7" id="7"/>
          <p:cNvPicPr>
            <a:picLocks noChangeAspect="true"/>
          </p:cNvPicPr>
          <p:nvPr/>
        </p:nvPicPr>
        <p:blipFill>
          <a:blip r:embed="rId3"/>
          <a:srcRect l="0" r="0" t="0" b="0"/>
          <a:stretch>
            <a:fillRect/>
          </a:stretch>
        </p:blipFill>
        <p:spPr>
          <a:xfrm rot="0" flipH="false" flipV="false">
            <a:off x="1950505" y="4377609"/>
            <a:ext cx="2067902" cy="2312831"/>
          </a:xfrm>
          <a:prstGeom prst="rect">
            <a:avLst/>
          </a:prstGeom>
          <a:ln w="12700">
            <a:noFill/>
            <a:prstDash val="solid"/>
          </a:ln>
        </p:spPr>
      </p:pic>
    </p:spTree>
  </p:cSld>
  <p:clrMapOvr>
    <a:masterClrMapping/>
  </p:clrMapOvr>
  <p:transition main:dur="1000">
    <p:fade thruBlk="false"/>
  </p:transition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 xmlns:main="http://schemas.microsoft.com/office/powerpoint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>
            <p:ph idx="6" type="body" sz="quarter" hasCustomPrompt="true"/>
          </p:nvPr>
        </p:nvSpPr>
        <p:spPr>
          <a:prstGeom prst="rect">
            <a:avLst/>
          </a:prstGeom>
        </p:spPr>
        <p:txBody>
          <a:bodyPr anchor="ctr" wrap="square" lIns="91440" rIns="91440" tIns="45720" bIns="45720">
            <a:noAutofit/>
          </a:bodyPr>
          <a:lstStyle>
            <a:lvl1pPr algn="l">
              <a:lnSpc>
                <a:spcPct val="100000"/>
              </a:lnSpc>
              <a:defRPr sz="3600" b="false" i="false" u="none" strike="noStrike" spc="0">
                <a:solidFill>
                  <a:srgbClr val="262626">
                    <a:alpha val="100000"/>
                  </a:srgbClr>
                </a:solidFill>
                <a:latin typeface="微软雅黑"/>
              </a:defRPr>
            </a:lvl1pPr>
          </a:lstStyle>
          <a:p>
            <a:pPr algn="l" indent="0">
              <a:lnSpc>
                <a:spcPct val="100000"/>
              </a:lnSpc>
            </a:pPr>
            <a:r>
              <a:rPr lang="en-US" b="false" i="false" strike="noStrike" u="none" sz="3600">
                <a:solidFill>
                  <a:srgbClr val="262626"/>
                </a:solidFill>
                <a:latin typeface="微软雅黑"/>
                <a:ea typeface="微软雅黑"/>
                <a:cs typeface="微软雅黑"/>
                <a:sym typeface="微软雅黑"/>
              </a:rPr>
              <a:t>完整的</a:t>
            </a:r>
            <a:r>
              <a:rPr lang="en-US" b="false" i="false" strike="noStrike" u="none" sz="3600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rPr>
              <a:t> AutoTVM </a:t>
            </a:r>
            <a:r>
              <a:rPr lang="en-US" b="false" i="false" strike="noStrike" u="none" sz="3600">
                <a:solidFill>
                  <a:srgbClr val="262626"/>
                </a:solidFill>
                <a:latin typeface="微软雅黑"/>
                <a:ea typeface="微软雅黑"/>
                <a:cs typeface="微软雅黑"/>
                <a:sym typeface="微软雅黑"/>
              </a:rPr>
              <a:t>工作流程</a:t>
            </a:r>
          </a:p>
        </p:txBody>
      </p:sp>
      <p:sp>
        <p:nvSpPr>
          <p:cNvPr name="AutoShape 3" id="3"/>
          <p:cNvSpPr/>
          <p:nvPr>
            <p:ph idx="7" type="body" sz="quarter"/>
          </p:nvPr>
        </p:nvSpPr>
        <p:spPr>
          <a:prstGeom prst="rect">
            <a:avLst/>
          </a:prstGeom>
        </p:spPr>
        <p:txBody>
          <a:bodyPr anchor="ctr" vert="horz" wrap="square" lIns="91440" rIns="91440" tIns="45720" bIns="45720">
            <a:noAutofit/>
          </a:bodyPr>
          <a:lstStyle>
            <a:lvl1pPr algn="l">
              <a:lnSpc>
                <a:spcPct val="100000"/>
              </a:lnSpc>
              <a:defRPr sz="1400" b="false" i="false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l"/>
            <a:endParaRPr/>
          </a:p>
        </p:txBody>
      </p:sp>
      <p:sp>
        <p:nvSpPr>
          <p:cNvPr name="AutoShape 4" id="4"/>
          <p:cNvSpPr/>
          <p:nvPr>
            <p:ph idx="8" type="body" sz="quarter" hasCustomPrompt="true"/>
          </p:nvPr>
        </p:nvSpPr>
        <p:spPr>
          <a:prstGeom prst="rect">
            <a:avLst/>
          </a:prstGeom>
        </p:spPr>
        <p:txBody>
          <a:bodyPr anchor="ctr" wrap="square" lIns="91440" rIns="91440" tIns="45720" bIns="45720">
            <a:noAutofit/>
          </a:bodyPr>
          <a:lstStyle>
            <a:lvl1pPr algn="r">
              <a:lnSpc>
                <a:spcPct val="100000"/>
              </a:lnSpc>
              <a:defRPr sz="1600" b="false" i="false" u="none" strike="noStrike" spc="0">
                <a:solidFill>
                  <a:srgbClr val="FFFFFF">
                    <a:alpha val="100000"/>
                  </a:srgbClr>
                </a:solidFill>
                <a:latin typeface="Garamond"/>
              </a:defRPr>
            </a:lvl1pPr>
          </a:lstStyle>
          <a:p>
            <a:pPr algn="r" indent="0">
              <a:lnSpc>
                <a:spcPct val="100000"/>
              </a:lnSpc>
            </a:pPr>
            <a:r>
              <a:rPr lang="en-US" b="false" i="false" strike="noStrike" u="none" sz="1600">
                <a:solidFill>
                  <a:srgbClr val="FFFFFF"/>
                </a:solidFill>
                <a:latin typeface="Garamond"/>
                <a:ea typeface="Garamond"/>
                <a:cs typeface="Garamond"/>
                <a:sym typeface="Garamond"/>
              </a:rPr>
              <a:t>9</a:t>
            </a:r>
          </a:p>
        </p:txBody>
      </p:sp>
      <p:sp>
        <p:nvSpPr>
          <p:cNvPr name="AutoShape 5" id="5"/>
          <p:cNvSpPr/>
          <p:nvPr>
            <p:ph idx="9" type="body" sz="quarter" hasCustomPrompt="true"/>
          </p:nvPr>
        </p:nvSpPr>
        <p:spPr>
          <a:prstGeom prst="rect">
            <a:avLst/>
          </a:prstGeom>
        </p:spPr>
        <p:txBody>
          <a:bodyPr anchor="t" wrap="square" lIns="91440" rIns="91440" tIns="45720" bIns="45720">
            <a:normAutofit lnSpcReduction="0"/>
          </a:bodyPr>
          <a:lstStyle>
            <a:lvl1pPr algn="l">
              <a:lnSpc>
                <a:spcPct val="100000"/>
              </a:lnSpc>
              <a:defRPr sz="2300" b="false" i="false" u="none" strike="noStrike" spc="0">
                <a:solidFill>
                  <a:srgbClr val="404040">
                    <a:alpha val="100000"/>
                  </a:srgbClr>
                </a:solidFill>
                <a:latin typeface="微软雅黑"/>
              </a:defRPr>
            </a:lvl1pPr>
          </a:lstStyle>
          <a:p>
            <a:pPr algn="l" indent="-292100" marL="292100">
              <a:lnSpc>
                <a:spcPct val="100000"/>
              </a:lnSpc>
              <a:spcBef>
                <a:spcPts val="1500"/>
              </a:spcBef>
              <a:buClr>
                <a:srgbClr val="404040"/>
              </a:buClr>
              <a:buChar char="•"/>
            </a:pPr>
            <a:r>
              <a:rPr lang="en-US" b="false" i="false" strike="noStrike" u="none" sz="2300">
                <a:solidFill>
                  <a:srgbClr val="404040"/>
                </a:solidFill>
                <a:latin typeface="微软雅黑"/>
                <a:ea typeface="微软雅黑"/>
                <a:cs typeface="微软雅黑"/>
                <a:sym typeface="微软雅黑"/>
              </a:rPr>
              <a:t>模板定义：开发者编写运维人员的调度模板。</a:t>
            </a:r>
          </a:p>
          <a:p>
            <a:pPr algn="l" indent="-292100" marL="292100">
              <a:lnSpc>
                <a:spcPct val="100000"/>
              </a:lnSpc>
              <a:spcBef>
                <a:spcPts val="1500"/>
              </a:spcBef>
              <a:buClr>
                <a:srgbClr val="404040"/>
              </a:buClr>
              <a:buChar char="•"/>
            </a:pPr>
            <a:r>
              <a:rPr lang="en-US" b="false" i="false" strike="noStrike" u="none" sz="2300">
                <a:solidFill>
                  <a:srgbClr val="404040"/>
                </a:solidFill>
                <a:latin typeface="微软雅黑"/>
                <a:ea typeface="微软雅黑"/>
                <a:cs typeface="微软雅黑"/>
                <a:sym typeface="微软雅黑"/>
              </a:rPr>
              <a:t>配置生成：提取特征并生成一批候选参数配置。</a:t>
            </a:r>
          </a:p>
          <a:p>
            <a:pPr algn="l" indent="-292100" marL="292100">
              <a:lnSpc>
                <a:spcPct val="100000"/>
              </a:lnSpc>
              <a:spcBef>
                <a:spcPts val="1500"/>
              </a:spcBef>
              <a:buClr>
                <a:srgbClr val="404040"/>
              </a:buClr>
              <a:buChar char="•"/>
            </a:pPr>
            <a:r>
              <a:rPr lang="en-US" b="false" i="false" strike="noStrike" u="none" sz="2300">
                <a:solidFill>
                  <a:srgbClr val="404040"/>
                </a:solidFill>
                <a:latin typeface="微软雅黑"/>
                <a:ea typeface="微软雅黑"/>
                <a:cs typeface="微软雅黑"/>
                <a:sym typeface="微软雅黑"/>
              </a:rPr>
              <a:t>模型预测：</a:t>
            </a:r>
            <a:r>
              <a:rPr lang="en-US" b="false" i="false" strike="noStrike" u="none" sz="2300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rPr>
              <a:t>XGBoost </a:t>
            </a:r>
            <a:r>
              <a:rPr lang="en-US" b="false" i="false" strike="noStrike" u="none" sz="2300">
                <a:solidFill>
                  <a:srgbClr val="404040"/>
                </a:solidFill>
                <a:latin typeface="微软雅黑"/>
                <a:ea typeface="微软雅黑"/>
                <a:cs typeface="微软雅黑"/>
                <a:sym typeface="微软雅黑"/>
              </a:rPr>
              <a:t>成本模型对前</a:t>
            </a:r>
            <a:r>
              <a:rPr lang="en-US" b="false" i="false" strike="noStrike" u="none" sz="2300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rPr>
              <a:t> K </a:t>
            </a:r>
            <a:r>
              <a:rPr lang="en-US" b="false" i="false" strike="noStrike" u="none" sz="2300">
                <a:solidFill>
                  <a:srgbClr val="404040"/>
                </a:solidFill>
                <a:latin typeface="微软雅黑"/>
                <a:ea typeface="微软雅黑"/>
                <a:cs typeface="微软雅黑"/>
                <a:sym typeface="微软雅黑"/>
              </a:rPr>
              <a:t>个配置进行评分。</a:t>
            </a:r>
          </a:p>
          <a:p>
            <a:pPr algn="l" indent="-292100" marL="292100">
              <a:lnSpc>
                <a:spcPct val="100000"/>
              </a:lnSpc>
              <a:spcBef>
                <a:spcPts val="1500"/>
              </a:spcBef>
              <a:buClr>
                <a:srgbClr val="404040"/>
              </a:buClr>
              <a:buChar char="•"/>
            </a:pPr>
            <a:r>
              <a:rPr lang="en-US" b="false" i="false" strike="noStrike" u="none" sz="2300">
                <a:solidFill>
                  <a:srgbClr val="404040"/>
                </a:solidFill>
                <a:latin typeface="微软雅黑"/>
                <a:ea typeface="微软雅黑"/>
                <a:cs typeface="微软雅黑"/>
                <a:sym typeface="微软雅黑"/>
              </a:rPr>
              <a:t>硬件在环测试：将前</a:t>
            </a:r>
            <a:r>
              <a:rPr lang="en-US" b="false" i="false" strike="noStrike" u="none" sz="2300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rPr>
              <a:t> K </a:t>
            </a:r>
            <a:r>
              <a:rPr lang="en-US" b="false" i="false" strike="noStrike" u="none" sz="2300">
                <a:solidFill>
                  <a:srgbClr val="404040"/>
                </a:solidFill>
                <a:latin typeface="微软雅黑"/>
                <a:ea typeface="微软雅黑"/>
                <a:cs typeface="微软雅黑"/>
                <a:sym typeface="微软雅黑"/>
              </a:rPr>
              <a:t>个配置编译并发送到真实硬件（例如</a:t>
            </a:r>
            <a:r>
              <a:rPr lang="en-US" b="false" i="false" strike="noStrike" u="none" sz="2300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rPr>
              <a:t> GPU </a:t>
            </a:r>
            <a:r>
              <a:rPr lang="en-US" b="false" i="false" strike="noStrike" u="none" sz="2300">
                <a:solidFill>
                  <a:srgbClr val="404040"/>
                </a:solidFill>
                <a:latin typeface="微软雅黑"/>
                <a:ea typeface="微软雅黑"/>
                <a:cs typeface="微软雅黑"/>
                <a:sym typeface="微软雅黑"/>
              </a:rPr>
              <a:t>集群）进行性能测试。</a:t>
            </a:r>
          </a:p>
          <a:p>
            <a:pPr algn="l" indent="-292100" marL="292100">
              <a:lnSpc>
                <a:spcPct val="100000"/>
              </a:lnSpc>
              <a:spcBef>
                <a:spcPts val="1500"/>
              </a:spcBef>
              <a:buClr>
                <a:srgbClr val="404040"/>
              </a:buClr>
              <a:buChar char="•"/>
            </a:pPr>
            <a:r>
              <a:rPr lang="en-US" b="false" i="false" strike="noStrike" u="none" sz="2300">
                <a:solidFill>
                  <a:srgbClr val="404040"/>
                </a:solidFill>
                <a:latin typeface="微软雅黑"/>
                <a:ea typeface="微软雅黑"/>
                <a:cs typeface="微软雅黑"/>
                <a:sym typeface="微软雅黑"/>
              </a:rPr>
              <a:t>模型更新：将测试中得到的真实延迟数据反馈给成本模型，重新训练并更新</a:t>
            </a:r>
            <a:r>
              <a:rPr lang="en-US" b="false" i="false" strike="noStrike" u="none" sz="2300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rPr>
              <a:t> XGBoost</a:t>
            </a:r>
            <a:r>
              <a:rPr lang="en-US" b="false" i="false" strike="noStrike" u="none" sz="2300">
                <a:solidFill>
                  <a:srgbClr val="404040"/>
                </a:solidFill>
                <a:latin typeface="微软雅黑"/>
                <a:ea typeface="微软雅黑"/>
                <a:cs typeface="微软雅黑"/>
                <a:sym typeface="微软雅黑"/>
              </a:rPr>
              <a:t>，然后开始下一次迭代。</a:t>
            </a:r>
          </a:p>
        </p:txBody>
      </p:sp>
      <p:pic>
        <p:nvPicPr>
          <p:cNvPr name="Picture 6" id="6"/>
          <p:cNvPicPr>
            <a:picLocks noChangeAspect="true"/>
          </p:cNvPicPr>
          <p:nvPr/>
        </p:nvPicPr>
        <p:blipFill>
          <a:blip r:embed="rId2"/>
          <a:srcRect l="0" r="0" t="0" b="0"/>
          <a:stretch>
            <a:fillRect/>
          </a:stretch>
        </p:blipFill>
        <p:spPr>
          <a:xfrm rot="0" flipH="false" flipV="false">
            <a:off x="1179590" y="4664197"/>
            <a:ext cx="5518086" cy="2103365"/>
          </a:xfrm>
          <a:prstGeom prst="rect">
            <a:avLst/>
          </a:prstGeom>
          <a:ln w="12700">
            <a:noFill/>
            <a:prstDash val="solid"/>
          </a:ln>
        </p:spPr>
      </p:pic>
    </p:spTree>
  </p:cSld>
  <p:clrMapOvr>
    <a:masterClrMapping/>
  </p:clrMapOvr>
  <p:transition main:dur="1000">
    <p:fade thruBlk="false"/>
  </p:transition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 xmlns:main="http://schemas.microsoft.com/office/powerpoint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>
            <p:ph idx="6" type="body" sz="quarter" hasCustomPrompt="true"/>
          </p:nvPr>
        </p:nvSpPr>
        <p:spPr>
          <a:prstGeom prst="rect">
            <a:avLst/>
          </a:prstGeom>
        </p:spPr>
        <p:txBody>
          <a:bodyPr anchor="ctr" wrap="square" lIns="91440" rIns="91440" tIns="45720" bIns="45720">
            <a:noAutofit/>
          </a:bodyPr>
          <a:lstStyle>
            <a:lvl1pPr algn="l">
              <a:lnSpc>
                <a:spcPct val="100000"/>
              </a:lnSpc>
              <a:defRPr sz="3600" b="false" i="false" u="none" strike="noStrike" spc="0">
                <a:solidFill>
                  <a:srgbClr val="262626">
                    <a:alpha val="100000"/>
                  </a:srgbClr>
                </a:solidFill>
                <a:latin typeface="微软雅黑"/>
              </a:defRPr>
            </a:lvl1pPr>
          </a:lstStyle>
          <a:p>
            <a:pPr algn="l" indent="0">
              <a:lnSpc>
                <a:spcPct val="100000"/>
              </a:lnSpc>
            </a:pPr>
            <a:r>
              <a:rPr lang="en-US" b="false" i="false" strike="noStrike" u="none" sz="3600">
                <a:solidFill>
                  <a:srgbClr val="262626"/>
                </a:solidFill>
                <a:latin typeface="微软雅黑"/>
                <a:ea typeface="微软雅黑"/>
                <a:cs typeface="微软雅黑"/>
                <a:sym typeface="微软雅黑"/>
              </a:rPr>
              <a:t>基于模板的搜索</a:t>
            </a:r>
          </a:p>
        </p:txBody>
      </p:sp>
      <p:sp>
        <p:nvSpPr>
          <p:cNvPr name="AutoShape 3" id="3"/>
          <p:cNvSpPr/>
          <p:nvPr>
            <p:ph idx="7" type="body" sz="quarter"/>
          </p:nvPr>
        </p:nvSpPr>
        <p:spPr>
          <a:prstGeom prst="rect">
            <a:avLst/>
          </a:prstGeom>
        </p:spPr>
        <p:txBody>
          <a:bodyPr anchor="ctr" vert="horz" wrap="square" lIns="91440" rIns="91440" tIns="45720" bIns="45720">
            <a:noAutofit/>
          </a:bodyPr>
          <a:lstStyle>
            <a:lvl1pPr algn="l">
              <a:lnSpc>
                <a:spcPct val="100000"/>
              </a:lnSpc>
              <a:defRPr sz="1400" b="false" i="false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l"/>
            <a:endParaRPr/>
          </a:p>
        </p:txBody>
      </p:sp>
      <p:sp>
        <p:nvSpPr>
          <p:cNvPr name="AutoShape 4" id="4"/>
          <p:cNvSpPr/>
          <p:nvPr>
            <p:ph idx="8" type="body" sz="quarter" hasCustomPrompt="true"/>
          </p:nvPr>
        </p:nvSpPr>
        <p:spPr>
          <a:prstGeom prst="rect">
            <a:avLst/>
          </a:prstGeom>
        </p:spPr>
        <p:txBody>
          <a:bodyPr anchor="ctr" wrap="square" lIns="91440" rIns="91440" tIns="45720" bIns="45720">
            <a:noAutofit/>
          </a:bodyPr>
          <a:lstStyle>
            <a:lvl1pPr algn="r">
              <a:lnSpc>
                <a:spcPct val="100000"/>
              </a:lnSpc>
              <a:defRPr sz="1600" b="false" i="false" u="none" strike="noStrike" spc="0">
                <a:solidFill>
                  <a:srgbClr val="FFFFFF">
                    <a:alpha val="100000"/>
                  </a:srgbClr>
                </a:solidFill>
                <a:latin typeface="Garamond"/>
              </a:defRPr>
            </a:lvl1pPr>
          </a:lstStyle>
          <a:p>
            <a:pPr algn="r" indent="0">
              <a:lnSpc>
                <a:spcPct val="100000"/>
              </a:lnSpc>
            </a:pPr>
            <a:r>
              <a:rPr lang="en-US" b="false" i="false" strike="noStrike" u="none" sz="1600">
                <a:solidFill>
                  <a:srgbClr val="FFFFFF"/>
                </a:solidFill>
                <a:latin typeface="Garamond"/>
                <a:ea typeface="Garamond"/>
                <a:cs typeface="Garamond"/>
                <a:sym typeface="Garamond"/>
              </a:rPr>
              <a:t>10</a:t>
            </a:r>
          </a:p>
        </p:txBody>
      </p:sp>
      <p:sp>
        <p:nvSpPr>
          <p:cNvPr name="AutoShape 5" id="5"/>
          <p:cNvSpPr/>
          <p:nvPr>
            <p:ph idx="9" type="body" sz="quarter" hasCustomPrompt="true"/>
          </p:nvPr>
        </p:nvSpPr>
        <p:spPr>
          <a:prstGeom prst="rect">
            <a:avLst/>
          </a:prstGeom>
        </p:spPr>
        <p:txBody>
          <a:bodyPr anchor="t" wrap="square" lIns="91440" rIns="91440" tIns="45720" bIns="45720">
            <a:normAutofit lnSpcReduction="0"/>
          </a:bodyPr>
          <a:lstStyle>
            <a:lvl1pPr algn="l">
              <a:lnSpc>
                <a:spcPct val="100000"/>
              </a:lnSpc>
              <a:defRPr sz="2400" b="false" i="false" u="none" strike="noStrike" spc="0">
                <a:solidFill>
                  <a:srgbClr val="404040">
                    <a:alpha val="100000"/>
                  </a:srgbClr>
                </a:solidFill>
                <a:latin typeface="微软雅黑"/>
              </a:defRPr>
            </a:lvl1pPr>
          </a:lstStyle>
          <a:p>
            <a:pPr algn="l" indent="-304800" marL="304800">
              <a:lnSpc>
                <a:spcPct val="100000"/>
              </a:lnSpc>
              <a:spcBef>
                <a:spcPts val="1500"/>
              </a:spcBef>
              <a:buClr>
                <a:srgbClr val="404040"/>
              </a:buClr>
              <a:buChar char="•"/>
            </a:pPr>
            <a:r>
              <a:rPr lang="en-US" b="false" i="false" strike="noStrike" u="none" sz="2400">
                <a:solidFill>
                  <a:srgbClr val="404040"/>
                </a:solidFill>
                <a:latin typeface="微软雅黑"/>
                <a:ea typeface="微软雅黑"/>
                <a:cs typeface="微软雅黑"/>
                <a:sym typeface="微软雅黑"/>
              </a:rPr>
              <a:t>什么是</a:t>
            </a:r>
            <a:r>
              <a:rPr lang="en-US" b="false" i="false" strike="noStrike" u="none" sz="2400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rPr>
              <a:t>“</a:t>
            </a:r>
            <a:r>
              <a:rPr lang="en-US" b="false" i="false" strike="noStrike" u="none" sz="2400">
                <a:solidFill>
                  <a:srgbClr val="404040"/>
                </a:solidFill>
                <a:latin typeface="微软雅黑"/>
                <a:ea typeface="微软雅黑"/>
                <a:cs typeface="微软雅黑"/>
                <a:sym typeface="微软雅黑"/>
              </a:rPr>
              <a:t>模板</a:t>
            </a:r>
            <a:r>
              <a:rPr lang="en-US" b="false" i="false" strike="noStrike" u="none" sz="2400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rPr>
              <a:t>”</a:t>
            </a:r>
            <a:r>
              <a:rPr lang="en-US" b="false" i="false" strike="noStrike" u="none" sz="2400">
                <a:solidFill>
                  <a:srgbClr val="404040"/>
                </a:solidFill>
                <a:latin typeface="微软雅黑"/>
                <a:ea typeface="微软雅黑"/>
                <a:cs typeface="微软雅黑"/>
                <a:sym typeface="微软雅黑"/>
              </a:rPr>
              <a:t>？</a:t>
            </a:r>
          </a:p>
          <a:p>
            <a:pPr algn="l" indent="-254000" lvl="1" marL="596900">
              <a:lnSpc>
                <a:spcPct val="100000"/>
              </a:lnSpc>
              <a:spcBef>
                <a:spcPts val="750"/>
              </a:spcBef>
              <a:buClr>
                <a:srgbClr val="404040"/>
              </a:buClr>
              <a:buChar char="•"/>
            </a:pPr>
            <a:r>
              <a:rPr lang="en-US" b="false" i="false" strike="noStrike" u="none" sz="2000">
                <a:solidFill>
                  <a:srgbClr val="404040"/>
                </a:solidFill>
                <a:latin typeface="微软雅黑"/>
                <a:ea typeface="微软雅黑"/>
                <a:cs typeface="微软雅黑"/>
                <a:sym typeface="微软雅黑"/>
              </a:rPr>
              <a:t>模板是对专家经验的编码表示。</a:t>
            </a:r>
          </a:p>
          <a:p>
            <a:pPr algn="l" indent="-254000" lvl="1" marL="596900">
              <a:lnSpc>
                <a:spcPct val="100000"/>
              </a:lnSpc>
              <a:spcBef>
                <a:spcPts val="750"/>
              </a:spcBef>
              <a:buClr>
                <a:srgbClr val="404040"/>
              </a:buClr>
              <a:buChar char="•"/>
            </a:pPr>
            <a:r>
              <a:rPr lang="en-US" b="false" i="false" strike="noStrike" u="none" sz="2000">
                <a:solidFill>
                  <a:srgbClr val="404040"/>
                </a:solidFill>
                <a:latin typeface="微软雅黑"/>
                <a:ea typeface="微软雅黑"/>
                <a:cs typeface="微软雅黑"/>
                <a:sym typeface="微软雅黑"/>
              </a:rPr>
              <a:t>例如：定义一个两层嵌套循环，但步长（图块大小）是一个未知变量。</a:t>
            </a:r>
          </a:p>
          <a:p>
            <a:pPr algn="l" indent="-304800" marL="304800">
              <a:lnSpc>
                <a:spcPct val="100000"/>
              </a:lnSpc>
              <a:spcBef>
                <a:spcPts val="1500"/>
              </a:spcBef>
              <a:buClr>
                <a:srgbClr val="404040"/>
              </a:buClr>
              <a:buChar char="•"/>
            </a:pPr>
            <a:r>
              <a:rPr lang="en-US" b="false" i="false" strike="noStrike" u="none" sz="2400">
                <a:solidFill>
                  <a:srgbClr val="404040"/>
                </a:solidFill>
                <a:latin typeface="微软雅黑"/>
                <a:ea typeface="微软雅黑"/>
                <a:cs typeface="微软雅黑"/>
                <a:sym typeface="微软雅黑"/>
              </a:rPr>
              <a:t>搜索空间的大小</a:t>
            </a:r>
          </a:p>
          <a:p>
            <a:pPr algn="l" indent="-254000" lvl="1" marL="596900">
              <a:lnSpc>
                <a:spcPct val="100000"/>
              </a:lnSpc>
              <a:spcBef>
                <a:spcPts val="750"/>
              </a:spcBef>
              <a:buClr>
                <a:srgbClr val="404040"/>
              </a:buClr>
              <a:buChar char="•"/>
            </a:pPr>
            <a:r>
              <a:rPr lang="en-US" b="false" i="false" strike="noStrike" u="none" sz="2000">
                <a:solidFill>
                  <a:srgbClr val="404040"/>
                </a:solidFill>
                <a:latin typeface="微软雅黑"/>
                <a:ea typeface="微软雅黑"/>
                <a:cs typeface="微软雅黑"/>
                <a:sym typeface="微软雅黑"/>
              </a:rPr>
              <a:t>取决于模板中定义的变量数量及其取值范围。</a:t>
            </a:r>
          </a:p>
          <a:p>
            <a:pPr algn="l" indent="-254000" lvl="1" marL="596900">
              <a:lnSpc>
                <a:spcPct val="100000"/>
              </a:lnSpc>
              <a:spcBef>
                <a:spcPts val="750"/>
              </a:spcBef>
              <a:buClr>
                <a:srgbClr val="404040"/>
              </a:buClr>
              <a:buChar char="•"/>
            </a:pPr>
            <a:r>
              <a:rPr lang="en-US" b="false" i="false" strike="noStrike" u="none" sz="2000">
                <a:solidFill>
                  <a:srgbClr val="404040"/>
                </a:solidFill>
                <a:latin typeface="微软雅黑"/>
                <a:ea typeface="微软雅黑"/>
                <a:cs typeface="微软雅黑"/>
                <a:sym typeface="微软雅黑"/>
              </a:rPr>
              <a:t>通常，它是一个离散的、有界的多维空间（例如，</a:t>
            </a:r>
            <a:r>
              <a:rPr lang="en-US" b="false" i="false" strike="noStrike" u="none" sz="2000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rPr>
              <a:t>10⁴ </a:t>
            </a:r>
            <a:r>
              <a:rPr lang="en-US" b="false" i="false" strike="noStrike" u="none" sz="2000">
                <a:solidFill>
                  <a:srgbClr val="404040"/>
                </a:solidFill>
                <a:latin typeface="微软雅黑"/>
                <a:ea typeface="微软雅黑"/>
                <a:cs typeface="微软雅黑"/>
                <a:sym typeface="微软雅黑"/>
              </a:rPr>
              <a:t>到</a:t>
            </a:r>
            <a:r>
              <a:rPr lang="en-US" b="false" i="false" strike="noStrike" u="none" sz="2000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rPr>
              <a:t> 10⁹ </a:t>
            </a:r>
            <a:r>
              <a:rPr lang="en-US" b="false" i="false" strike="noStrike" u="none" sz="2000">
                <a:solidFill>
                  <a:srgbClr val="404040"/>
                </a:solidFill>
                <a:latin typeface="微软雅黑"/>
                <a:ea typeface="微软雅黑"/>
                <a:cs typeface="微软雅黑"/>
                <a:sym typeface="微软雅黑"/>
              </a:rPr>
              <a:t>种组合）。</a:t>
            </a:r>
          </a:p>
          <a:p>
            <a:pPr algn="l" indent="-304800" marL="304800">
              <a:lnSpc>
                <a:spcPct val="100000"/>
              </a:lnSpc>
              <a:spcBef>
                <a:spcPts val="1500"/>
              </a:spcBef>
              <a:buClr>
                <a:srgbClr val="404040"/>
              </a:buClr>
              <a:buChar char="•"/>
            </a:pPr>
            <a:r>
              <a:rPr lang="en-US" b="false" i="false" strike="noStrike" u="none" sz="2400">
                <a:solidFill>
                  <a:srgbClr val="404040"/>
                </a:solidFill>
                <a:latin typeface="微软雅黑"/>
                <a:ea typeface="微软雅黑"/>
                <a:cs typeface="微软雅黑"/>
                <a:sym typeface="微软雅黑"/>
              </a:rPr>
              <a:t>如何搜索？</a:t>
            </a:r>
          </a:p>
          <a:p>
            <a:pPr algn="l" indent="-254000" lvl="1" marL="596900">
              <a:lnSpc>
                <a:spcPct val="100000"/>
              </a:lnSpc>
              <a:spcBef>
                <a:spcPts val="750"/>
              </a:spcBef>
              <a:buClr>
                <a:srgbClr val="404040"/>
              </a:buClr>
              <a:buChar char="•"/>
            </a:pPr>
            <a:r>
              <a:rPr lang="en-US" b="false" i="false" strike="noStrike" u="none" sz="2000">
                <a:solidFill>
                  <a:srgbClr val="404040"/>
                </a:solidFill>
                <a:latin typeface="微软雅黑"/>
                <a:ea typeface="微软雅黑"/>
                <a:cs typeface="微软雅黑"/>
                <a:sym typeface="微软雅黑"/>
              </a:rPr>
              <a:t>在这个空间中，我们需要高效的探索算法。</a:t>
            </a:r>
          </a:p>
        </p:txBody>
      </p:sp>
      <p:pic>
        <p:nvPicPr>
          <p:cNvPr name="Picture 6" id="6"/>
          <p:cNvPicPr>
            <a:picLocks noChangeAspect="true"/>
          </p:cNvPicPr>
          <p:nvPr/>
        </p:nvPicPr>
        <p:blipFill>
          <a:blip r:embed="rId2"/>
          <a:srcRect l="0" r="0" t="0" b="0"/>
          <a:stretch>
            <a:fillRect/>
          </a:stretch>
        </p:blipFill>
        <p:spPr>
          <a:xfrm rot="0" flipH="false" flipV="false">
            <a:off x="7584966" y="4428346"/>
            <a:ext cx="4481596" cy="2211357"/>
          </a:xfrm>
          <a:prstGeom prst="rect">
            <a:avLst/>
          </a:prstGeom>
          <a:ln w="12700">
            <a:noFill/>
            <a:prstDash val="solid"/>
          </a:ln>
        </p:spPr>
      </p:pic>
      <p:sp>
        <p:nvSpPr>
          <p:cNvPr name="AutoShape 7" id="7"/>
          <p:cNvSpPr/>
          <p:nvPr/>
        </p:nvSpPr>
        <p:spPr>
          <a:xfrm rot="0" flipH="false" flipV="false">
            <a:off x="2362954" y="6356351"/>
            <a:ext cx="5378395" cy="369332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rtlCol="false" wrap="none" lIns="91440" rIns="91440" tIns="45720" bIns="45720">
            <a:spAutoFit/>
          </a:bodyPr>
          <a:lstStyle/>
          <a:p>
            <a:pPr algn="l" indent="0">
              <a:lnSpc>
                <a:spcPct val="100000"/>
              </a:lnSpc>
              <a:defRPr/>
            </a:pPr>
            <a:r>
              <a:rPr lang="en-US" b="false" i="false" strike="noStrike" u="none" sz="1800">
                <a:solidFill>
                  <a:srgbClr val="A6A6A6"/>
                </a:solidFill>
                <a:latin typeface="Arial"/>
                <a:ea typeface="Arial"/>
                <a:cs typeface="Arial"/>
                <a:sym typeface="Arial"/>
              </a:rPr>
              <a:t>For example: template-based video search engine</a:t>
            </a:r>
            <a:endParaRPr lang="en-US" sz="1100"/>
          </a:p>
        </p:txBody>
      </p:sp>
      <p:pic>
        <p:nvPicPr>
          <p:cNvPr name="Picture 8" id="8"/>
          <p:cNvPicPr>
            <a:picLocks noChangeAspect="true"/>
          </p:cNvPicPr>
          <p:nvPr/>
        </p:nvPicPr>
        <p:blipFill>
          <a:blip r:embed="rId3"/>
          <a:srcRect l="0" r="0" t="0" b="0"/>
          <a:stretch>
            <a:fillRect/>
          </a:stretch>
        </p:blipFill>
        <p:spPr>
          <a:xfrm rot="0" flipH="false" flipV="false">
            <a:off x="3524841" y="4937340"/>
            <a:ext cx="3924610" cy="1470993"/>
          </a:xfrm>
          <a:prstGeom prst="rect">
            <a:avLst/>
          </a:prstGeom>
          <a:ln w="12700">
            <a:noFill/>
            <a:prstDash val="solid"/>
          </a:ln>
        </p:spPr>
      </p:pic>
    </p:spTree>
  </p:cSld>
  <p:clrMapOvr>
    <a:masterClrMapping/>
  </p:clrMapOvr>
  <p:transition main:dur="1000">
    <p:fade thruBlk="false"/>
  </p:transition>
</p:sld>
</file>

<file path=ppt/slides/slide11.xml><?xml version="1.0" encoding="utf-8"?>
<p:sld xmlns:p="http://schemas.openxmlformats.org/presentationml/2006/main" xmlns:a="http://schemas.openxmlformats.org/drawingml/2006/main" xmlns:main="http://schemas.microsoft.com/office/powerpoint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>
            <p:ph idx="6" type="body" sz="quarter" hasCustomPrompt="true"/>
          </p:nvPr>
        </p:nvSpPr>
        <p:spPr>
          <a:prstGeom prst="rect">
            <a:avLst/>
          </a:prstGeom>
        </p:spPr>
        <p:txBody>
          <a:bodyPr anchor="ctr" wrap="square" lIns="91440" rIns="91440" tIns="45720" bIns="45720">
            <a:noAutofit/>
          </a:bodyPr>
          <a:lstStyle>
            <a:lvl1pPr algn="l">
              <a:lnSpc>
                <a:spcPct val="100000"/>
              </a:lnSpc>
              <a:defRPr sz="3600" b="false" i="false" u="none" strike="noStrike" spc="0">
                <a:solidFill>
                  <a:srgbClr val="262626">
                    <a:alpha val="100000"/>
                  </a:srgbClr>
                </a:solidFill>
                <a:latin typeface="微软雅黑"/>
              </a:defRPr>
            </a:lvl1pPr>
          </a:lstStyle>
          <a:p>
            <a:pPr algn="l" indent="0">
              <a:lnSpc>
                <a:spcPct val="100000"/>
              </a:lnSpc>
            </a:pPr>
            <a:r>
              <a:rPr lang="en-US" b="false" i="false" strike="noStrike" u="none" sz="3600">
                <a:solidFill>
                  <a:srgbClr val="262626"/>
                </a:solidFill>
                <a:latin typeface="微软雅黑"/>
                <a:ea typeface="微软雅黑"/>
                <a:cs typeface="微软雅黑"/>
                <a:sym typeface="微软雅黑"/>
              </a:rPr>
              <a:t>模板搜索的局限性</a:t>
            </a:r>
          </a:p>
        </p:txBody>
      </p:sp>
      <p:sp>
        <p:nvSpPr>
          <p:cNvPr name="AutoShape 3" id="3"/>
          <p:cNvSpPr/>
          <p:nvPr>
            <p:ph idx="7" type="body" sz="quarter"/>
          </p:nvPr>
        </p:nvSpPr>
        <p:spPr>
          <a:prstGeom prst="rect">
            <a:avLst/>
          </a:prstGeom>
        </p:spPr>
        <p:txBody>
          <a:bodyPr anchor="ctr" vert="horz" wrap="square" lIns="91440" rIns="91440" tIns="45720" bIns="45720">
            <a:noAutofit/>
          </a:bodyPr>
          <a:lstStyle>
            <a:lvl1pPr algn="l">
              <a:lnSpc>
                <a:spcPct val="100000"/>
              </a:lnSpc>
              <a:defRPr sz="1400" b="false" i="false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l"/>
            <a:endParaRPr/>
          </a:p>
        </p:txBody>
      </p:sp>
      <p:sp>
        <p:nvSpPr>
          <p:cNvPr name="AutoShape 4" id="4"/>
          <p:cNvSpPr/>
          <p:nvPr>
            <p:ph idx="8" type="body" sz="quarter" hasCustomPrompt="true"/>
          </p:nvPr>
        </p:nvSpPr>
        <p:spPr>
          <a:prstGeom prst="rect">
            <a:avLst/>
          </a:prstGeom>
        </p:spPr>
        <p:txBody>
          <a:bodyPr anchor="ctr" wrap="square" lIns="91440" rIns="91440" tIns="45720" bIns="45720">
            <a:noAutofit/>
          </a:bodyPr>
          <a:lstStyle>
            <a:lvl1pPr algn="r">
              <a:lnSpc>
                <a:spcPct val="100000"/>
              </a:lnSpc>
              <a:defRPr sz="1600" b="false" i="false" u="none" strike="noStrike" spc="0">
                <a:solidFill>
                  <a:srgbClr val="FFFFFF">
                    <a:alpha val="100000"/>
                  </a:srgbClr>
                </a:solidFill>
                <a:latin typeface="Garamond"/>
              </a:defRPr>
            </a:lvl1pPr>
          </a:lstStyle>
          <a:p>
            <a:pPr algn="r" indent="0">
              <a:lnSpc>
                <a:spcPct val="100000"/>
              </a:lnSpc>
            </a:pPr>
            <a:r>
              <a:rPr lang="en-US" b="false" i="false" strike="noStrike" u="none" sz="1600">
                <a:solidFill>
                  <a:srgbClr val="FFFFFF"/>
                </a:solidFill>
                <a:latin typeface="Garamond"/>
                <a:ea typeface="Garamond"/>
                <a:cs typeface="Garamond"/>
                <a:sym typeface="Garamond"/>
              </a:rPr>
              <a:t>11</a:t>
            </a:r>
          </a:p>
        </p:txBody>
      </p:sp>
      <p:sp>
        <p:nvSpPr>
          <p:cNvPr name="AutoShape 5" id="5"/>
          <p:cNvSpPr/>
          <p:nvPr>
            <p:ph idx="9" type="body" sz="quarter" hasCustomPrompt="true"/>
          </p:nvPr>
        </p:nvSpPr>
        <p:spPr>
          <a:prstGeom prst="rect">
            <a:avLst/>
          </a:prstGeom>
        </p:spPr>
        <p:txBody>
          <a:bodyPr anchor="t" wrap="square" lIns="91440" rIns="91440" tIns="45720" bIns="45720">
            <a:normAutofit lnSpcReduction="0"/>
          </a:bodyPr>
          <a:lstStyle>
            <a:lvl1pPr algn="l">
              <a:lnSpc>
                <a:spcPct val="150000"/>
              </a:lnSpc>
              <a:defRPr sz="2400" b="false" i="false" u="none" strike="noStrike" spc="0">
                <a:solidFill>
                  <a:srgbClr val="404040">
                    <a:alpha val="100000"/>
                  </a:srgbClr>
                </a:solidFill>
                <a:latin typeface="微软雅黑"/>
              </a:defRPr>
            </a:lvl1pPr>
          </a:lstStyle>
          <a:p>
            <a:pPr algn="l" indent="-304800" marL="304800">
              <a:lnSpc>
                <a:spcPct val="150000"/>
              </a:lnSpc>
              <a:spcBef>
                <a:spcPts val="1500"/>
              </a:spcBef>
              <a:buClr>
                <a:srgbClr val="404040"/>
              </a:buClr>
              <a:buChar char="•"/>
            </a:pPr>
            <a:r>
              <a:rPr lang="en-US" b="false" i="false" strike="noStrike" u="none" sz="2400">
                <a:solidFill>
                  <a:srgbClr val="404040"/>
                </a:solidFill>
                <a:latin typeface="微软雅黑"/>
                <a:ea typeface="微软雅黑"/>
                <a:cs typeface="微软雅黑"/>
                <a:sym typeface="微软雅黑"/>
              </a:rPr>
              <a:t>优势</a:t>
            </a:r>
          </a:p>
          <a:p>
            <a:pPr algn="l" indent="-254000" lvl="1" marL="596900">
              <a:lnSpc>
                <a:spcPct val="150000"/>
              </a:lnSpc>
              <a:spcBef>
                <a:spcPts val="750"/>
              </a:spcBef>
              <a:buClr>
                <a:srgbClr val="404040"/>
              </a:buClr>
              <a:buChar char="•"/>
            </a:pPr>
            <a:r>
              <a:rPr lang="en-US" b="false" i="false" strike="noStrike" u="none" sz="2000">
                <a:solidFill>
                  <a:srgbClr val="404040"/>
                </a:solidFill>
                <a:latin typeface="微软雅黑"/>
                <a:ea typeface="微软雅黑"/>
                <a:cs typeface="微软雅黑"/>
                <a:sym typeface="微软雅黑"/>
              </a:rPr>
              <a:t>搜索空间相对较小，收敛速度快。</a:t>
            </a:r>
          </a:p>
          <a:p>
            <a:pPr algn="l" indent="-254000" lvl="1" marL="596900">
              <a:lnSpc>
                <a:spcPct val="150000"/>
              </a:lnSpc>
              <a:spcBef>
                <a:spcPts val="750"/>
              </a:spcBef>
              <a:buClr>
                <a:srgbClr val="404040"/>
              </a:buClr>
              <a:buChar char="•"/>
            </a:pPr>
            <a:r>
              <a:rPr lang="en-US" b="false" i="false" strike="noStrike" u="none" sz="2000">
                <a:solidFill>
                  <a:srgbClr val="404040"/>
                </a:solidFill>
                <a:latin typeface="微软雅黑"/>
                <a:ea typeface="微软雅黑"/>
                <a:cs typeface="微软雅黑"/>
                <a:sym typeface="微软雅黑"/>
              </a:rPr>
              <a:t>生成代码的质量有下限保证。</a:t>
            </a:r>
          </a:p>
          <a:p>
            <a:pPr algn="l" indent="-304800" marL="304800">
              <a:lnSpc>
                <a:spcPct val="150000"/>
              </a:lnSpc>
              <a:spcBef>
                <a:spcPts val="1500"/>
              </a:spcBef>
              <a:buClr>
                <a:srgbClr val="404040"/>
              </a:buClr>
              <a:buChar char="•"/>
            </a:pPr>
            <a:r>
              <a:rPr lang="en-US" b="false" i="false" strike="noStrike" u="none" sz="2400">
                <a:solidFill>
                  <a:srgbClr val="404040"/>
                </a:solidFill>
                <a:latin typeface="微软雅黑"/>
                <a:ea typeface="微软雅黑"/>
                <a:cs typeface="微软雅黑"/>
                <a:sym typeface="微软雅黑"/>
              </a:rPr>
              <a:t>局限性（痛点）</a:t>
            </a:r>
          </a:p>
          <a:p>
            <a:pPr algn="l" indent="-254000" lvl="1" marL="596900">
              <a:lnSpc>
                <a:spcPct val="150000"/>
              </a:lnSpc>
              <a:spcBef>
                <a:spcPts val="750"/>
              </a:spcBef>
              <a:buClr>
                <a:srgbClr val="404040"/>
              </a:buClr>
              <a:buChar char="•"/>
            </a:pPr>
            <a:r>
              <a:rPr lang="en-US" b="false" i="false" strike="noStrike" u="none" sz="2000">
                <a:solidFill>
                  <a:srgbClr val="404040"/>
                </a:solidFill>
                <a:latin typeface="微软雅黑"/>
                <a:ea typeface="微软雅黑"/>
                <a:cs typeface="微软雅黑"/>
                <a:sym typeface="微软雅黑"/>
              </a:rPr>
              <a:t>开发成本高：对于每个新的算子或硬件，专家都必须重写模板。</a:t>
            </a:r>
          </a:p>
          <a:p>
            <a:pPr algn="l" indent="-254000" lvl="1" marL="596900">
              <a:lnSpc>
                <a:spcPct val="150000"/>
              </a:lnSpc>
              <a:spcBef>
                <a:spcPts val="750"/>
              </a:spcBef>
              <a:buClr>
                <a:srgbClr val="404040"/>
              </a:buClr>
              <a:buChar char="•"/>
            </a:pPr>
            <a:r>
              <a:rPr lang="en-US" b="false" i="false" strike="noStrike" u="none" sz="2000">
                <a:solidFill>
                  <a:srgbClr val="404040"/>
                </a:solidFill>
                <a:latin typeface="微软雅黑"/>
                <a:ea typeface="微软雅黑"/>
                <a:cs typeface="微软雅黑"/>
                <a:sym typeface="微软雅黑"/>
              </a:rPr>
              <a:t>非全局最优：如果最优代码结构不在专家定义的模板范围内，搜索算法将永远无法找到它。</a:t>
            </a:r>
          </a:p>
        </p:txBody>
      </p:sp>
    </p:spTree>
  </p:cSld>
  <p:clrMapOvr>
    <a:masterClrMapping/>
  </p:clrMapOvr>
  <p:transition main:dur="1000">
    <p:fade thruBlk="false"/>
  </p:transition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 xmlns:main="http://schemas.microsoft.com/office/powerpoint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>
            <p:ph idx="6" type="body" sz="quarter" hasCustomPrompt="true"/>
          </p:nvPr>
        </p:nvSpPr>
        <p:spPr>
          <a:prstGeom prst="rect">
            <a:avLst/>
          </a:prstGeom>
        </p:spPr>
        <p:txBody>
          <a:bodyPr anchor="ctr" wrap="square" lIns="91440" rIns="91440" tIns="45720" bIns="45720">
            <a:noAutofit/>
          </a:bodyPr>
          <a:lstStyle>
            <a:lvl1pPr algn="l">
              <a:lnSpc>
                <a:spcPct val="100000"/>
              </a:lnSpc>
              <a:defRPr sz="3600" b="false" i="false" u="none" strike="noStrike" spc="0">
                <a:solidFill>
                  <a:srgbClr val="262626">
                    <a:alpha val="100000"/>
                  </a:srgbClr>
                </a:solidFill>
                <a:latin typeface="微软雅黑"/>
              </a:defRPr>
            </a:lvl1pPr>
          </a:lstStyle>
          <a:p>
            <a:pPr algn="l" indent="0">
              <a:lnSpc>
                <a:spcPct val="100000"/>
              </a:lnSpc>
            </a:pPr>
            <a:r>
              <a:rPr lang="en-US" b="false" i="false" strike="noStrike" u="none" sz="3600">
                <a:solidFill>
                  <a:srgbClr val="262626"/>
                </a:solidFill>
                <a:latin typeface="微软雅黑"/>
                <a:ea typeface="微软雅黑"/>
                <a:cs typeface="微软雅黑"/>
                <a:sym typeface="微软雅黑"/>
              </a:rPr>
              <a:t>经典探索性算法：模拟退火</a:t>
            </a:r>
          </a:p>
        </p:txBody>
      </p:sp>
      <p:sp>
        <p:nvSpPr>
          <p:cNvPr name="AutoShape 3" id="3"/>
          <p:cNvSpPr/>
          <p:nvPr>
            <p:ph idx="7" type="body" sz="quarter"/>
          </p:nvPr>
        </p:nvSpPr>
        <p:spPr>
          <a:prstGeom prst="rect">
            <a:avLst/>
          </a:prstGeom>
        </p:spPr>
        <p:txBody>
          <a:bodyPr anchor="ctr" vert="horz" wrap="square" lIns="91440" rIns="91440" tIns="45720" bIns="45720">
            <a:noAutofit/>
          </a:bodyPr>
          <a:lstStyle>
            <a:lvl1pPr algn="l">
              <a:lnSpc>
                <a:spcPct val="100000"/>
              </a:lnSpc>
              <a:defRPr sz="1400" b="false" i="false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l"/>
            <a:endParaRPr/>
          </a:p>
        </p:txBody>
      </p:sp>
      <p:sp>
        <p:nvSpPr>
          <p:cNvPr name="AutoShape 4" id="4"/>
          <p:cNvSpPr/>
          <p:nvPr>
            <p:ph idx="8" type="body" sz="quarter" hasCustomPrompt="true"/>
          </p:nvPr>
        </p:nvSpPr>
        <p:spPr>
          <a:prstGeom prst="rect">
            <a:avLst/>
          </a:prstGeom>
        </p:spPr>
        <p:txBody>
          <a:bodyPr anchor="ctr" wrap="square" lIns="91440" rIns="91440" tIns="45720" bIns="45720">
            <a:noAutofit/>
          </a:bodyPr>
          <a:lstStyle>
            <a:lvl1pPr algn="r">
              <a:lnSpc>
                <a:spcPct val="100000"/>
              </a:lnSpc>
              <a:defRPr sz="1600" b="false" i="false" u="none" strike="noStrike" spc="0">
                <a:solidFill>
                  <a:srgbClr val="FFFFFF">
                    <a:alpha val="100000"/>
                  </a:srgbClr>
                </a:solidFill>
                <a:latin typeface="Garamond"/>
              </a:defRPr>
            </a:lvl1pPr>
          </a:lstStyle>
          <a:p>
            <a:pPr algn="r" indent="0">
              <a:lnSpc>
                <a:spcPct val="100000"/>
              </a:lnSpc>
            </a:pPr>
            <a:r>
              <a:rPr lang="en-US" b="false" i="false" strike="noStrike" u="none" sz="1600">
                <a:solidFill>
                  <a:srgbClr val="FFFFFF"/>
                </a:solidFill>
                <a:latin typeface="Garamond"/>
                <a:ea typeface="Garamond"/>
                <a:cs typeface="Garamond"/>
                <a:sym typeface="Garamond"/>
              </a:rPr>
              <a:t>12</a:t>
            </a:r>
          </a:p>
        </p:txBody>
      </p:sp>
      <p:sp>
        <p:nvSpPr>
          <p:cNvPr name="AutoShape 5" id="5"/>
          <p:cNvSpPr/>
          <p:nvPr>
            <p:ph idx="9" type="body" sz="quarter" hasCustomPrompt="true"/>
          </p:nvPr>
        </p:nvSpPr>
        <p:spPr>
          <a:prstGeom prst="rect">
            <a:avLst/>
          </a:prstGeom>
        </p:spPr>
        <p:txBody>
          <a:bodyPr anchor="t" wrap="square" lIns="91440" rIns="91440" tIns="45720" bIns="45720">
            <a:normAutofit lnSpcReduction="0"/>
          </a:bodyPr>
          <a:lstStyle>
            <a:lvl1pPr algn="l">
              <a:lnSpc>
                <a:spcPct val="100000"/>
              </a:lnSpc>
              <a:defRPr sz="2400" b="false" i="false" u="none" strike="noStrike" spc="0">
                <a:solidFill>
                  <a:srgbClr val="404040">
                    <a:alpha val="100000"/>
                  </a:srgbClr>
                </a:solidFill>
                <a:latin typeface="微软雅黑"/>
              </a:defRPr>
            </a:lvl1pPr>
          </a:lstStyle>
          <a:p>
            <a:pPr algn="l" indent="-304800" marL="304800">
              <a:lnSpc>
                <a:spcPct val="100000"/>
              </a:lnSpc>
              <a:spcBef>
                <a:spcPts val="1500"/>
              </a:spcBef>
              <a:buClr>
                <a:srgbClr val="404040"/>
              </a:buClr>
              <a:buChar char="•"/>
            </a:pPr>
            <a:r>
              <a:rPr lang="en-US" b="false" i="false" strike="noStrike" u="none" sz="2400">
                <a:solidFill>
                  <a:srgbClr val="404040"/>
                </a:solidFill>
                <a:latin typeface="微软雅黑"/>
                <a:ea typeface="微软雅黑"/>
                <a:cs typeface="微软雅黑"/>
                <a:sym typeface="微软雅黑"/>
              </a:rPr>
              <a:t>灵感来源</a:t>
            </a:r>
          </a:p>
          <a:p>
            <a:pPr algn="l" indent="-254000" lvl="1" marL="596900">
              <a:lnSpc>
                <a:spcPct val="100000"/>
              </a:lnSpc>
              <a:spcBef>
                <a:spcPts val="750"/>
              </a:spcBef>
              <a:buClr>
                <a:srgbClr val="404040"/>
              </a:buClr>
              <a:buChar char="•"/>
            </a:pPr>
            <a:r>
              <a:rPr lang="en-US" b="false" i="false" strike="noStrike" u="none" sz="2000">
                <a:solidFill>
                  <a:srgbClr val="404040"/>
                </a:solidFill>
                <a:latin typeface="微软雅黑"/>
                <a:ea typeface="微软雅黑"/>
                <a:cs typeface="微软雅黑"/>
                <a:sym typeface="微软雅黑"/>
              </a:rPr>
              <a:t>冶金中的退火工艺（将固体加热到高温，然后缓慢冷却，使其内部晶体结构达到能量最低、最稳定的状态）。</a:t>
            </a:r>
          </a:p>
          <a:p>
            <a:pPr algn="l" indent="-304800" marL="304800">
              <a:lnSpc>
                <a:spcPct val="100000"/>
              </a:lnSpc>
              <a:spcBef>
                <a:spcPts val="1500"/>
              </a:spcBef>
              <a:buClr>
                <a:srgbClr val="404040"/>
              </a:buClr>
              <a:buChar char="•"/>
            </a:pPr>
            <a:r>
              <a:rPr lang="en-US" b="false" i="false" strike="noStrike" u="none" sz="2400">
                <a:solidFill>
                  <a:srgbClr val="404040"/>
                </a:solidFill>
                <a:latin typeface="微软雅黑"/>
                <a:ea typeface="微软雅黑"/>
                <a:cs typeface="微软雅黑"/>
                <a:sym typeface="微软雅黑"/>
              </a:rPr>
              <a:t>核心算法逻辑</a:t>
            </a:r>
          </a:p>
          <a:p>
            <a:pPr algn="l" indent="-254000" lvl="1" marL="596900">
              <a:lnSpc>
                <a:spcPct val="100000"/>
              </a:lnSpc>
              <a:spcBef>
                <a:spcPts val="750"/>
              </a:spcBef>
              <a:buClr>
                <a:srgbClr val="404040"/>
              </a:buClr>
              <a:buChar char="•"/>
            </a:pPr>
            <a:r>
              <a:rPr lang="en-US" b="false" i="false" strike="noStrike" u="none" sz="2000">
                <a:solidFill>
                  <a:srgbClr val="404040"/>
                </a:solidFill>
                <a:latin typeface="微软雅黑"/>
                <a:ea typeface="微软雅黑"/>
                <a:cs typeface="微软雅黑"/>
                <a:sym typeface="微软雅黑"/>
              </a:rPr>
              <a:t>在搜索空间中随机游走。</a:t>
            </a:r>
          </a:p>
          <a:p>
            <a:pPr algn="l" indent="-254000" lvl="1" marL="596900">
              <a:lnSpc>
                <a:spcPct val="100000"/>
              </a:lnSpc>
              <a:spcBef>
                <a:spcPts val="750"/>
              </a:spcBef>
              <a:buClr>
                <a:srgbClr val="404040"/>
              </a:buClr>
              <a:buChar char="•"/>
            </a:pPr>
            <a:r>
              <a:rPr lang="en-US" b="false" i="false" strike="noStrike" u="none" sz="2000">
                <a:solidFill>
                  <a:srgbClr val="404040"/>
                </a:solidFill>
                <a:latin typeface="微软雅黑"/>
                <a:ea typeface="微软雅黑"/>
                <a:cs typeface="微软雅黑"/>
                <a:sym typeface="微软雅黑"/>
              </a:rPr>
              <a:t>如果找到更优的配置，则直接接受。</a:t>
            </a:r>
          </a:p>
          <a:p>
            <a:pPr algn="l" indent="-254000" lvl="1" marL="596900">
              <a:lnSpc>
                <a:spcPct val="100000"/>
              </a:lnSpc>
              <a:spcBef>
                <a:spcPts val="750"/>
              </a:spcBef>
              <a:buClr>
                <a:srgbClr val="404040"/>
              </a:buClr>
              <a:buChar char="•"/>
            </a:pPr>
            <a:r>
              <a:rPr lang="en-US" b="false" i="false" strike="noStrike" u="none" sz="2000">
                <a:solidFill>
                  <a:srgbClr val="404040"/>
                </a:solidFill>
                <a:latin typeface="微软雅黑"/>
                <a:ea typeface="微软雅黑"/>
                <a:cs typeface="微软雅黑"/>
                <a:sym typeface="微软雅黑"/>
              </a:rPr>
              <a:t>如果找到更差的配置，则以一定的概率接受。</a:t>
            </a:r>
          </a:p>
          <a:p>
            <a:pPr algn="l" indent="-304800" marL="304800">
              <a:lnSpc>
                <a:spcPct val="100000"/>
              </a:lnSpc>
              <a:spcBef>
                <a:spcPts val="1500"/>
              </a:spcBef>
              <a:buClr>
                <a:srgbClr val="404040"/>
              </a:buClr>
              <a:buChar char="•"/>
            </a:pPr>
            <a:r>
              <a:rPr lang="en-US" b="false" i="false" strike="noStrike" u="none" sz="2400">
                <a:solidFill>
                  <a:srgbClr val="404040"/>
                </a:solidFill>
                <a:latin typeface="微软雅黑"/>
                <a:ea typeface="微软雅黑"/>
                <a:cs typeface="微软雅黑"/>
                <a:sym typeface="微软雅黑"/>
              </a:rPr>
              <a:t>为什么要接受更差的解？</a:t>
            </a:r>
          </a:p>
          <a:p>
            <a:pPr algn="l" indent="-254000" lvl="1" marL="596900">
              <a:lnSpc>
                <a:spcPct val="100000"/>
              </a:lnSpc>
              <a:spcBef>
                <a:spcPts val="750"/>
              </a:spcBef>
              <a:buClr>
                <a:srgbClr val="404040"/>
              </a:buClr>
              <a:buChar char="•"/>
            </a:pPr>
            <a:r>
              <a:rPr lang="en-US" b="false" i="false" strike="noStrike" u="none" sz="2000">
                <a:solidFill>
                  <a:srgbClr val="404040"/>
                </a:solidFill>
                <a:latin typeface="微软雅黑"/>
                <a:ea typeface="微软雅黑"/>
                <a:cs typeface="微软雅黑"/>
                <a:sym typeface="微软雅黑"/>
              </a:rPr>
              <a:t>为了跳出局部最优解，找到全局最优解。</a:t>
            </a:r>
          </a:p>
        </p:txBody>
      </p:sp>
      <p:pic>
        <p:nvPicPr>
          <p:cNvPr name="Picture 6" id="6"/>
          <p:cNvPicPr>
            <a:picLocks noChangeAspect="true"/>
          </p:cNvPicPr>
          <p:nvPr/>
        </p:nvPicPr>
        <p:blipFill>
          <a:blip r:embed="rId2"/>
          <a:srcRect l="0" r="0" t="0" b="0"/>
          <a:stretch>
            <a:fillRect/>
          </a:stretch>
        </p:blipFill>
        <p:spPr>
          <a:xfrm rot="0" flipH="false" flipV="false">
            <a:off x="8333419" y="3358980"/>
            <a:ext cx="3757766" cy="2997371"/>
          </a:xfrm>
          <a:prstGeom prst="rect">
            <a:avLst/>
          </a:prstGeom>
          <a:ln w="12700">
            <a:noFill/>
            <a:prstDash val="solid"/>
          </a:ln>
        </p:spPr>
      </p:pic>
    </p:spTree>
  </p:cSld>
  <p:clrMapOvr>
    <a:masterClrMapping/>
  </p:clrMapOvr>
  <p:transition main:dur="1000">
    <p:fade thruBlk="false"/>
  </p:transition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 xmlns:main="http://schemas.microsoft.com/office/powerpoint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>
            <p:ph idx="6" type="body" sz="quarter" hasCustomPrompt="true"/>
          </p:nvPr>
        </p:nvSpPr>
        <p:spPr>
          <a:prstGeom prst="rect">
            <a:avLst/>
          </a:prstGeom>
        </p:spPr>
        <p:txBody>
          <a:bodyPr anchor="ctr" wrap="square" lIns="91440" rIns="91440" tIns="45720" bIns="45720">
            <a:noAutofit/>
          </a:bodyPr>
          <a:lstStyle>
            <a:lvl1pPr algn="l">
              <a:lnSpc>
                <a:spcPct val="100000"/>
              </a:lnSpc>
              <a:defRPr sz="3600" b="false" i="false" u="none" strike="noStrike" spc="0">
                <a:solidFill>
                  <a:srgbClr val="262626">
                    <a:alpha val="100000"/>
                  </a:srgbClr>
                </a:solidFill>
                <a:latin typeface="微软雅黑"/>
              </a:defRPr>
            </a:lvl1pPr>
          </a:lstStyle>
          <a:p>
            <a:pPr algn="l" indent="0">
              <a:lnSpc>
                <a:spcPct val="100000"/>
              </a:lnSpc>
            </a:pPr>
            <a:r>
              <a:rPr lang="en-US" b="false" i="false" strike="noStrike" u="none" sz="3600">
                <a:solidFill>
                  <a:srgbClr val="262626"/>
                </a:solidFill>
                <a:latin typeface="微软雅黑"/>
                <a:ea typeface="微软雅黑"/>
                <a:cs typeface="微软雅黑"/>
                <a:sym typeface="微软雅黑"/>
              </a:rPr>
              <a:t>模拟退火的应用</a:t>
            </a:r>
          </a:p>
        </p:txBody>
      </p:sp>
      <p:sp>
        <p:nvSpPr>
          <p:cNvPr name="AutoShape 3" id="3"/>
          <p:cNvSpPr/>
          <p:nvPr>
            <p:ph idx="7" type="body" sz="quarter"/>
          </p:nvPr>
        </p:nvSpPr>
        <p:spPr>
          <a:prstGeom prst="rect">
            <a:avLst/>
          </a:prstGeom>
        </p:spPr>
        <p:txBody>
          <a:bodyPr anchor="ctr" vert="horz" wrap="square" lIns="91440" rIns="91440" tIns="45720" bIns="45720">
            <a:noAutofit/>
          </a:bodyPr>
          <a:lstStyle>
            <a:lvl1pPr algn="l">
              <a:lnSpc>
                <a:spcPct val="100000"/>
              </a:lnSpc>
              <a:defRPr sz="1400" b="false" i="false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l"/>
            <a:endParaRPr/>
          </a:p>
        </p:txBody>
      </p:sp>
      <p:sp>
        <p:nvSpPr>
          <p:cNvPr name="AutoShape 4" id="4"/>
          <p:cNvSpPr/>
          <p:nvPr>
            <p:ph idx="8" type="body" sz="quarter" hasCustomPrompt="true"/>
          </p:nvPr>
        </p:nvSpPr>
        <p:spPr>
          <a:prstGeom prst="rect">
            <a:avLst/>
          </a:prstGeom>
        </p:spPr>
        <p:txBody>
          <a:bodyPr anchor="ctr" wrap="square" lIns="91440" rIns="91440" tIns="45720" bIns="45720">
            <a:noAutofit/>
          </a:bodyPr>
          <a:lstStyle>
            <a:lvl1pPr algn="r">
              <a:lnSpc>
                <a:spcPct val="100000"/>
              </a:lnSpc>
              <a:defRPr sz="1600" b="false" i="false" u="none" strike="noStrike" spc="0">
                <a:solidFill>
                  <a:srgbClr val="FFFFFF">
                    <a:alpha val="100000"/>
                  </a:srgbClr>
                </a:solidFill>
                <a:latin typeface="Garamond"/>
              </a:defRPr>
            </a:lvl1pPr>
          </a:lstStyle>
          <a:p>
            <a:pPr algn="r" indent="0">
              <a:lnSpc>
                <a:spcPct val="100000"/>
              </a:lnSpc>
            </a:pPr>
            <a:r>
              <a:rPr lang="en-US" b="false" i="false" strike="noStrike" u="none" sz="1600">
                <a:solidFill>
                  <a:srgbClr val="FFFFFF"/>
                </a:solidFill>
                <a:latin typeface="Garamond"/>
                <a:ea typeface="Garamond"/>
                <a:cs typeface="Garamond"/>
                <a:sym typeface="Garamond"/>
              </a:rPr>
              <a:t>13</a:t>
            </a:r>
          </a:p>
        </p:txBody>
      </p:sp>
      <p:sp>
        <p:nvSpPr>
          <p:cNvPr name="AutoShape 5" id="5"/>
          <p:cNvSpPr/>
          <p:nvPr>
            <p:ph idx="9" type="body" sz="quarter" hasCustomPrompt="true"/>
          </p:nvPr>
        </p:nvSpPr>
        <p:spPr>
          <a:prstGeom prst="rect">
            <a:avLst/>
          </a:prstGeom>
        </p:spPr>
        <p:txBody>
          <a:bodyPr anchor="t" wrap="square" lIns="91440" rIns="91440" tIns="45720" bIns="45720">
            <a:normAutofit lnSpcReduction="0"/>
          </a:bodyPr>
          <a:lstStyle>
            <a:lvl1pPr algn="l">
              <a:lnSpc>
                <a:spcPct val="100000"/>
              </a:lnSpc>
              <a:defRPr sz="2400" b="false" i="false" u="none" strike="noStrike" spc="0">
                <a:solidFill>
                  <a:srgbClr val="404040">
                    <a:alpha val="100000"/>
                  </a:srgbClr>
                </a:solidFill>
                <a:latin typeface="微软雅黑"/>
              </a:defRPr>
            </a:lvl1pPr>
          </a:lstStyle>
          <a:p>
            <a:pPr algn="l" indent="-304800" marL="304800">
              <a:lnSpc>
                <a:spcPct val="100000"/>
              </a:lnSpc>
              <a:spcBef>
                <a:spcPts val="1500"/>
              </a:spcBef>
              <a:buClr>
                <a:srgbClr val="404040"/>
              </a:buClr>
              <a:buChar char="•"/>
            </a:pPr>
            <a:r>
              <a:rPr lang="en-US" b="false" i="false" strike="noStrike" u="none" sz="2400">
                <a:solidFill>
                  <a:srgbClr val="404040"/>
                </a:solidFill>
                <a:latin typeface="微软雅黑"/>
                <a:ea typeface="微软雅黑"/>
                <a:cs typeface="微软雅黑"/>
                <a:sym typeface="微软雅黑"/>
              </a:rPr>
              <a:t>状态表示：当前模板参数集</a:t>
            </a:r>
          </a:p>
          <a:p>
            <a:pPr algn="l" indent="-304800" marL="304800">
              <a:lnSpc>
                <a:spcPct val="100000"/>
              </a:lnSpc>
              <a:spcBef>
                <a:spcPts val="1500"/>
              </a:spcBef>
              <a:buClr>
                <a:srgbClr val="404040"/>
              </a:buClr>
              <a:buChar char="•"/>
            </a:pPr>
            <a:r>
              <a:rPr lang="en-US" b="false" i="false" strike="noStrike" u="none" sz="2400">
                <a:solidFill>
                  <a:srgbClr val="404040"/>
                </a:solidFill>
                <a:latin typeface="微软雅黑"/>
                <a:ea typeface="微软雅黑"/>
                <a:cs typeface="微软雅黑"/>
                <a:sym typeface="微软雅黑"/>
              </a:rPr>
              <a:t>邻域转换：微调其中一个参数</a:t>
            </a:r>
          </a:p>
          <a:p>
            <a:pPr algn="l" indent="-304800" marL="304800">
              <a:lnSpc>
                <a:spcPct val="100000"/>
              </a:lnSpc>
              <a:spcBef>
                <a:spcPts val="1500"/>
              </a:spcBef>
              <a:buClr>
                <a:srgbClr val="404040"/>
              </a:buClr>
              <a:buChar char="•"/>
            </a:pPr>
            <a:r>
              <a:rPr lang="en-US" b="false" i="false" strike="noStrike" u="none" sz="2400">
                <a:solidFill>
                  <a:srgbClr val="404040"/>
                </a:solidFill>
                <a:latin typeface="微软雅黑"/>
                <a:ea typeface="微软雅黑"/>
                <a:cs typeface="微软雅黑"/>
                <a:sym typeface="微软雅黑"/>
              </a:rPr>
              <a:t>冷却策略：</a:t>
            </a:r>
          </a:p>
          <a:p>
            <a:pPr algn="l" indent="-254000" lvl="1" marL="596900">
              <a:lnSpc>
                <a:spcPct val="100000"/>
              </a:lnSpc>
              <a:spcBef>
                <a:spcPts val="750"/>
              </a:spcBef>
              <a:buClr>
                <a:srgbClr val="404040"/>
              </a:buClr>
              <a:buChar char="•"/>
            </a:pPr>
            <a:r>
              <a:rPr lang="en-US" b="false" i="false" strike="noStrike" u="none" sz="2000">
                <a:solidFill>
                  <a:srgbClr val="404040"/>
                </a:solidFill>
                <a:latin typeface="微软雅黑"/>
                <a:ea typeface="微软雅黑"/>
                <a:cs typeface="微软雅黑"/>
                <a:sym typeface="微软雅黑"/>
              </a:rPr>
              <a:t>初始高温：高概率接受较差的解（大规模探索）。</a:t>
            </a:r>
          </a:p>
          <a:p>
            <a:pPr algn="l" indent="-254000" lvl="1" marL="596900">
              <a:lnSpc>
                <a:spcPct val="100000"/>
              </a:lnSpc>
              <a:spcBef>
                <a:spcPts val="750"/>
              </a:spcBef>
              <a:buClr>
                <a:srgbClr val="404040"/>
              </a:buClr>
              <a:buChar char="•"/>
            </a:pPr>
            <a:r>
              <a:rPr lang="en-US" b="false" i="false" strike="noStrike" u="none" sz="2000">
                <a:solidFill>
                  <a:srgbClr val="404040"/>
                </a:solidFill>
                <a:latin typeface="微软雅黑"/>
                <a:ea typeface="微软雅黑"/>
                <a:cs typeface="微软雅黑"/>
                <a:sym typeface="微软雅黑"/>
              </a:rPr>
              <a:t>后期低温：几乎只接受较好的解（局部收敛探索）。</a:t>
            </a:r>
          </a:p>
          <a:p>
            <a:pPr algn="l" indent="-304800" marL="304800">
              <a:lnSpc>
                <a:spcPct val="100000"/>
              </a:lnSpc>
              <a:spcBef>
                <a:spcPts val="1500"/>
              </a:spcBef>
              <a:buClr>
                <a:srgbClr val="404040"/>
              </a:buClr>
              <a:buChar char="•"/>
            </a:pPr>
            <a:r>
              <a:rPr lang="en-US" b="false" i="false" strike="noStrike" u="none" sz="2400">
                <a:solidFill>
                  <a:srgbClr val="404040"/>
                </a:solidFill>
                <a:latin typeface="微软雅黑"/>
                <a:ea typeface="微软雅黑"/>
                <a:cs typeface="微软雅黑"/>
                <a:sym typeface="微软雅黑"/>
              </a:rPr>
              <a:t>早期版本的</a:t>
            </a:r>
            <a:r>
              <a:rPr lang="en-US" b="false" i="false" strike="noStrike" u="none" sz="2400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rPr>
              <a:t> AutoTVM </a:t>
            </a:r>
            <a:r>
              <a:rPr lang="en-US" b="false" i="false" strike="noStrike" u="none" sz="2400">
                <a:solidFill>
                  <a:srgbClr val="404040"/>
                </a:solidFill>
                <a:latin typeface="微软雅黑"/>
                <a:ea typeface="微软雅黑"/>
                <a:cs typeface="微软雅黑"/>
                <a:sym typeface="微软雅黑"/>
              </a:rPr>
              <a:t>广泛使用模拟退火算法在候选空间中寻找最优参数。</a:t>
            </a:r>
          </a:p>
        </p:txBody>
      </p:sp>
      <p:pic>
        <p:nvPicPr>
          <p:cNvPr name="Picture 6" id="6"/>
          <p:cNvPicPr>
            <a:picLocks noChangeAspect="true"/>
          </p:cNvPicPr>
          <p:nvPr/>
        </p:nvPicPr>
        <p:blipFill>
          <a:blip r:embed="rId2"/>
          <a:srcRect l="0" r="0" t="0" b="0"/>
          <a:stretch>
            <a:fillRect/>
          </a:stretch>
        </p:blipFill>
        <p:spPr>
          <a:xfrm rot="0" flipH="false" flipV="false">
            <a:off x="5613150" y="4261910"/>
            <a:ext cx="5576934" cy="2596090"/>
          </a:xfrm>
          <a:prstGeom prst="rect">
            <a:avLst/>
          </a:prstGeom>
          <a:ln w="12700">
            <a:noFill/>
            <a:prstDash val="solid"/>
          </a:ln>
        </p:spPr>
      </p:pic>
    </p:spTree>
  </p:cSld>
  <p:clrMapOvr>
    <a:masterClrMapping/>
  </p:clrMapOvr>
  <p:transition main:dur="1000">
    <p:fade thruBlk="false"/>
  </p:transition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 xmlns:main="http://schemas.microsoft.com/office/powerpoint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>
            <p:ph idx="6" type="body" sz="quarter" hasCustomPrompt="true"/>
          </p:nvPr>
        </p:nvSpPr>
        <p:spPr>
          <a:prstGeom prst="rect">
            <a:avLst/>
          </a:prstGeom>
        </p:spPr>
        <p:txBody>
          <a:bodyPr anchor="ctr" wrap="square" lIns="91440" rIns="91440" tIns="45720" bIns="45720">
            <a:noAutofit/>
          </a:bodyPr>
          <a:lstStyle>
            <a:lvl1pPr algn="l">
              <a:lnSpc>
                <a:spcPct val="100000"/>
              </a:lnSpc>
              <a:defRPr sz="3600" b="false" i="false" u="none" strike="noStrike" spc="0">
                <a:solidFill>
                  <a:srgbClr val="262626">
                    <a:alpha val="100000"/>
                  </a:srgbClr>
                </a:solidFill>
                <a:latin typeface="微软雅黑"/>
              </a:defRPr>
            </a:lvl1pPr>
          </a:lstStyle>
          <a:p>
            <a:pPr algn="l" indent="0">
              <a:lnSpc>
                <a:spcPct val="100000"/>
              </a:lnSpc>
            </a:pPr>
            <a:r>
              <a:rPr lang="en-US" b="false" i="false" strike="noStrike" u="none" sz="3600">
                <a:solidFill>
                  <a:srgbClr val="262626"/>
                </a:solidFill>
                <a:latin typeface="微软雅黑"/>
                <a:ea typeface="微软雅黑"/>
                <a:cs typeface="微软雅黑"/>
                <a:sym typeface="微软雅黑"/>
              </a:rPr>
              <a:t>高级探索算法：遗传算法</a:t>
            </a:r>
          </a:p>
        </p:txBody>
      </p:sp>
      <p:sp>
        <p:nvSpPr>
          <p:cNvPr name="AutoShape 3" id="3"/>
          <p:cNvSpPr/>
          <p:nvPr>
            <p:ph idx="7" type="body" sz="quarter"/>
          </p:nvPr>
        </p:nvSpPr>
        <p:spPr>
          <a:prstGeom prst="rect">
            <a:avLst/>
          </a:prstGeom>
        </p:spPr>
        <p:txBody>
          <a:bodyPr anchor="ctr" vert="horz" wrap="square" lIns="91440" rIns="91440" tIns="45720" bIns="45720">
            <a:noAutofit/>
          </a:bodyPr>
          <a:lstStyle>
            <a:lvl1pPr algn="l">
              <a:lnSpc>
                <a:spcPct val="100000"/>
              </a:lnSpc>
              <a:defRPr sz="1400" b="false" i="false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l"/>
            <a:endParaRPr/>
          </a:p>
        </p:txBody>
      </p:sp>
      <p:sp>
        <p:nvSpPr>
          <p:cNvPr name="AutoShape 4" id="4"/>
          <p:cNvSpPr/>
          <p:nvPr>
            <p:ph idx="8" type="body" sz="quarter" hasCustomPrompt="true"/>
          </p:nvPr>
        </p:nvSpPr>
        <p:spPr>
          <a:prstGeom prst="rect">
            <a:avLst/>
          </a:prstGeom>
        </p:spPr>
        <p:txBody>
          <a:bodyPr anchor="ctr" wrap="square" lIns="91440" rIns="91440" tIns="45720" bIns="45720">
            <a:noAutofit/>
          </a:bodyPr>
          <a:lstStyle>
            <a:lvl1pPr algn="r">
              <a:lnSpc>
                <a:spcPct val="100000"/>
              </a:lnSpc>
              <a:defRPr sz="1600" b="false" i="false" u="none" strike="noStrike" spc="0">
                <a:solidFill>
                  <a:srgbClr val="FFFFFF">
                    <a:alpha val="100000"/>
                  </a:srgbClr>
                </a:solidFill>
                <a:latin typeface="Garamond"/>
              </a:defRPr>
            </a:lvl1pPr>
          </a:lstStyle>
          <a:p>
            <a:pPr algn="r" indent="0">
              <a:lnSpc>
                <a:spcPct val="100000"/>
              </a:lnSpc>
            </a:pPr>
            <a:r>
              <a:rPr lang="en-US" b="false" i="false" strike="noStrike" u="none" sz="1600">
                <a:solidFill>
                  <a:srgbClr val="FFFFFF"/>
                </a:solidFill>
                <a:latin typeface="Garamond"/>
                <a:ea typeface="Garamond"/>
                <a:cs typeface="Garamond"/>
                <a:sym typeface="Garamond"/>
              </a:rPr>
              <a:t>14</a:t>
            </a:r>
          </a:p>
        </p:txBody>
      </p:sp>
      <p:sp>
        <p:nvSpPr>
          <p:cNvPr name="AutoShape 5" id="5"/>
          <p:cNvSpPr/>
          <p:nvPr>
            <p:ph idx="9" type="body" sz="quarter" hasCustomPrompt="true"/>
          </p:nvPr>
        </p:nvSpPr>
        <p:spPr>
          <a:prstGeom prst="rect">
            <a:avLst/>
          </a:prstGeom>
        </p:spPr>
        <p:txBody>
          <a:bodyPr anchor="t" wrap="square" lIns="91440" rIns="91440" tIns="45720" bIns="45720">
            <a:normAutofit lnSpcReduction="0"/>
          </a:bodyPr>
          <a:lstStyle>
            <a:lvl1pPr algn="l">
              <a:lnSpc>
                <a:spcPct val="100000"/>
              </a:lnSpc>
              <a:defRPr sz="2400" b="false" i="false" u="none" strike="noStrike" spc="0">
                <a:solidFill>
                  <a:srgbClr val="404040">
                    <a:alpha val="100000"/>
                  </a:srgbClr>
                </a:solidFill>
                <a:latin typeface="微软雅黑"/>
              </a:defRPr>
            </a:lvl1pPr>
          </a:lstStyle>
          <a:p>
            <a:pPr algn="l" indent="-304800" marL="304800">
              <a:lnSpc>
                <a:spcPct val="100000"/>
              </a:lnSpc>
              <a:spcBef>
                <a:spcPts val="1500"/>
              </a:spcBef>
              <a:buClr>
                <a:srgbClr val="404040"/>
              </a:buClr>
              <a:buChar char="•"/>
            </a:pPr>
            <a:r>
              <a:rPr lang="en-US" b="false" i="false" strike="noStrike" u="none" sz="2400">
                <a:solidFill>
                  <a:srgbClr val="404040"/>
                </a:solidFill>
                <a:latin typeface="微软雅黑"/>
                <a:ea typeface="微软雅黑"/>
                <a:cs typeface="微软雅黑"/>
                <a:sym typeface="微软雅黑"/>
              </a:rPr>
              <a:t>灵感来源：达尔文的进化论，</a:t>
            </a:r>
            <a:r>
              <a:rPr lang="en-US" b="false" i="false" strike="noStrike" u="none" sz="2400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rPr>
              <a:t>“</a:t>
            </a:r>
            <a:r>
              <a:rPr lang="en-US" b="false" i="false" strike="noStrike" u="none" sz="2400">
                <a:solidFill>
                  <a:srgbClr val="404040"/>
                </a:solidFill>
                <a:latin typeface="微软雅黑"/>
                <a:ea typeface="微软雅黑"/>
                <a:cs typeface="微软雅黑"/>
                <a:sym typeface="微软雅黑"/>
              </a:rPr>
              <a:t>适者生存</a:t>
            </a:r>
            <a:r>
              <a:rPr lang="en-US" b="false" i="false" strike="noStrike" u="none" sz="2400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rPr>
              <a:t>”</a:t>
            </a:r>
            <a:r>
              <a:rPr lang="en-US" b="false" i="false" strike="noStrike" u="none" sz="2400">
                <a:solidFill>
                  <a:srgbClr val="404040"/>
                </a:solidFill>
                <a:latin typeface="微软雅黑"/>
                <a:ea typeface="微软雅黑"/>
                <a:cs typeface="微软雅黑"/>
                <a:sym typeface="微软雅黑"/>
              </a:rPr>
              <a:t>。</a:t>
            </a:r>
          </a:p>
          <a:p>
            <a:pPr algn="l" indent="-304800" marL="304800">
              <a:lnSpc>
                <a:spcPct val="100000"/>
              </a:lnSpc>
              <a:spcBef>
                <a:spcPts val="1500"/>
              </a:spcBef>
              <a:buClr>
                <a:srgbClr val="404040"/>
              </a:buClr>
              <a:buChar char="•"/>
            </a:pPr>
            <a:r>
              <a:rPr lang="en-US" b="false" i="false" strike="noStrike" u="none" sz="2400">
                <a:solidFill>
                  <a:srgbClr val="404040"/>
                </a:solidFill>
                <a:latin typeface="微软雅黑"/>
                <a:ea typeface="微软雅黑"/>
                <a:cs typeface="微软雅黑"/>
                <a:sym typeface="微软雅黑"/>
              </a:rPr>
              <a:t>核心算法步骤：</a:t>
            </a:r>
          </a:p>
          <a:p>
            <a:pPr algn="l" indent="-254000" lvl="1" marL="596900">
              <a:lnSpc>
                <a:spcPct val="100000"/>
              </a:lnSpc>
              <a:spcBef>
                <a:spcPts val="750"/>
              </a:spcBef>
              <a:buClr>
                <a:srgbClr val="404040"/>
              </a:buClr>
              <a:buChar char="•"/>
            </a:pPr>
            <a:r>
              <a:rPr lang="en-US" b="false" i="false" strike="noStrike" u="none" sz="2000">
                <a:solidFill>
                  <a:srgbClr val="404040"/>
                </a:solidFill>
                <a:latin typeface="微软雅黑"/>
                <a:ea typeface="微软雅黑"/>
                <a:cs typeface="微软雅黑"/>
                <a:sym typeface="微软雅黑"/>
              </a:rPr>
              <a:t>种群生成：随机生成一批初始配置。</a:t>
            </a:r>
          </a:p>
          <a:p>
            <a:pPr algn="l" indent="-254000" lvl="1" marL="596900">
              <a:lnSpc>
                <a:spcPct val="100000"/>
              </a:lnSpc>
              <a:spcBef>
                <a:spcPts val="750"/>
              </a:spcBef>
              <a:buClr>
                <a:srgbClr val="404040"/>
              </a:buClr>
              <a:buChar char="•"/>
            </a:pPr>
            <a:r>
              <a:rPr lang="en-US" b="false" i="false" strike="noStrike" u="none" sz="2000">
                <a:solidFill>
                  <a:srgbClr val="404040"/>
                </a:solidFill>
                <a:latin typeface="微软雅黑"/>
                <a:ea typeface="微软雅黑"/>
                <a:cs typeface="微软雅黑"/>
                <a:sym typeface="微软雅黑"/>
              </a:rPr>
              <a:t>适应度评估：使用成本模型评估性能。</a:t>
            </a:r>
          </a:p>
          <a:p>
            <a:pPr algn="l" indent="-254000" lvl="1" marL="596900">
              <a:lnSpc>
                <a:spcPct val="100000"/>
              </a:lnSpc>
              <a:spcBef>
                <a:spcPts val="750"/>
              </a:spcBef>
              <a:buClr>
                <a:srgbClr val="404040"/>
              </a:buClr>
              <a:buChar char="•"/>
            </a:pPr>
            <a:r>
              <a:rPr lang="en-US" b="false" i="false" strike="noStrike" u="none" sz="2000">
                <a:solidFill>
                  <a:srgbClr val="404040"/>
                </a:solidFill>
                <a:latin typeface="微软雅黑"/>
                <a:ea typeface="微软雅黑"/>
                <a:cs typeface="微软雅黑"/>
                <a:sym typeface="微软雅黑"/>
              </a:rPr>
              <a:t>交叉：交换两个性能更优配置的某些参数以产生子代。</a:t>
            </a:r>
          </a:p>
          <a:p>
            <a:pPr algn="l" indent="-254000" lvl="1" marL="596900">
              <a:lnSpc>
                <a:spcPct val="100000"/>
              </a:lnSpc>
              <a:spcBef>
                <a:spcPts val="750"/>
              </a:spcBef>
              <a:buClr>
                <a:srgbClr val="404040"/>
              </a:buClr>
              <a:buChar char="•"/>
            </a:pPr>
            <a:r>
              <a:rPr lang="en-US" b="false" i="false" strike="noStrike" u="none" sz="2000">
                <a:solidFill>
                  <a:srgbClr val="404040"/>
                </a:solidFill>
                <a:latin typeface="微软雅黑"/>
                <a:ea typeface="微软雅黑"/>
                <a:cs typeface="微软雅黑"/>
                <a:sym typeface="微软雅黑"/>
              </a:rPr>
              <a:t>变异：随机改变某些参数（引入新基因以防止过早收敛）。</a:t>
            </a:r>
          </a:p>
          <a:p>
            <a:pPr algn="l" indent="-254000" lvl="1" marL="596900">
              <a:lnSpc>
                <a:spcPct val="100000"/>
              </a:lnSpc>
              <a:spcBef>
                <a:spcPts val="750"/>
              </a:spcBef>
              <a:buClr>
                <a:srgbClr val="404040"/>
              </a:buClr>
              <a:buChar char="•"/>
            </a:pPr>
            <a:r>
              <a:rPr lang="en-US" b="false" i="false" strike="noStrike" u="none" sz="2000">
                <a:solidFill>
                  <a:srgbClr val="404040"/>
                </a:solidFill>
                <a:latin typeface="微软雅黑"/>
                <a:ea typeface="微软雅黑"/>
                <a:cs typeface="微软雅黑"/>
                <a:sym typeface="微软雅黑"/>
              </a:rPr>
              <a:t>选择：淘汰性能较差的配置，保留性能较好的配置用于下一代。</a:t>
            </a:r>
          </a:p>
        </p:txBody>
      </p:sp>
      <p:pic>
        <p:nvPicPr>
          <p:cNvPr name="Picture 6" id="6"/>
          <p:cNvPicPr>
            <a:picLocks noChangeAspect="true"/>
          </p:cNvPicPr>
          <p:nvPr/>
        </p:nvPicPr>
        <p:blipFill>
          <a:blip r:embed="rId2"/>
          <a:srcRect l="0" r="0" t="0" b="0"/>
          <a:stretch>
            <a:fillRect/>
          </a:stretch>
        </p:blipFill>
        <p:spPr>
          <a:xfrm rot="0" flipH="false" flipV="false">
            <a:off x="9356095" y="1144587"/>
            <a:ext cx="2835905" cy="2145835"/>
          </a:xfrm>
          <a:prstGeom prst="rect">
            <a:avLst/>
          </a:prstGeom>
          <a:ln w="12700">
            <a:noFill/>
            <a:prstDash val="solid"/>
          </a:ln>
        </p:spPr>
      </p:pic>
      <p:pic>
        <p:nvPicPr>
          <p:cNvPr name="Picture 7" id="7"/>
          <p:cNvPicPr>
            <a:picLocks noChangeAspect="true"/>
          </p:cNvPicPr>
          <p:nvPr/>
        </p:nvPicPr>
        <p:blipFill>
          <a:blip r:embed="rId3"/>
          <a:srcRect l="0" r="0" t="30204" b="3862"/>
          <a:stretch>
            <a:fillRect/>
          </a:stretch>
        </p:blipFill>
        <p:spPr>
          <a:xfrm rot="0" flipH="false" flipV="false">
            <a:off x="4234475" y="4580142"/>
            <a:ext cx="4601707" cy="2277858"/>
          </a:xfrm>
          <a:prstGeom prst="rect">
            <a:avLst/>
          </a:prstGeom>
          <a:ln w="12700">
            <a:noFill/>
            <a:prstDash val="solid"/>
          </a:ln>
        </p:spPr>
      </p:pic>
    </p:spTree>
  </p:cSld>
  <p:clrMapOvr>
    <a:masterClrMapping/>
  </p:clrMapOvr>
  <p:transition main:dur="1000">
    <p:fade thruBlk="false"/>
  </p:transition>
</p:sld>
</file>

<file path=ppt/slides/slide15.xml><?xml version="1.0" encoding="utf-8"?>
<p:sld xmlns:p="http://schemas.openxmlformats.org/presentationml/2006/main" xmlns:a="http://schemas.openxmlformats.org/drawingml/2006/main" xmlns:main="http://schemas.microsoft.com/office/powerpoint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>
            <p:ph idx="6" type="body" sz="quarter" hasCustomPrompt="true"/>
          </p:nvPr>
        </p:nvSpPr>
        <p:spPr>
          <a:prstGeom prst="rect">
            <a:avLst/>
          </a:prstGeom>
        </p:spPr>
        <p:txBody>
          <a:bodyPr anchor="ctr" wrap="square" lIns="91440" rIns="91440" tIns="45720" bIns="45720">
            <a:noAutofit/>
          </a:bodyPr>
          <a:lstStyle>
            <a:lvl1pPr algn="l">
              <a:lnSpc>
                <a:spcPct val="100000"/>
              </a:lnSpc>
              <a:defRPr sz="3600" b="false" i="false" u="none" strike="noStrike" spc="0">
                <a:solidFill>
                  <a:srgbClr val="262626">
                    <a:alpha val="100000"/>
                  </a:srgbClr>
                </a:solidFill>
                <a:latin typeface="微软雅黑"/>
              </a:defRPr>
            </a:lvl1pPr>
          </a:lstStyle>
          <a:p>
            <a:pPr algn="l" indent="0">
              <a:lnSpc>
                <a:spcPct val="100000"/>
              </a:lnSpc>
            </a:pPr>
            <a:r>
              <a:rPr lang="en-US" b="false" i="false" strike="noStrike" u="none" sz="3600">
                <a:solidFill>
                  <a:srgbClr val="262626"/>
                </a:solidFill>
                <a:latin typeface="微软雅黑"/>
                <a:ea typeface="微软雅黑"/>
                <a:cs typeface="微软雅黑"/>
                <a:sym typeface="微软雅黑"/>
              </a:rPr>
              <a:t>遗传算法在空间搜索中的优势</a:t>
            </a:r>
          </a:p>
        </p:txBody>
      </p:sp>
      <p:sp>
        <p:nvSpPr>
          <p:cNvPr name="AutoShape 3" id="3"/>
          <p:cNvSpPr/>
          <p:nvPr>
            <p:ph idx="7" type="body" sz="quarter"/>
          </p:nvPr>
        </p:nvSpPr>
        <p:spPr>
          <a:prstGeom prst="rect">
            <a:avLst/>
          </a:prstGeom>
        </p:spPr>
        <p:txBody>
          <a:bodyPr anchor="ctr" vert="horz" wrap="square" lIns="91440" rIns="91440" tIns="45720" bIns="45720">
            <a:noAutofit/>
          </a:bodyPr>
          <a:lstStyle>
            <a:lvl1pPr algn="l">
              <a:lnSpc>
                <a:spcPct val="100000"/>
              </a:lnSpc>
              <a:defRPr sz="1400" b="false" i="false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l"/>
            <a:endParaRPr/>
          </a:p>
        </p:txBody>
      </p:sp>
      <p:sp>
        <p:nvSpPr>
          <p:cNvPr name="AutoShape 4" id="4"/>
          <p:cNvSpPr/>
          <p:nvPr>
            <p:ph idx="8" type="body" sz="quarter" hasCustomPrompt="true"/>
          </p:nvPr>
        </p:nvSpPr>
        <p:spPr>
          <a:prstGeom prst="rect">
            <a:avLst/>
          </a:prstGeom>
        </p:spPr>
        <p:txBody>
          <a:bodyPr anchor="ctr" wrap="square" lIns="91440" rIns="91440" tIns="45720" bIns="45720">
            <a:noAutofit/>
          </a:bodyPr>
          <a:lstStyle>
            <a:lvl1pPr algn="r">
              <a:lnSpc>
                <a:spcPct val="100000"/>
              </a:lnSpc>
              <a:defRPr sz="1600" b="false" i="false" u="none" strike="noStrike" spc="0">
                <a:solidFill>
                  <a:srgbClr val="FFFFFF">
                    <a:alpha val="100000"/>
                  </a:srgbClr>
                </a:solidFill>
                <a:latin typeface="Garamond"/>
              </a:defRPr>
            </a:lvl1pPr>
          </a:lstStyle>
          <a:p>
            <a:pPr algn="r" indent="0">
              <a:lnSpc>
                <a:spcPct val="100000"/>
              </a:lnSpc>
            </a:pPr>
            <a:r>
              <a:rPr lang="en-US" b="false" i="false" strike="noStrike" u="none" sz="1600">
                <a:solidFill>
                  <a:srgbClr val="FFFFFF"/>
                </a:solidFill>
                <a:latin typeface="Garamond"/>
                <a:ea typeface="Garamond"/>
                <a:cs typeface="Garamond"/>
                <a:sym typeface="Garamond"/>
              </a:rPr>
              <a:t>15</a:t>
            </a:r>
          </a:p>
        </p:txBody>
      </p:sp>
      <p:sp>
        <p:nvSpPr>
          <p:cNvPr name="AutoShape 5" id="5"/>
          <p:cNvSpPr/>
          <p:nvPr>
            <p:ph idx="9" type="body" sz="quarter" hasCustomPrompt="true"/>
          </p:nvPr>
        </p:nvSpPr>
        <p:spPr>
          <a:prstGeom prst="rect">
            <a:avLst/>
          </a:prstGeom>
        </p:spPr>
        <p:txBody>
          <a:bodyPr anchor="t" wrap="square" lIns="91440" rIns="91440" tIns="45720" bIns="45720">
            <a:normAutofit lnSpcReduction="0"/>
          </a:bodyPr>
          <a:lstStyle>
            <a:lvl1pPr algn="l">
              <a:lnSpc>
                <a:spcPct val="100000"/>
              </a:lnSpc>
              <a:defRPr sz="2400" b="false" i="false" u="none" strike="noStrike" spc="0">
                <a:solidFill>
                  <a:srgbClr val="404040">
                    <a:alpha val="100000"/>
                  </a:srgbClr>
                </a:solidFill>
                <a:latin typeface="微软雅黑"/>
              </a:defRPr>
            </a:lvl1pPr>
          </a:lstStyle>
          <a:p>
            <a:pPr algn="l" indent="-304800" marL="304800">
              <a:lnSpc>
                <a:spcPct val="100000"/>
              </a:lnSpc>
              <a:spcBef>
                <a:spcPts val="1500"/>
              </a:spcBef>
              <a:buClr>
                <a:srgbClr val="404040"/>
              </a:buClr>
              <a:buChar char="•"/>
            </a:pPr>
            <a:r>
              <a:rPr lang="en-US" b="false" i="false" strike="noStrike" u="none" sz="2400">
                <a:solidFill>
                  <a:srgbClr val="404040"/>
                </a:solidFill>
                <a:latin typeface="微软雅黑"/>
                <a:ea typeface="微软雅黑"/>
                <a:cs typeface="微软雅黑"/>
                <a:sym typeface="微软雅黑"/>
              </a:rPr>
              <a:t>多点并行搜索：与模拟退火算法的单点游走不同，遗传算法维护一个种群，允许同时探索搜索空间中的多个区域。</a:t>
            </a:r>
          </a:p>
          <a:p>
            <a:pPr algn="l" indent="-304800" marL="304800">
              <a:lnSpc>
                <a:spcPct val="100000"/>
              </a:lnSpc>
              <a:spcBef>
                <a:spcPts val="1500"/>
              </a:spcBef>
              <a:buClr>
                <a:srgbClr val="404040"/>
              </a:buClr>
              <a:buChar char="•"/>
            </a:pPr>
            <a:r>
              <a:rPr lang="en-US" b="false" i="false" strike="noStrike" u="none" sz="2400">
                <a:solidFill>
                  <a:srgbClr val="404040"/>
                </a:solidFill>
                <a:latin typeface="微软雅黑"/>
                <a:ea typeface="微软雅黑"/>
                <a:cs typeface="微软雅黑"/>
                <a:sym typeface="微软雅黑"/>
              </a:rPr>
              <a:t>适用于离散和不规则空间：</a:t>
            </a:r>
          </a:p>
          <a:p>
            <a:pPr algn="l" indent="-254000" lvl="1" marL="596900">
              <a:lnSpc>
                <a:spcPct val="100000"/>
              </a:lnSpc>
              <a:spcBef>
                <a:spcPts val="750"/>
              </a:spcBef>
              <a:buClr>
                <a:srgbClr val="404040"/>
              </a:buClr>
              <a:buChar char="•"/>
            </a:pPr>
            <a:r>
              <a:rPr lang="en-US" b="false" i="false" strike="noStrike" u="none" sz="2000">
                <a:solidFill>
                  <a:srgbClr val="404040"/>
                </a:solidFill>
                <a:latin typeface="微软雅黑"/>
                <a:ea typeface="微软雅黑"/>
                <a:cs typeface="微软雅黑"/>
                <a:sym typeface="微软雅黑"/>
              </a:rPr>
              <a:t>硬件调优空间通常是不连续的（例如，</a:t>
            </a:r>
            <a:r>
              <a:rPr lang="en-US" b="false" i="false" strike="noStrike" u="none" sz="2000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rPr>
              <a:t>GPU </a:t>
            </a:r>
            <a:r>
              <a:rPr lang="en-US" b="false" i="false" strike="noStrike" u="none" sz="2000">
                <a:solidFill>
                  <a:srgbClr val="404040"/>
                </a:solidFill>
                <a:latin typeface="微软雅黑"/>
                <a:ea typeface="微软雅黑"/>
                <a:cs typeface="微软雅黑"/>
                <a:sym typeface="微软雅黑"/>
              </a:rPr>
              <a:t>块大小必须是</a:t>
            </a:r>
            <a:r>
              <a:rPr lang="en-US" b="false" i="false" strike="noStrike" u="none" sz="2000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rPr>
              <a:t> 32 </a:t>
            </a:r>
            <a:r>
              <a:rPr lang="en-US" b="false" i="false" strike="noStrike" u="none" sz="2000">
                <a:solidFill>
                  <a:srgbClr val="404040"/>
                </a:solidFill>
                <a:latin typeface="微软雅黑"/>
                <a:ea typeface="微软雅黑"/>
                <a:cs typeface="微软雅黑"/>
                <a:sym typeface="微软雅黑"/>
              </a:rPr>
              <a:t>的倍数）。</a:t>
            </a:r>
          </a:p>
          <a:p>
            <a:pPr algn="l" indent="-254000" lvl="1" marL="596900">
              <a:lnSpc>
                <a:spcPct val="100000"/>
              </a:lnSpc>
              <a:spcBef>
                <a:spcPts val="750"/>
              </a:spcBef>
              <a:buClr>
                <a:srgbClr val="404040"/>
              </a:buClr>
              <a:buChar char="•"/>
            </a:pPr>
            <a:r>
              <a:rPr lang="en-US" b="false" i="false" strike="noStrike" u="none" sz="2000">
                <a:solidFill>
                  <a:srgbClr val="404040"/>
                </a:solidFill>
                <a:latin typeface="微软雅黑"/>
                <a:ea typeface="微软雅黑"/>
                <a:cs typeface="微软雅黑"/>
                <a:sym typeface="微软雅黑"/>
              </a:rPr>
              <a:t>传统的梯度下降法在这种情况下无效，而遗传算法对目标函数的可微性没有要求。</a:t>
            </a:r>
          </a:p>
          <a:p>
            <a:pPr algn="l" indent="-304800" marL="304800">
              <a:lnSpc>
                <a:spcPct val="100000"/>
              </a:lnSpc>
              <a:spcBef>
                <a:spcPts val="1500"/>
              </a:spcBef>
              <a:buClr>
                <a:srgbClr val="404040"/>
              </a:buClr>
              <a:buChar char="•"/>
            </a:pPr>
            <a:r>
              <a:rPr lang="en-US" b="false" i="false" strike="noStrike" u="none" sz="2400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rPr>
              <a:t>TVM </a:t>
            </a:r>
            <a:r>
              <a:rPr lang="en-US" b="false" i="false" strike="noStrike" u="none" sz="2400">
                <a:solidFill>
                  <a:srgbClr val="404040"/>
                </a:solidFill>
                <a:latin typeface="微软雅黑"/>
                <a:ea typeface="微软雅黑"/>
                <a:cs typeface="微软雅黑"/>
                <a:sym typeface="微软雅黑"/>
              </a:rPr>
              <a:t>答案的进化搜索广泛利用遗传算法来高效地变异调度空间。</a:t>
            </a:r>
          </a:p>
        </p:txBody>
      </p:sp>
    </p:spTree>
  </p:cSld>
  <p:clrMapOvr>
    <a:masterClrMapping/>
  </p:clrMapOvr>
  <p:transition main:dur="1000">
    <p:fade thruBlk="false"/>
  </p:transition>
</p:sld>
</file>

<file path=ppt/slides/slide16.xml><?xml version="1.0" encoding="utf-8"?>
<p:sld xmlns:p="http://schemas.openxmlformats.org/presentationml/2006/main" xmlns:a="http://schemas.openxmlformats.org/drawingml/2006/main" xmlns:r="http://schemas.openxmlformats.org/officeDocument/2006/relationships" xmlns:main="http://schemas.microsoft.com/office/powerpoint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>
            <p:ph idx="6" type="body" sz="quarter" hasCustomPrompt="true"/>
          </p:nvPr>
        </p:nvSpPr>
        <p:spPr>
          <a:prstGeom prst="rect">
            <a:avLst/>
          </a:prstGeom>
        </p:spPr>
        <p:txBody>
          <a:bodyPr anchor="ctr" wrap="square" lIns="91440" rIns="91440" tIns="45720" bIns="45720">
            <a:noAutofit/>
          </a:bodyPr>
          <a:lstStyle>
            <a:lvl1pPr algn="l">
              <a:lnSpc>
                <a:spcPct val="100000"/>
              </a:lnSpc>
              <a:defRPr sz="3600" b="false" i="false" u="none" strike="noStrike" spc="0">
                <a:solidFill>
                  <a:srgbClr val="262626">
                    <a:alpha val="100000"/>
                  </a:srgbClr>
                </a:solidFill>
                <a:latin typeface="微软雅黑"/>
              </a:defRPr>
            </a:lvl1pPr>
          </a:lstStyle>
          <a:p>
            <a:pPr algn="l" indent="0">
              <a:lnSpc>
                <a:spcPct val="100000"/>
              </a:lnSpc>
            </a:pPr>
            <a:r>
              <a:rPr lang="en-US" b="false" i="false" strike="noStrike" u="none" sz="3600">
                <a:solidFill>
                  <a:srgbClr val="262626"/>
                </a:solidFill>
                <a:latin typeface="微软雅黑"/>
                <a:ea typeface="微软雅黑"/>
                <a:cs typeface="微软雅黑"/>
                <a:sym typeface="微软雅黑"/>
              </a:rPr>
              <a:t>贝叶斯优化</a:t>
            </a:r>
          </a:p>
        </p:txBody>
      </p:sp>
      <p:sp>
        <p:nvSpPr>
          <p:cNvPr name="AutoShape 3" id="3"/>
          <p:cNvSpPr/>
          <p:nvPr>
            <p:ph idx="7" type="body" sz="quarter"/>
          </p:nvPr>
        </p:nvSpPr>
        <p:spPr>
          <a:prstGeom prst="rect">
            <a:avLst/>
          </a:prstGeom>
        </p:spPr>
        <p:txBody>
          <a:bodyPr anchor="ctr" vert="horz" wrap="square" lIns="91440" rIns="91440" tIns="45720" bIns="45720">
            <a:noAutofit/>
          </a:bodyPr>
          <a:lstStyle>
            <a:lvl1pPr algn="l">
              <a:lnSpc>
                <a:spcPct val="100000"/>
              </a:lnSpc>
              <a:defRPr sz="1400" b="false" i="false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l"/>
            <a:endParaRPr/>
          </a:p>
        </p:txBody>
      </p:sp>
      <p:sp>
        <p:nvSpPr>
          <p:cNvPr name="AutoShape 4" id="4"/>
          <p:cNvSpPr/>
          <p:nvPr>
            <p:ph idx="8" type="body" sz="quarter" hasCustomPrompt="true"/>
          </p:nvPr>
        </p:nvSpPr>
        <p:spPr>
          <a:prstGeom prst="rect">
            <a:avLst/>
          </a:prstGeom>
        </p:spPr>
        <p:txBody>
          <a:bodyPr anchor="ctr" wrap="square" lIns="91440" rIns="91440" tIns="45720" bIns="45720">
            <a:noAutofit/>
          </a:bodyPr>
          <a:lstStyle>
            <a:lvl1pPr algn="r">
              <a:lnSpc>
                <a:spcPct val="100000"/>
              </a:lnSpc>
              <a:defRPr sz="1600" b="false" i="false" u="none" strike="noStrike" spc="0">
                <a:solidFill>
                  <a:srgbClr val="FFFFFF">
                    <a:alpha val="100000"/>
                  </a:srgbClr>
                </a:solidFill>
                <a:latin typeface="Garamond"/>
              </a:defRPr>
            </a:lvl1pPr>
          </a:lstStyle>
          <a:p>
            <a:pPr algn="r" indent="0">
              <a:lnSpc>
                <a:spcPct val="100000"/>
              </a:lnSpc>
            </a:pPr>
            <a:r>
              <a:rPr lang="en-US" b="false" i="false" strike="noStrike" u="none" sz="1600">
                <a:solidFill>
                  <a:srgbClr val="FFFFFF"/>
                </a:solidFill>
                <a:latin typeface="Garamond"/>
                <a:ea typeface="Garamond"/>
                <a:cs typeface="Garamond"/>
                <a:sym typeface="Garamond"/>
              </a:rPr>
              <a:t>16</a:t>
            </a:r>
          </a:p>
        </p:txBody>
      </p:sp>
      <p:sp>
        <p:nvSpPr>
          <p:cNvPr name="AutoShape 5" id="5"/>
          <p:cNvSpPr/>
          <p:nvPr>
            <p:ph idx="9" type="body" sz="quarter" hasCustomPrompt="true"/>
          </p:nvPr>
        </p:nvSpPr>
        <p:spPr>
          <a:prstGeom prst="rect">
            <a:avLst/>
          </a:prstGeom>
        </p:spPr>
        <p:txBody>
          <a:bodyPr anchor="t" wrap="square" lIns="91440" rIns="91440" tIns="45720" bIns="45720">
            <a:normAutofit lnSpcReduction="0"/>
          </a:bodyPr>
          <a:lstStyle>
            <a:lvl1pPr algn="l">
              <a:lnSpc>
                <a:spcPct val="100000"/>
              </a:lnSpc>
              <a:defRPr sz="2400" b="false" i="false" u="none" strike="noStrike" spc="0">
                <a:solidFill>
                  <a:srgbClr val="404040">
                    <a:alpha val="100000"/>
                  </a:srgbClr>
                </a:solidFill>
                <a:latin typeface="微软雅黑"/>
              </a:defRPr>
            </a:lvl1pPr>
          </a:lstStyle>
          <a:p>
            <a:pPr algn="l" indent="-304800" marL="304800">
              <a:lnSpc>
                <a:spcPct val="100000"/>
              </a:lnSpc>
              <a:spcBef>
                <a:spcPts val="1500"/>
              </a:spcBef>
              <a:buClr>
                <a:srgbClr val="404040"/>
              </a:buClr>
              <a:buChar char="•"/>
            </a:pPr>
            <a:r>
              <a:rPr lang="en-US" b="false" i="false" strike="noStrike" u="none" sz="2400">
                <a:solidFill>
                  <a:srgbClr val="404040"/>
                </a:solidFill>
                <a:latin typeface="微软雅黑"/>
                <a:ea typeface="微软雅黑"/>
                <a:cs typeface="微软雅黑"/>
                <a:sym typeface="微软雅黑"/>
              </a:rPr>
              <a:t>适用场景：黑盒函数的优化，其中单次评估成本极高。</a:t>
            </a:r>
          </a:p>
          <a:p>
            <a:pPr algn="l" indent="-304800" marL="304800">
              <a:lnSpc>
                <a:spcPct val="100000"/>
              </a:lnSpc>
              <a:spcBef>
                <a:spcPts val="1500"/>
              </a:spcBef>
              <a:buClr>
                <a:srgbClr val="404040"/>
              </a:buClr>
              <a:buChar char="•"/>
            </a:pPr>
            <a:r>
              <a:rPr lang="en-US" b="false" i="false" strike="noStrike" u="none" sz="2400">
                <a:solidFill>
                  <a:srgbClr val="404040"/>
                </a:solidFill>
                <a:latin typeface="微软雅黑"/>
                <a:ea typeface="微软雅黑"/>
                <a:cs typeface="微软雅黑"/>
                <a:sym typeface="微软雅黑"/>
              </a:rPr>
              <a:t>核心组件：</a:t>
            </a:r>
          </a:p>
          <a:p>
            <a:pPr algn="l" indent="-254000" lvl="1" marL="596900">
              <a:lnSpc>
                <a:spcPct val="100000"/>
              </a:lnSpc>
              <a:spcBef>
                <a:spcPts val="750"/>
              </a:spcBef>
              <a:buClr>
                <a:srgbClr val="404040"/>
              </a:buClr>
              <a:buChar char="•"/>
            </a:pPr>
            <a:r>
              <a:rPr lang="en-US" b="false" i="false" strike="noStrike" u="none" sz="2000">
                <a:solidFill>
                  <a:srgbClr val="404040"/>
                </a:solidFill>
                <a:latin typeface="微软雅黑"/>
                <a:ea typeface="微软雅黑"/>
                <a:cs typeface="微软雅黑"/>
                <a:sym typeface="微软雅黑"/>
              </a:rPr>
              <a:t>代理模型：通常使用高斯过程。</a:t>
            </a:r>
          </a:p>
          <a:p>
            <a:pPr algn="l" indent="-254000" lvl="1" marL="596900">
              <a:lnSpc>
                <a:spcPct val="100000"/>
              </a:lnSpc>
              <a:spcBef>
                <a:spcPts val="750"/>
              </a:spcBef>
              <a:buClr>
                <a:srgbClr val="404040"/>
              </a:buClr>
              <a:buChar char="•"/>
            </a:pPr>
            <a:r>
              <a:rPr lang="en-US" b="false" i="false" strike="noStrike" u="none" sz="2000">
                <a:solidFill>
                  <a:srgbClr val="404040"/>
                </a:solidFill>
                <a:latin typeface="微软雅黑"/>
                <a:ea typeface="微软雅黑"/>
                <a:cs typeface="微软雅黑"/>
                <a:sym typeface="微软雅黑"/>
              </a:rPr>
              <a:t>获取函数：通常使用预期改进</a:t>
            </a:r>
            <a:r>
              <a:rPr lang="en-US" b="false" i="false" strike="noStrike" u="none" sz="2000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rPr>
              <a:t> (EI)</a:t>
            </a:r>
            <a:r>
              <a:rPr lang="en-US" b="false" i="false" strike="noStrike" u="none" sz="2000">
                <a:solidFill>
                  <a:srgbClr val="404040"/>
                </a:solidFill>
                <a:latin typeface="微软雅黑"/>
                <a:ea typeface="微软雅黑"/>
                <a:cs typeface="微软雅黑"/>
                <a:sym typeface="微软雅黑"/>
              </a:rPr>
              <a:t>。</a:t>
            </a:r>
          </a:p>
          <a:p>
            <a:pPr algn="l" indent="-304800" marL="304800">
              <a:lnSpc>
                <a:spcPct val="100000"/>
              </a:lnSpc>
              <a:spcBef>
                <a:spcPts val="1500"/>
              </a:spcBef>
              <a:buClr>
                <a:srgbClr val="404040"/>
              </a:buClr>
              <a:buChar char="•"/>
            </a:pPr>
            <a:r>
              <a:rPr lang="en-US" b="false" i="false" strike="noStrike" u="none" sz="2400">
                <a:solidFill>
                  <a:srgbClr val="404040"/>
                </a:solidFill>
                <a:latin typeface="微软雅黑"/>
                <a:ea typeface="微软雅黑"/>
                <a:cs typeface="微软雅黑"/>
                <a:sym typeface="微软雅黑"/>
              </a:rPr>
              <a:t>权衡的艺术（探索与利用）：</a:t>
            </a:r>
          </a:p>
          <a:p>
            <a:pPr algn="l" indent="-254000" lvl="1" marL="596900">
              <a:lnSpc>
                <a:spcPct val="100000"/>
              </a:lnSpc>
              <a:spcBef>
                <a:spcPts val="750"/>
              </a:spcBef>
              <a:buClr>
                <a:srgbClr val="404040"/>
              </a:buClr>
              <a:buChar char="•"/>
            </a:pPr>
            <a:r>
              <a:rPr lang="en-US" b="false" i="false" strike="noStrike" u="none" sz="2000">
                <a:solidFill>
                  <a:srgbClr val="404040"/>
                </a:solidFill>
                <a:latin typeface="微软雅黑"/>
                <a:ea typeface="微软雅黑"/>
                <a:cs typeface="微软雅黑"/>
                <a:sym typeface="微软雅黑"/>
              </a:rPr>
              <a:t>利用：搜索性能良好的结果。</a:t>
            </a:r>
          </a:p>
          <a:p>
            <a:pPr algn="l" indent="-254000" lvl="1" marL="596900">
              <a:lnSpc>
                <a:spcPct val="100000"/>
              </a:lnSpc>
              <a:spcBef>
                <a:spcPts val="750"/>
              </a:spcBef>
              <a:buClr>
                <a:srgbClr val="404040"/>
              </a:buClr>
              <a:buChar char="•"/>
            </a:pPr>
            <a:r>
              <a:rPr lang="en-US" b="false" i="false" strike="noStrike" u="none" sz="2000">
                <a:solidFill>
                  <a:srgbClr val="404040"/>
                </a:solidFill>
                <a:latin typeface="微软雅黑"/>
                <a:ea typeface="微软雅黑"/>
                <a:cs typeface="微软雅黑"/>
                <a:sym typeface="微软雅黑"/>
              </a:rPr>
              <a:t>探索：搜索</a:t>
            </a:r>
            <a:r>
              <a:rPr lang="en-US" b="false" i="false" strike="noStrike" u="none" sz="2000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rPr>
              <a:t>“</a:t>
            </a:r>
            <a:r>
              <a:rPr lang="en-US" b="false" i="false" strike="noStrike" u="none" sz="2000">
                <a:solidFill>
                  <a:srgbClr val="404040"/>
                </a:solidFill>
                <a:latin typeface="微软雅黑"/>
                <a:ea typeface="微软雅黑"/>
                <a:cs typeface="微软雅黑"/>
                <a:sym typeface="微软雅黑"/>
              </a:rPr>
              <a:t>不确定</a:t>
            </a:r>
            <a:r>
              <a:rPr lang="en-US" b="false" i="false" strike="noStrike" u="none" sz="2000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rPr>
              <a:t>”</a:t>
            </a:r>
            <a:r>
              <a:rPr lang="en-US" b="false" i="false" strike="noStrike" u="none" sz="2000">
                <a:solidFill>
                  <a:srgbClr val="404040"/>
                </a:solidFill>
                <a:latin typeface="微软雅黑"/>
                <a:ea typeface="微软雅黑"/>
                <a:cs typeface="微软雅黑"/>
                <a:sym typeface="微软雅黑"/>
              </a:rPr>
              <a:t>（以前从未探索过）的结果。</a:t>
            </a:r>
          </a:p>
        </p:txBody>
      </p:sp>
      <p:pic>
        <p:nvPicPr>
          <p:cNvPr name="Picture 6" id="6"/>
          <p:cNvPicPr>
            <a:picLocks noChangeAspect="true"/>
          </p:cNvPicPr>
          <p:nvPr/>
        </p:nvPicPr>
        <p:blipFill>
          <a:blip r:embed="rId2"/>
          <a:srcRect l="0" r="0" t="0" b="0"/>
          <a:stretch>
            <a:fillRect/>
          </a:stretch>
        </p:blipFill>
        <p:spPr>
          <a:xfrm rot="0" flipH="false" flipV="false">
            <a:off x="7537303" y="2132162"/>
            <a:ext cx="4489047" cy="4431600"/>
          </a:xfrm>
          <a:prstGeom prst="rect">
            <a:avLst/>
          </a:prstGeom>
          <a:ln w="12700">
            <a:noFill/>
            <a:prstDash val="solid"/>
          </a:ln>
        </p:spPr>
      </p:pic>
    </p:spTree>
  </p:cSld>
  <p:clrMapOvr>
    <a:masterClrMapping/>
  </p:clrMapOvr>
  <p:transition main:dur="1000">
    <p:fade thruBlk="false"/>
  </p:transition>
</p:sld>
</file>

<file path=ppt/slides/slide17.xml><?xml version="1.0" encoding="utf-8"?>
<p:sld xmlns:p="http://schemas.openxmlformats.org/presentationml/2006/main" xmlns:a="http://schemas.openxmlformats.org/drawingml/2006/main" xmlns:r="http://schemas.openxmlformats.org/officeDocument/2006/relationships" xmlns:main="http://schemas.microsoft.com/office/powerpoint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>
            <p:ph idx="6" type="body" sz="quarter" hasCustomPrompt="true"/>
          </p:nvPr>
        </p:nvSpPr>
        <p:spPr>
          <a:prstGeom prst="rect">
            <a:avLst/>
          </a:prstGeom>
        </p:spPr>
        <p:txBody>
          <a:bodyPr anchor="ctr" wrap="square" lIns="91440" rIns="91440" tIns="45720" bIns="45720">
            <a:noAutofit/>
          </a:bodyPr>
          <a:lstStyle>
            <a:lvl1pPr algn="l">
              <a:lnSpc>
                <a:spcPct val="100000"/>
              </a:lnSpc>
              <a:defRPr sz="3600" b="false" i="false" u="none" strike="noStrike" spc="0">
                <a:solidFill>
                  <a:srgbClr val="262626">
                    <a:alpha val="100000"/>
                  </a:srgbClr>
                </a:solidFill>
                <a:latin typeface="微软雅黑"/>
              </a:defRPr>
            </a:lvl1pPr>
          </a:lstStyle>
          <a:p>
            <a:pPr algn="l" indent="0">
              <a:lnSpc>
                <a:spcPct val="100000"/>
              </a:lnSpc>
            </a:pPr>
            <a:r>
              <a:rPr lang="en-US" b="false" i="false" strike="noStrike" u="none" sz="3600">
                <a:solidFill>
                  <a:srgbClr val="262626"/>
                </a:solidFill>
                <a:latin typeface="微软雅黑"/>
                <a:ea typeface="微软雅黑"/>
                <a:cs typeface="微软雅黑"/>
                <a:sym typeface="微软雅黑"/>
              </a:rPr>
              <a:t>强化学习</a:t>
            </a:r>
          </a:p>
        </p:txBody>
      </p:sp>
      <p:sp>
        <p:nvSpPr>
          <p:cNvPr name="AutoShape 3" id="3"/>
          <p:cNvSpPr/>
          <p:nvPr>
            <p:ph idx="7" type="body" sz="quarter"/>
          </p:nvPr>
        </p:nvSpPr>
        <p:spPr>
          <a:prstGeom prst="rect">
            <a:avLst/>
          </a:prstGeom>
        </p:spPr>
        <p:txBody>
          <a:bodyPr anchor="ctr" vert="horz" wrap="square" lIns="91440" rIns="91440" tIns="45720" bIns="45720">
            <a:noAutofit/>
          </a:bodyPr>
          <a:lstStyle>
            <a:lvl1pPr algn="l">
              <a:lnSpc>
                <a:spcPct val="100000"/>
              </a:lnSpc>
              <a:defRPr sz="1400" b="false" i="false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l"/>
            <a:endParaRPr/>
          </a:p>
        </p:txBody>
      </p:sp>
      <p:sp>
        <p:nvSpPr>
          <p:cNvPr name="AutoShape 4" id="4"/>
          <p:cNvSpPr/>
          <p:nvPr>
            <p:ph idx="8" type="body" sz="quarter" hasCustomPrompt="true"/>
          </p:nvPr>
        </p:nvSpPr>
        <p:spPr>
          <a:prstGeom prst="rect">
            <a:avLst/>
          </a:prstGeom>
        </p:spPr>
        <p:txBody>
          <a:bodyPr anchor="ctr" wrap="square" lIns="91440" rIns="91440" tIns="45720" bIns="45720">
            <a:noAutofit/>
          </a:bodyPr>
          <a:lstStyle>
            <a:lvl1pPr algn="r">
              <a:lnSpc>
                <a:spcPct val="100000"/>
              </a:lnSpc>
              <a:defRPr sz="1600" b="false" i="false" u="none" strike="noStrike" spc="0">
                <a:solidFill>
                  <a:srgbClr val="FFFFFF">
                    <a:alpha val="100000"/>
                  </a:srgbClr>
                </a:solidFill>
                <a:latin typeface="Garamond"/>
              </a:defRPr>
            </a:lvl1pPr>
          </a:lstStyle>
          <a:p>
            <a:pPr algn="r" indent="0">
              <a:lnSpc>
                <a:spcPct val="100000"/>
              </a:lnSpc>
            </a:pPr>
            <a:r>
              <a:rPr lang="en-US" b="false" i="false" strike="noStrike" u="none" sz="1600">
                <a:solidFill>
                  <a:srgbClr val="FFFFFF"/>
                </a:solidFill>
                <a:latin typeface="Garamond"/>
                <a:ea typeface="Garamond"/>
                <a:cs typeface="Garamond"/>
                <a:sym typeface="Garamond"/>
              </a:rPr>
              <a:t>17</a:t>
            </a:r>
          </a:p>
        </p:txBody>
      </p:sp>
      <p:sp>
        <p:nvSpPr>
          <p:cNvPr name="AutoShape 5" id="5"/>
          <p:cNvSpPr/>
          <p:nvPr>
            <p:ph idx="9" type="body" sz="quarter" hasCustomPrompt="true"/>
          </p:nvPr>
        </p:nvSpPr>
        <p:spPr>
          <a:prstGeom prst="rect">
            <a:avLst/>
          </a:prstGeom>
        </p:spPr>
        <p:txBody>
          <a:bodyPr anchor="t" wrap="square" lIns="91440" rIns="91440" tIns="45720" bIns="45720">
            <a:normAutofit lnSpcReduction="0"/>
          </a:bodyPr>
          <a:lstStyle>
            <a:lvl1pPr algn="l">
              <a:lnSpc>
                <a:spcPct val="100000"/>
              </a:lnSpc>
              <a:defRPr sz="2400" b="false" i="false" u="none" strike="noStrike" spc="0">
                <a:solidFill>
                  <a:srgbClr val="404040">
                    <a:alpha val="100000"/>
                  </a:srgbClr>
                </a:solidFill>
                <a:latin typeface="微软雅黑"/>
              </a:defRPr>
            </a:lvl1pPr>
          </a:lstStyle>
          <a:p>
            <a:pPr algn="l" indent="-304800" marL="304800">
              <a:lnSpc>
                <a:spcPct val="100000"/>
              </a:lnSpc>
              <a:spcBef>
                <a:spcPts val="1500"/>
              </a:spcBef>
              <a:buClr>
                <a:srgbClr val="404040"/>
              </a:buClr>
              <a:buChar char="•"/>
            </a:pPr>
            <a:r>
              <a:rPr lang="en-US" b="false" i="false" strike="noStrike" u="none" sz="2400">
                <a:solidFill>
                  <a:srgbClr val="404040"/>
                </a:solidFill>
                <a:latin typeface="微软雅黑"/>
                <a:ea typeface="微软雅黑"/>
                <a:cs typeface="微软雅黑"/>
                <a:sym typeface="微软雅黑"/>
              </a:rPr>
              <a:t>从强化学习的角度进行调优（</a:t>
            </a:r>
            <a:r>
              <a:rPr lang="en-US" b="false" i="false" strike="noStrike" u="none" sz="2400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rPr>
              <a:t>MDP - </a:t>
            </a:r>
            <a:r>
              <a:rPr lang="en-US" b="false" i="false" strike="noStrike" u="none" sz="2400">
                <a:solidFill>
                  <a:srgbClr val="404040"/>
                </a:solidFill>
                <a:latin typeface="微软雅黑"/>
                <a:ea typeface="微软雅黑"/>
                <a:cs typeface="微软雅黑"/>
                <a:sym typeface="微软雅黑"/>
              </a:rPr>
              <a:t>马尔可夫决策过程）：</a:t>
            </a:r>
          </a:p>
          <a:p>
            <a:pPr algn="l" indent="-254000" lvl="1" marL="596900">
              <a:lnSpc>
                <a:spcPct val="100000"/>
              </a:lnSpc>
              <a:spcBef>
                <a:spcPts val="750"/>
              </a:spcBef>
              <a:buClr>
                <a:srgbClr val="404040"/>
              </a:buClr>
              <a:buChar char="•"/>
            </a:pPr>
            <a:r>
              <a:rPr lang="en-US" b="false" i="false" strike="noStrike" u="none" sz="2000">
                <a:solidFill>
                  <a:srgbClr val="404040"/>
                </a:solidFill>
                <a:latin typeface="微软雅黑"/>
                <a:ea typeface="微软雅黑"/>
                <a:cs typeface="微软雅黑"/>
                <a:sym typeface="微软雅黑"/>
              </a:rPr>
              <a:t>智能体：调优器。</a:t>
            </a:r>
          </a:p>
          <a:p>
            <a:pPr algn="l" indent="-254000" lvl="1" marL="596900">
              <a:lnSpc>
                <a:spcPct val="100000"/>
              </a:lnSpc>
              <a:spcBef>
                <a:spcPts val="750"/>
              </a:spcBef>
              <a:buClr>
                <a:srgbClr val="404040"/>
              </a:buClr>
              <a:buChar char="•"/>
            </a:pPr>
            <a:r>
              <a:rPr lang="en-US" b="false" i="false" strike="noStrike" u="none" sz="2000">
                <a:solidFill>
                  <a:srgbClr val="404040"/>
                </a:solidFill>
                <a:latin typeface="微软雅黑"/>
                <a:ea typeface="微软雅黑"/>
                <a:cs typeface="微软雅黑"/>
                <a:sym typeface="微软雅黑"/>
              </a:rPr>
              <a:t>环境：编译器</a:t>
            </a:r>
            <a:r>
              <a:rPr lang="en-US" b="false" i="false" strike="noStrike" u="none" sz="2000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rPr>
              <a:t> + </a:t>
            </a:r>
            <a:r>
              <a:rPr lang="en-US" b="false" i="false" strike="noStrike" u="none" sz="2000">
                <a:solidFill>
                  <a:srgbClr val="404040"/>
                </a:solidFill>
                <a:latin typeface="微软雅黑"/>
                <a:ea typeface="微软雅黑"/>
                <a:cs typeface="微软雅黑"/>
                <a:sym typeface="微软雅黑"/>
              </a:rPr>
              <a:t>底层硬件。</a:t>
            </a:r>
          </a:p>
          <a:p>
            <a:pPr algn="l" indent="-254000" lvl="1" marL="596900">
              <a:lnSpc>
                <a:spcPct val="100000"/>
              </a:lnSpc>
              <a:spcBef>
                <a:spcPts val="750"/>
              </a:spcBef>
              <a:buClr>
                <a:srgbClr val="404040"/>
              </a:buClr>
              <a:buChar char="•"/>
            </a:pPr>
            <a:r>
              <a:rPr lang="en-US" b="false" i="false" strike="noStrike" u="none" sz="2000">
                <a:solidFill>
                  <a:srgbClr val="404040"/>
                </a:solidFill>
                <a:latin typeface="微软雅黑"/>
                <a:ea typeface="微软雅黑"/>
                <a:cs typeface="微软雅黑"/>
                <a:sym typeface="微软雅黑"/>
              </a:rPr>
              <a:t>状态：当前计算图或抽象语法树结构。</a:t>
            </a:r>
          </a:p>
          <a:p>
            <a:pPr algn="l" indent="-254000" lvl="1" marL="596900">
              <a:lnSpc>
                <a:spcPct val="100000"/>
              </a:lnSpc>
              <a:spcBef>
                <a:spcPts val="750"/>
              </a:spcBef>
              <a:buClr>
                <a:srgbClr val="404040"/>
              </a:buClr>
              <a:buChar char="•"/>
            </a:pPr>
            <a:r>
              <a:rPr lang="en-US" b="false" i="false" strike="noStrike" u="none" sz="2000">
                <a:solidFill>
                  <a:srgbClr val="404040"/>
                </a:solidFill>
                <a:latin typeface="微软雅黑"/>
                <a:ea typeface="微软雅黑"/>
                <a:cs typeface="微软雅黑"/>
                <a:sym typeface="微软雅黑"/>
              </a:rPr>
              <a:t>动作：应用调度策略（例如，执行分块或展开操作）。</a:t>
            </a:r>
          </a:p>
          <a:p>
            <a:pPr algn="l" indent="-254000" lvl="1" marL="596900">
              <a:lnSpc>
                <a:spcPct val="100000"/>
              </a:lnSpc>
              <a:spcBef>
                <a:spcPts val="750"/>
              </a:spcBef>
              <a:buClr>
                <a:srgbClr val="404040"/>
              </a:buClr>
              <a:buChar char="•"/>
            </a:pPr>
            <a:r>
              <a:rPr lang="en-US" b="false" i="false" strike="noStrike" u="none" sz="2000">
                <a:solidFill>
                  <a:srgbClr val="404040"/>
                </a:solidFill>
                <a:latin typeface="微软雅黑"/>
                <a:ea typeface="微软雅黑"/>
                <a:cs typeface="微软雅黑"/>
                <a:sym typeface="微软雅黑"/>
              </a:rPr>
              <a:t>奖励：在实际机器上运行后返回的吞吐量（</a:t>
            </a:r>
            <a:r>
              <a:rPr lang="en-US" b="false" i="false" strike="noStrike" u="none" sz="2000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rPr>
              <a:t>GFLOPS</a:t>
            </a:r>
            <a:r>
              <a:rPr lang="en-US" b="false" i="false" strike="noStrike" u="none" sz="2000">
                <a:solidFill>
                  <a:srgbClr val="404040"/>
                </a:solidFill>
                <a:latin typeface="微软雅黑"/>
                <a:ea typeface="微软雅黑"/>
                <a:cs typeface="微软雅黑"/>
                <a:sym typeface="微软雅黑"/>
              </a:rPr>
              <a:t>）或延迟降低值。</a:t>
            </a:r>
          </a:p>
        </p:txBody>
      </p:sp>
      <p:pic>
        <p:nvPicPr>
          <p:cNvPr name="Picture 6" id="6"/>
          <p:cNvPicPr>
            <a:picLocks noChangeAspect="true"/>
          </p:cNvPicPr>
          <p:nvPr/>
        </p:nvPicPr>
        <p:blipFill>
          <a:blip r:embed="rId2"/>
          <a:srcRect l="0" r="0" t="0" b="0"/>
          <a:stretch>
            <a:fillRect/>
          </a:stretch>
        </p:blipFill>
        <p:spPr>
          <a:xfrm rot="0" flipH="false" flipV="false">
            <a:off x="6575626" y="3811204"/>
            <a:ext cx="3140316" cy="3043902"/>
          </a:xfrm>
          <a:prstGeom prst="rect">
            <a:avLst/>
          </a:prstGeom>
          <a:ln w="12700">
            <a:noFill/>
            <a:prstDash val="solid"/>
          </a:ln>
        </p:spPr>
      </p:pic>
      <p:pic>
        <p:nvPicPr>
          <p:cNvPr name="Picture 7" id="7"/>
          <p:cNvPicPr>
            <a:picLocks noChangeAspect="true"/>
          </p:cNvPicPr>
          <p:nvPr/>
        </p:nvPicPr>
        <p:blipFill>
          <a:blip r:embed="rId3"/>
          <a:srcRect l="0" r="0" t="0" b="0"/>
          <a:stretch>
            <a:fillRect/>
          </a:stretch>
        </p:blipFill>
        <p:spPr>
          <a:xfrm rot="0" flipH="false" flipV="false">
            <a:off x="1003500" y="3811204"/>
            <a:ext cx="5092500" cy="3046795"/>
          </a:xfrm>
          <a:prstGeom prst="rect">
            <a:avLst/>
          </a:prstGeom>
          <a:ln w="12700">
            <a:noFill/>
            <a:prstDash val="solid"/>
          </a:ln>
        </p:spPr>
      </p:pic>
    </p:spTree>
  </p:cSld>
  <p:clrMapOvr>
    <a:masterClrMapping/>
  </p:clrMapOvr>
  <p:transition main:dur="1000">
    <p:fade thruBlk="false"/>
  </p:transition>
</p:sld>
</file>

<file path=ppt/slides/slide18.xml><?xml version="1.0" encoding="utf-8"?>
<p:sld xmlns:p="http://schemas.openxmlformats.org/presentationml/2006/main" xmlns:a="http://schemas.openxmlformats.org/drawingml/2006/main" xmlns:r="http://schemas.openxmlformats.org/officeDocument/2006/relationships" xmlns:main="http://schemas.microsoft.com/office/powerpoint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>
            <p:ph idx="6" type="body" sz="quarter" hasCustomPrompt="true"/>
          </p:nvPr>
        </p:nvSpPr>
        <p:spPr>
          <a:prstGeom prst="rect">
            <a:avLst/>
          </a:prstGeom>
        </p:spPr>
        <p:txBody>
          <a:bodyPr anchor="ctr" wrap="square" lIns="91440" rIns="91440" tIns="45720" bIns="45720">
            <a:noAutofit/>
          </a:bodyPr>
          <a:lstStyle>
            <a:lvl1pPr algn="l">
              <a:lnSpc>
                <a:spcPct val="100000"/>
              </a:lnSpc>
              <a:defRPr sz="3600" b="false" i="false" u="none" strike="noStrike" spc="0">
                <a:solidFill>
                  <a:srgbClr val="262626">
                    <a:alpha val="100000"/>
                  </a:srgbClr>
                </a:solidFill>
                <a:latin typeface="微软雅黑"/>
              </a:defRPr>
            </a:lvl1pPr>
          </a:lstStyle>
          <a:p>
            <a:pPr algn="l" indent="0">
              <a:lnSpc>
                <a:spcPct val="100000"/>
              </a:lnSpc>
            </a:pPr>
            <a:r>
              <a:rPr lang="en-US" b="false" i="false" strike="noStrike" u="none" sz="3600">
                <a:solidFill>
                  <a:srgbClr val="262626"/>
                </a:solidFill>
                <a:latin typeface="微软雅黑"/>
                <a:ea typeface="微软雅黑"/>
                <a:cs typeface="微软雅黑"/>
                <a:sym typeface="微软雅黑"/>
              </a:rPr>
              <a:t>搜索算法对比总结</a:t>
            </a:r>
          </a:p>
        </p:txBody>
      </p:sp>
      <p:sp>
        <p:nvSpPr>
          <p:cNvPr name="AutoShape 3" id="3"/>
          <p:cNvSpPr/>
          <p:nvPr>
            <p:ph idx="7" type="body" sz="quarter"/>
          </p:nvPr>
        </p:nvSpPr>
        <p:spPr>
          <a:prstGeom prst="rect">
            <a:avLst/>
          </a:prstGeom>
        </p:spPr>
        <p:txBody>
          <a:bodyPr anchor="ctr" vert="horz" wrap="square" lIns="91440" rIns="91440" tIns="45720" bIns="45720">
            <a:noAutofit/>
          </a:bodyPr>
          <a:lstStyle>
            <a:lvl1pPr algn="l">
              <a:lnSpc>
                <a:spcPct val="100000"/>
              </a:lnSpc>
              <a:defRPr sz="1400" b="false" i="false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l"/>
            <a:endParaRPr/>
          </a:p>
        </p:txBody>
      </p:sp>
      <p:sp>
        <p:nvSpPr>
          <p:cNvPr name="AutoShape 4" id="4"/>
          <p:cNvSpPr/>
          <p:nvPr>
            <p:ph idx="8" type="body" sz="quarter" hasCustomPrompt="true"/>
          </p:nvPr>
        </p:nvSpPr>
        <p:spPr>
          <a:prstGeom prst="rect">
            <a:avLst/>
          </a:prstGeom>
        </p:spPr>
        <p:txBody>
          <a:bodyPr anchor="ctr" wrap="square" lIns="91440" rIns="91440" tIns="45720" bIns="45720">
            <a:noAutofit/>
          </a:bodyPr>
          <a:lstStyle>
            <a:lvl1pPr algn="r">
              <a:lnSpc>
                <a:spcPct val="100000"/>
              </a:lnSpc>
              <a:defRPr sz="1600" b="false" i="false" u="none" strike="noStrike" spc="0">
                <a:solidFill>
                  <a:srgbClr val="FFFFFF">
                    <a:alpha val="100000"/>
                  </a:srgbClr>
                </a:solidFill>
                <a:latin typeface="Garamond"/>
              </a:defRPr>
            </a:lvl1pPr>
          </a:lstStyle>
          <a:p>
            <a:pPr algn="r" indent="0">
              <a:lnSpc>
                <a:spcPct val="100000"/>
              </a:lnSpc>
            </a:pPr>
            <a:r>
              <a:rPr lang="en-US" b="false" i="false" strike="noStrike" u="none" sz="1600">
                <a:solidFill>
                  <a:srgbClr val="FFFFFF"/>
                </a:solidFill>
                <a:latin typeface="Garamond"/>
                <a:ea typeface="Garamond"/>
                <a:cs typeface="Garamond"/>
                <a:sym typeface="Garamond"/>
              </a:rPr>
              <a:t>18</a:t>
            </a:r>
          </a:p>
        </p:txBody>
      </p:sp>
      <p:sp>
        <p:nvSpPr>
          <p:cNvPr name="AutoShape 5" id="5"/>
          <p:cNvSpPr/>
          <p:nvPr>
            <p:ph idx="9" type="body" sz="quarter"/>
          </p:nvPr>
        </p:nvSpPr>
        <p:spPr>
          <a:prstGeom prst="rect">
            <a:avLst/>
          </a:prstGeom>
        </p:spPr>
        <p:txBody>
          <a:bodyPr anchor="t" wrap="square" lIns="91440" rIns="91440" tIns="45720" bIns="45720">
            <a:noAutofit/>
          </a:bodyPr>
          <a:lstStyle>
            <a:lvl1pPr algn="l">
              <a:lnSpc>
                <a:spcPct val="100000"/>
              </a:lnSpc>
              <a:defRPr sz="2400" b="false" i="false" u="none" strike="noStrike" spc="0">
                <a:solidFill>
                  <a:srgbClr val="404040">
                    <a:alpha val="100000"/>
                  </a:srgbClr>
                </a:solidFill>
                <a:latin typeface="微软雅黑"/>
              </a:defRPr>
            </a:lvl1pPr>
          </a:lstStyle>
          <a:p>
            <a:pPr algn="l"/>
            <a:endParaRPr/>
          </a:p>
        </p:txBody>
      </p:sp>
      <p:pic>
        <p:nvPicPr>
          <p:cNvPr name="Picture 6" id="6"/>
          <p:cNvPicPr>
            <a:picLocks noChangeAspect="true"/>
          </p:cNvPicPr>
          <p:nvPr/>
        </p:nvPicPr>
        <p:blipFill>
          <a:blip r:embed="rId2"/>
          <a:srcRect l="0" r="0" t="0" b="0"/>
          <a:stretch>
            <a:fillRect/>
          </a:stretch>
        </p:blipFill>
        <p:spPr>
          <a:xfrm rot="0" flipH="false" flipV="false">
            <a:off x="1" y="1059274"/>
            <a:ext cx="12192000" cy="5952615"/>
          </a:xfrm>
          <a:prstGeom prst="rect">
            <a:avLst/>
          </a:prstGeom>
          <a:ln w="12700">
            <a:noFill/>
            <a:prstDash val="solid"/>
          </a:ln>
        </p:spPr>
      </p:pic>
    </p:spTree>
  </p:cSld>
  <p:clrMapOvr>
    <a:masterClrMapping/>
  </p:clrMapOvr>
  <p:transition main:dur="1000">
    <p:fade thruBlk="false"/>
  </p:transition>
</p:sld>
</file>

<file path=ppt/slides/slide19.xml><?xml version="1.0" encoding="utf-8"?>
<p:sld xmlns:p="http://schemas.openxmlformats.org/presentationml/2006/main" xmlns:a="http://schemas.openxmlformats.org/drawingml/2006/main" xmlns:main="http://schemas.microsoft.com/office/powerpoint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>
            <p:ph idx="6" type="body" sz="quarter" hasCustomPrompt="true"/>
          </p:nvPr>
        </p:nvSpPr>
        <p:spPr>
          <a:prstGeom prst="rect">
            <a:avLst/>
          </a:prstGeom>
        </p:spPr>
        <p:txBody>
          <a:bodyPr anchor="ctr" wrap="square" lIns="91440" rIns="91440" tIns="45720" bIns="45720">
            <a:noAutofit/>
          </a:bodyPr>
          <a:lstStyle>
            <a:lvl1pPr algn="l">
              <a:lnSpc>
                <a:spcPct val="100000"/>
              </a:lnSpc>
              <a:defRPr sz="3600" b="false" i="false" u="none" strike="noStrike" spc="0">
                <a:solidFill>
                  <a:srgbClr val="262626">
                    <a:alpha val="100000"/>
                  </a:srgbClr>
                </a:solidFill>
                <a:latin typeface="微软雅黑"/>
              </a:defRPr>
            </a:lvl1pPr>
          </a:lstStyle>
          <a:p>
            <a:pPr algn="l" indent="0">
              <a:lnSpc>
                <a:spcPct val="100000"/>
              </a:lnSpc>
            </a:pPr>
            <a:r>
              <a:rPr lang="en-US" b="false" i="false" strike="noStrike" u="none" sz="3600">
                <a:solidFill>
                  <a:srgbClr val="262626"/>
                </a:solidFill>
                <a:latin typeface="微软雅黑"/>
                <a:ea typeface="微软雅黑"/>
                <a:cs typeface="微软雅黑"/>
                <a:sym typeface="微软雅黑"/>
              </a:rPr>
              <a:t>自动调优的实际应用</a:t>
            </a:r>
          </a:p>
        </p:txBody>
      </p:sp>
      <p:sp>
        <p:nvSpPr>
          <p:cNvPr name="AutoShape 3" id="3"/>
          <p:cNvSpPr/>
          <p:nvPr>
            <p:ph idx="7" type="body" sz="quarter"/>
          </p:nvPr>
        </p:nvSpPr>
        <p:spPr>
          <a:prstGeom prst="rect">
            <a:avLst/>
          </a:prstGeom>
        </p:spPr>
        <p:txBody>
          <a:bodyPr anchor="ctr" vert="horz" wrap="square" lIns="91440" rIns="91440" tIns="45720" bIns="45720">
            <a:noAutofit/>
          </a:bodyPr>
          <a:lstStyle>
            <a:lvl1pPr algn="l">
              <a:lnSpc>
                <a:spcPct val="100000"/>
              </a:lnSpc>
              <a:defRPr sz="1400" b="false" i="false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l"/>
            <a:endParaRPr/>
          </a:p>
        </p:txBody>
      </p:sp>
      <p:sp>
        <p:nvSpPr>
          <p:cNvPr name="AutoShape 4" id="4"/>
          <p:cNvSpPr/>
          <p:nvPr>
            <p:ph idx="8" type="body" sz="quarter" hasCustomPrompt="true"/>
          </p:nvPr>
        </p:nvSpPr>
        <p:spPr>
          <a:prstGeom prst="rect">
            <a:avLst/>
          </a:prstGeom>
        </p:spPr>
        <p:txBody>
          <a:bodyPr anchor="ctr" wrap="square" lIns="91440" rIns="91440" tIns="45720" bIns="45720">
            <a:noAutofit/>
          </a:bodyPr>
          <a:lstStyle>
            <a:lvl1pPr algn="r">
              <a:lnSpc>
                <a:spcPct val="100000"/>
              </a:lnSpc>
              <a:defRPr sz="1600" b="false" i="false" u="none" strike="noStrike" spc="0">
                <a:solidFill>
                  <a:srgbClr val="FFFFFF">
                    <a:alpha val="100000"/>
                  </a:srgbClr>
                </a:solidFill>
                <a:latin typeface="Garamond"/>
              </a:defRPr>
            </a:lvl1pPr>
          </a:lstStyle>
          <a:p>
            <a:pPr algn="r" indent="0">
              <a:lnSpc>
                <a:spcPct val="100000"/>
              </a:lnSpc>
            </a:pPr>
            <a:r>
              <a:rPr lang="en-US" b="false" i="false" strike="noStrike" u="none" sz="1600">
                <a:solidFill>
                  <a:srgbClr val="FFFFFF"/>
                </a:solidFill>
                <a:latin typeface="Garamond"/>
                <a:ea typeface="Garamond"/>
                <a:cs typeface="Garamond"/>
                <a:sym typeface="Garamond"/>
              </a:rPr>
              <a:t>19</a:t>
            </a:r>
          </a:p>
        </p:txBody>
      </p:sp>
      <p:sp>
        <p:nvSpPr>
          <p:cNvPr name="AutoShape 5" id="5"/>
          <p:cNvSpPr/>
          <p:nvPr>
            <p:ph idx="9" type="body" sz="quarter" hasCustomPrompt="true"/>
          </p:nvPr>
        </p:nvSpPr>
        <p:spPr>
          <a:prstGeom prst="rect">
            <a:avLst/>
          </a:prstGeom>
        </p:spPr>
        <p:txBody>
          <a:bodyPr anchor="t" wrap="square" lIns="91440" rIns="91440" tIns="45720" bIns="45720">
            <a:normAutofit lnSpcReduction="0"/>
          </a:bodyPr>
          <a:lstStyle>
            <a:lvl1pPr algn="l">
              <a:lnSpc>
                <a:spcPct val="100000"/>
              </a:lnSpc>
              <a:defRPr sz="2400" b="false" i="false" u="none" strike="noStrike" spc="0">
                <a:solidFill>
                  <a:srgbClr val="404040">
                    <a:alpha val="100000"/>
                  </a:srgbClr>
                </a:solidFill>
                <a:latin typeface="微软雅黑"/>
              </a:defRPr>
            </a:lvl1pPr>
          </a:lstStyle>
          <a:p>
            <a:pPr algn="l" indent="-304800" marL="304800">
              <a:lnSpc>
                <a:spcPct val="100000"/>
              </a:lnSpc>
              <a:spcBef>
                <a:spcPts val="1500"/>
              </a:spcBef>
              <a:buClr>
                <a:srgbClr val="404040"/>
              </a:buClr>
              <a:buChar char="•"/>
            </a:pPr>
            <a:r>
              <a:rPr lang="en-US" b="false" i="false" strike="noStrike" u="none" sz="2400">
                <a:solidFill>
                  <a:srgbClr val="404040"/>
                </a:solidFill>
                <a:latin typeface="微软雅黑"/>
                <a:ea typeface="微软雅黑"/>
                <a:cs typeface="微软雅黑"/>
                <a:sym typeface="微软雅黑"/>
              </a:rPr>
              <a:t>实验主题：使用</a:t>
            </a:r>
            <a:r>
              <a:rPr lang="en-US" b="false" i="false" strike="noStrike" u="none" sz="2400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rPr>
              <a:t> FlagPerf </a:t>
            </a:r>
            <a:r>
              <a:rPr lang="en-US" b="false" i="false" strike="noStrike" u="none" sz="2400">
                <a:solidFill>
                  <a:srgbClr val="404040"/>
                </a:solidFill>
                <a:latin typeface="微软雅黑"/>
                <a:ea typeface="微软雅黑"/>
                <a:cs typeface="微软雅黑"/>
                <a:sym typeface="微软雅黑"/>
              </a:rPr>
              <a:t>评估内核性能</a:t>
            </a:r>
          </a:p>
          <a:p>
            <a:pPr algn="l" indent="-304800" marL="304800">
              <a:lnSpc>
                <a:spcPct val="100000"/>
              </a:lnSpc>
              <a:spcBef>
                <a:spcPts val="1500"/>
              </a:spcBef>
              <a:buClr>
                <a:srgbClr val="404040"/>
              </a:buClr>
              <a:buChar char="•"/>
            </a:pPr>
            <a:r>
              <a:rPr lang="en-US" b="false" i="false" strike="noStrike" u="none" sz="2400">
                <a:solidFill>
                  <a:srgbClr val="404040"/>
                </a:solidFill>
                <a:latin typeface="微软雅黑"/>
                <a:ea typeface="微软雅黑"/>
                <a:cs typeface="微软雅黑"/>
                <a:sym typeface="微软雅黑"/>
              </a:rPr>
              <a:t>实验背景：</a:t>
            </a:r>
          </a:p>
          <a:p>
            <a:pPr algn="l" indent="-254000" lvl="1" marL="596900">
              <a:lnSpc>
                <a:spcPct val="100000"/>
              </a:lnSpc>
              <a:spcBef>
                <a:spcPts val="750"/>
              </a:spcBef>
              <a:buClr>
                <a:srgbClr val="404040"/>
              </a:buClr>
              <a:buChar char="•"/>
            </a:pPr>
            <a:r>
              <a:rPr lang="en-US" b="false" i="false" strike="noStrike" u="none" sz="2000">
                <a:solidFill>
                  <a:srgbClr val="404040"/>
                </a:solidFill>
                <a:latin typeface="微软雅黑"/>
                <a:ea typeface="微软雅黑"/>
                <a:cs typeface="微软雅黑"/>
                <a:sym typeface="微软雅黑"/>
              </a:rPr>
              <a:t>在</a:t>
            </a:r>
            <a:r>
              <a:rPr lang="en-US" b="false" i="false" strike="noStrike" u="none" sz="2000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rPr>
              <a:t> GPU </a:t>
            </a:r>
            <a:r>
              <a:rPr lang="en-US" b="false" i="false" strike="noStrike" u="none" sz="2000">
                <a:solidFill>
                  <a:srgbClr val="404040"/>
                </a:solidFill>
                <a:latin typeface="微软雅黑"/>
                <a:ea typeface="微软雅黑"/>
                <a:cs typeface="微软雅黑"/>
                <a:sym typeface="微软雅黑"/>
              </a:rPr>
              <a:t>上执行内核时，块大小（每个线程块中的线程数）是决定性能的关键参数。</a:t>
            </a:r>
          </a:p>
          <a:p>
            <a:pPr algn="l" indent="-254000" lvl="1" marL="596900">
              <a:lnSpc>
                <a:spcPct val="100000"/>
              </a:lnSpc>
              <a:spcBef>
                <a:spcPts val="750"/>
              </a:spcBef>
              <a:buClr>
                <a:srgbClr val="404040"/>
              </a:buClr>
              <a:buChar char="•"/>
            </a:pPr>
            <a:r>
              <a:rPr lang="en-US" b="false" i="false" strike="noStrike" u="none" sz="2000">
                <a:solidFill>
                  <a:srgbClr val="404040"/>
                </a:solidFill>
                <a:latin typeface="微软雅黑"/>
                <a:ea typeface="微软雅黑"/>
                <a:cs typeface="微软雅黑"/>
                <a:sym typeface="微软雅黑"/>
              </a:rPr>
              <a:t>过小：无法掩盖内存访问延迟，导致内存占用率低。</a:t>
            </a:r>
          </a:p>
          <a:p>
            <a:pPr algn="l" indent="-254000" lvl="1" marL="596900">
              <a:lnSpc>
                <a:spcPct val="100000"/>
              </a:lnSpc>
              <a:spcBef>
                <a:spcPts val="750"/>
              </a:spcBef>
              <a:buClr>
                <a:srgbClr val="404040"/>
              </a:buClr>
              <a:buChar char="•"/>
            </a:pPr>
            <a:r>
              <a:rPr lang="en-US" b="false" i="false" strike="noStrike" u="none" sz="2000">
                <a:solidFill>
                  <a:srgbClr val="404040"/>
                </a:solidFill>
                <a:latin typeface="微软雅黑"/>
                <a:ea typeface="微软雅黑"/>
                <a:cs typeface="微软雅黑"/>
                <a:sym typeface="微软雅黑"/>
              </a:rPr>
              <a:t>过大：会导致寄存器溢出或共享内存不足，从而造成排队。</a:t>
            </a:r>
          </a:p>
          <a:p>
            <a:pPr algn="l" indent="-304800" marL="304800">
              <a:lnSpc>
                <a:spcPct val="100000"/>
              </a:lnSpc>
              <a:spcBef>
                <a:spcPts val="1500"/>
              </a:spcBef>
              <a:buClr>
                <a:srgbClr val="404040"/>
              </a:buClr>
              <a:buChar char="•"/>
            </a:pPr>
            <a:r>
              <a:rPr lang="en-US" b="false" i="false" strike="noStrike" u="none" sz="2400">
                <a:solidFill>
                  <a:srgbClr val="404040"/>
                </a:solidFill>
                <a:latin typeface="微软雅黑"/>
                <a:ea typeface="微软雅黑"/>
                <a:cs typeface="微软雅黑"/>
                <a:sym typeface="微软雅黑"/>
              </a:rPr>
              <a:t>实验工具：</a:t>
            </a:r>
            <a:r>
              <a:rPr lang="en-US" b="false" i="false" strike="noStrike" u="none" sz="2400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rPr>
              <a:t>FlagPerf</a:t>
            </a:r>
          </a:p>
          <a:p>
            <a:pPr algn="l" indent="-254000" lvl="1" marL="596900">
              <a:lnSpc>
                <a:spcPct val="100000"/>
              </a:lnSpc>
              <a:spcBef>
                <a:spcPts val="750"/>
              </a:spcBef>
              <a:buClr>
                <a:srgbClr val="404040"/>
              </a:buClr>
              <a:buChar char="•"/>
            </a:pPr>
            <a:r>
              <a:rPr lang="en-US" b="false" i="false" strike="noStrike" u="none" sz="2000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rPr>
              <a:t>FlagPerf </a:t>
            </a:r>
            <a:r>
              <a:rPr lang="en-US" b="false" i="false" strike="noStrike" u="none" sz="2000">
                <a:solidFill>
                  <a:srgbClr val="404040"/>
                </a:solidFill>
                <a:latin typeface="微软雅黑"/>
                <a:ea typeface="微软雅黑"/>
                <a:cs typeface="微软雅黑"/>
                <a:sym typeface="微软雅黑"/>
              </a:rPr>
              <a:t>是北京人工智能研究院开发的开源</a:t>
            </a:r>
            <a:r>
              <a:rPr lang="en-US" b="false" i="false" strike="noStrike" u="none" sz="2000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rPr>
              <a:t> AI </a:t>
            </a:r>
            <a:r>
              <a:rPr lang="en-US" b="false" i="false" strike="noStrike" u="none" sz="2000">
                <a:solidFill>
                  <a:srgbClr val="404040"/>
                </a:solidFill>
                <a:latin typeface="微软雅黑"/>
                <a:ea typeface="微软雅黑"/>
                <a:cs typeface="微软雅黑"/>
                <a:sym typeface="微软雅黑"/>
              </a:rPr>
              <a:t>硬件评估平台。</a:t>
            </a:r>
          </a:p>
          <a:p>
            <a:pPr algn="l" indent="-254000" lvl="1" marL="596900">
              <a:lnSpc>
                <a:spcPct val="100000"/>
              </a:lnSpc>
              <a:spcBef>
                <a:spcPts val="750"/>
              </a:spcBef>
              <a:buClr>
                <a:srgbClr val="404040"/>
              </a:buClr>
              <a:buChar char="•"/>
            </a:pPr>
            <a:r>
              <a:rPr lang="en-US" b="false" i="false" strike="noStrike" u="none" sz="2000">
                <a:solidFill>
                  <a:srgbClr val="404040"/>
                </a:solidFill>
                <a:latin typeface="微软雅黑"/>
                <a:ea typeface="微软雅黑"/>
                <a:cs typeface="微软雅黑"/>
                <a:sym typeface="微软雅黑"/>
              </a:rPr>
              <a:t>它提供标准化、可复现的操作级和端到端评估功能。</a:t>
            </a:r>
          </a:p>
        </p:txBody>
      </p:sp>
    </p:spTree>
  </p:cSld>
  <p:clrMapOvr>
    <a:masterClrMapping/>
  </p:clrMapOvr>
  <p:transition main:dur="1000">
    <p:fade thruBlk="false"/>
  </p:transition>
</p:sld>
</file>

<file path=ppt/slides/slide20.xml><?xml version="1.0" encoding="utf-8"?>
<p:sld xmlns:p="http://schemas.openxmlformats.org/presentationml/2006/main" xmlns:a="http://schemas.openxmlformats.org/drawingml/2006/main" xmlns:r="http://schemas.openxmlformats.org/officeDocument/2006/relationships" xmlns:main="http://schemas.microsoft.com/office/powerpoint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>
            <p:ph idx="10" type="body" sz="quarter" hasCustomPrompt="true"/>
          </p:nvPr>
        </p:nvSpPr>
        <p:spPr>
          <a:prstGeom prst="rect">
            <a:avLst/>
          </a:prstGeom>
        </p:spPr>
        <p:txBody>
          <a:bodyPr anchor="ctr" wrap="square" lIns="91440" rIns="91440" tIns="45720" bIns="45720">
            <a:noAutofit/>
          </a:bodyPr>
          <a:lstStyle>
            <a:lvl1pPr algn="l">
              <a:lnSpc>
                <a:spcPct val="100000"/>
              </a:lnSpc>
              <a:defRPr sz="3600" b="false" i="false" u="none" strike="noStrike" spc="0">
                <a:solidFill>
                  <a:srgbClr val="262626">
                    <a:alpha val="100000"/>
                  </a:srgbClr>
                </a:solidFill>
                <a:latin typeface="Calibri"/>
              </a:defRPr>
            </a:lvl1pPr>
          </a:lstStyle>
          <a:p>
            <a:pPr algn="l" indent="0">
              <a:lnSpc>
                <a:spcPct val="100000"/>
              </a:lnSpc>
            </a:pPr>
            <a:r>
              <a:rPr lang="en-US" b="false" i="false" strike="noStrike" u="none" sz="3600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rPr>
              <a:t>FlagPerf</a:t>
            </a:r>
          </a:p>
        </p:txBody>
      </p:sp>
      <p:sp>
        <p:nvSpPr>
          <p:cNvPr name="AutoShape 3" id="3"/>
          <p:cNvSpPr/>
          <p:nvPr>
            <p:ph idx="11" type="body" sz="quarter" hasCustomPrompt="true"/>
          </p:nvPr>
        </p:nvSpPr>
        <p:spPr>
          <a:prstGeom prst="rect">
            <a:avLst/>
          </a:prstGeom>
        </p:spPr>
        <p:txBody>
          <a:bodyPr anchor="ctr" wrap="square" lIns="91440" rIns="91440" tIns="45720" bIns="45720">
            <a:noAutofit/>
          </a:bodyPr>
          <a:lstStyle>
            <a:lvl1pPr algn="r">
              <a:lnSpc>
                <a:spcPct val="100000"/>
              </a:lnSpc>
              <a:defRPr sz="1600" b="false" i="false" u="none" strike="noStrike" spc="0">
                <a:solidFill>
                  <a:srgbClr val="FFFFFF">
                    <a:alpha val="100000"/>
                  </a:srgbClr>
                </a:solidFill>
                <a:latin typeface="Garamond"/>
              </a:defRPr>
            </a:lvl1pPr>
          </a:lstStyle>
          <a:p>
            <a:pPr algn="r" indent="0">
              <a:lnSpc>
                <a:spcPct val="100000"/>
              </a:lnSpc>
            </a:pPr>
            <a:r>
              <a:rPr lang="en-US" b="false" i="false" strike="noStrike" u="none" sz="1600">
                <a:solidFill>
                  <a:srgbClr val="FFFFFF"/>
                </a:solidFill>
                <a:latin typeface="Garamond"/>
                <a:ea typeface="Garamond"/>
                <a:cs typeface="Garamond"/>
                <a:sym typeface="Garamond"/>
              </a:rPr>
              <a:t>20</a:t>
            </a:r>
          </a:p>
        </p:txBody>
      </p:sp>
      <p:sp>
        <p:nvSpPr>
          <p:cNvPr name="AutoShape 4" id="4"/>
          <p:cNvSpPr/>
          <p:nvPr>
            <p:ph idx="12" type="body" sz="quarter" hasCustomPrompt="true"/>
          </p:nvPr>
        </p:nvSpPr>
        <p:spPr>
          <a:prstGeom prst="rect">
            <a:avLst/>
          </a:prstGeom>
        </p:spPr>
        <p:txBody>
          <a:bodyPr anchor="t" wrap="square" lIns="91440" rIns="91440" tIns="45720" bIns="45720">
            <a:normAutofit lnSpcReduction="0"/>
          </a:bodyPr>
          <a:lstStyle>
            <a:lvl1pPr algn="l">
              <a:lnSpc>
                <a:spcPct val="100000"/>
              </a:lnSpc>
              <a:defRPr sz="2400" b="false" i="false" u="none" strike="noStrike" spc="0">
                <a:solidFill>
                  <a:srgbClr val="404040">
                    <a:alpha val="100000"/>
                  </a:srgbClr>
                </a:solidFill>
                <a:latin typeface="微软雅黑"/>
              </a:defRPr>
            </a:lvl1pPr>
          </a:lstStyle>
          <a:p>
            <a:pPr algn="l" indent="-304800" marL="304800">
              <a:lnSpc>
                <a:spcPct val="100000"/>
              </a:lnSpc>
              <a:spcBef>
                <a:spcPts val="1500"/>
              </a:spcBef>
              <a:buClr>
                <a:srgbClr val="404040"/>
              </a:buClr>
              <a:buChar char="•"/>
            </a:pPr>
            <a:r>
              <a:rPr lang="en-US" b="false" i="false" strike="noStrike" u="none" sz="2400">
                <a:solidFill>
                  <a:srgbClr val="404040"/>
                </a:solidFill>
                <a:latin typeface="微软雅黑"/>
                <a:ea typeface="微软雅黑"/>
                <a:cs typeface="微软雅黑"/>
                <a:sym typeface="微软雅黑"/>
              </a:rPr>
              <a:t>核心使命：一个中立的开源平台，旨在根据统一的标准评估人工智能硬件性能。</a:t>
            </a:r>
          </a:p>
          <a:p>
            <a:pPr algn="l" indent="-254000" lvl="1" marL="596900">
              <a:lnSpc>
                <a:spcPct val="100000"/>
              </a:lnSpc>
              <a:spcBef>
                <a:spcPts val="750"/>
              </a:spcBef>
              <a:buClr>
                <a:srgbClr val="404040"/>
              </a:buClr>
              <a:buChar char="•"/>
            </a:pPr>
            <a:r>
              <a:rPr lang="en-US" b="false" i="false" strike="noStrike" u="none" sz="2000">
                <a:solidFill>
                  <a:srgbClr val="404040"/>
                </a:solidFill>
                <a:latin typeface="微软雅黑"/>
                <a:ea typeface="微软雅黑"/>
                <a:cs typeface="微软雅黑"/>
                <a:sym typeface="微软雅黑"/>
              </a:rPr>
              <a:t>全栈评估</a:t>
            </a:r>
          </a:p>
          <a:p>
            <a:pPr algn="l" indent="-254000" lvl="1" marL="596900">
              <a:lnSpc>
                <a:spcPct val="100000"/>
              </a:lnSpc>
              <a:spcBef>
                <a:spcPts val="750"/>
              </a:spcBef>
              <a:buClr>
                <a:srgbClr val="404040"/>
              </a:buClr>
              <a:buChar char="•"/>
            </a:pPr>
            <a:r>
              <a:rPr lang="en-US" b="false" i="false" strike="noStrike" u="none" sz="2000">
                <a:solidFill>
                  <a:srgbClr val="404040"/>
                </a:solidFill>
                <a:latin typeface="微软雅黑"/>
                <a:ea typeface="微软雅黑"/>
                <a:cs typeface="微软雅黑"/>
                <a:sym typeface="微软雅黑"/>
              </a:rPr>
              <a:t>异构支持</a:t>
            </a:r>
          </a:p>
          <a:p>
            <a:pPr algn="l" indent="-254000" lvl="1" marL="596900">
              <a:lnSpc>
                <a:spcPct val="100000"/>
              </a:lnSpc>
              <a:spcBef>
                <a:spcPts val="750"/>
              </a:spcBef>
              <a:buClr>
                <a:srgbClr val="404040"/>
              </a:buClr>
              <a:buChar char="•"/>
            </a:pPr>
            <a:r>
              <a:rPr lang="en-US" b="false" i="false" strike="noStrike" u="none" sz="2000">
                <a:solidFill>
                  <a:srgbClr val="404040"/>
                </a:solidFill>
                <a:latin typeface="微软雅黑"/>
                <a:ea typeface="微软雅黑"/>
                <a:cs typeface="微软雅黑"/>
                <a:sym typeface="微软雅黑"/>
              </a:rPr>
              <a:t>真实工作负载</a:t>
            </a:r>
          </a:p>
          <a:p>
            <a:pPr algn="l" indent="-254000" lvl="1" marL="596900">
              <a:lnSpc>
                <a:spcPct val="100000"/>
              </a:lnSpc>
              <a:spcBef>
                <a:spcPts val="750"/>
              </a:spcBef>
              <a:buClr>
                <a:srgbClr val="404040"/>
              </a:buClr>
              <a:buChar char="•"/>
            </a:pPr>
            <a:r>
              <a:rPr lang="en-US" b="false" i="false" strike="noStrike" u="none" sz="2000">
                <a:solidFill>
                  <a:srgbClr val="404040"/>
                </a:solidFill>
                <a:latin typeface="微软雅黑"/>
                <a:ea typeface="微软雅黑"/>
                <a:cs typeface="微软雅黑"/>
                <a:sym typeface="微软雅黑"/>
              </a:rPr>
              <a:t>自动化流程</a:t>
            </a:r>
          </a:p>
        </p:txBody>
      </p:sp>
      <p:sp>
        <p:nvSpPr>
          <p:cNvPr name="AutoShape 5" id="5"/>
          <p:cNvSpPr/>
          <p:nvPr>
            <p:ph idx="13" type="body" sz="quarter"/>
          </p:nvPr>
        </p:nvSpPr>
        <p:spPr>
          <a:prstGeom prst="rect">
            <a:avLst/>
          </a:prstGeom>
        </p:spPr>
        <p:txBody>
          <a:bodyPr anchor="ctr" vert="horz" wrap="square" lIns="91440" rIns="91440" tIns="45720" bIns="45720">
            <a:noAutofit/>
          </a:bodyPr>
          <a:lstStyle>
            <a:lvl1pPr algn="l">
              <a:lnSpc>
                <a:spcPct val="100000"/>
              </a:lnSpc>
              <a:defRPr sz="1400" b="false" i="false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l"/>
            <a:endParaRPr/>
          </a:p>
        </p:txBody>
      </p:sp>
      <p:sp>
        <p:nvSpPr>
          <p:cNvPr name="AutoShape 6" id="6"/>
          <p:cNvSpPr/>
          <p:nvPr>
            <p:ph idx="14" type="body" sz="quarter"/>
          </p:nvPr>
        </p:nvSpPr>
        <p:spPr>
          <a:prstGeom prst="rect">
            <a:avLst/>
          </a:prstGeom>
        </p:spPr>
        <p:txBody>
          <a:bodyPr anchor="t" wrap="square" lIns="91440" rIns="91440" tIns="45720" bIns="45720">
            <a:noAutofit/>
          </a:bodyPr>
          <a:lstStyle>
            <a:lvl1pPr algn="l">
              <a:lnSpc>
                <a:spcPct val="100000"/>
              </a:lnSpc>
              <a:defRPr sz="2400" b="false" i="false" u="none" strike="noStrike" spc="0">
                <a:solidFill>
                  <a:srgbClr val="404040">
                    <a:alpha val="100000"/>
                  </a:srgbClr>
                </a:solidFill>
                <a:latin typeface="微软雅黑"/>
              </a:defRPr>
            </a:lvl1pPr>
          </a:lstStyle>
          <a:p>
            <a:pPr algn="l"/>
            <a:endParaRPr/>
          </a:p>
        </p:txBody>
      </p:sp>
      <p:grpSp>
        <p:nvGrpSpPr>
          <p:cNvPr name="Group 7" id="7"/>
          <p:cNvGrpSpPr/>
          <p:nvPr/>
        </p:nvGrpSpPr>
        <p:grpSpPr>
          <a:xfrm>
            <a:off x="3099472" y="2153697"/>
            <a:ext cx="8252405" cy="3922937"/>
            <a:chOff x="3099472" y="2153697"/>
            <a:chExt cx="8252405" cy="3922937"/>
          </a:xfrm>
        </p:grpSpPr>
        <p:pic>
          <p:nvPicPr>
            <p:cNvPr name="Picture 8" id="8"/>
            <p:cNvPicPr>
              <a:picLocks noChangeAspect="true"/>
            </p:cNvPicPr>
            <p:nvPr/>
          </p:nvPicPr>
          <p:blipFill>
            <a:blip r:embed="rId2"/>
            <a:srcRect l="0" r="0" t="0" b="17915"/>
            <a:stretch>
              <a:fillRect/>
            </a:stretch>
          </p:blipFill>
          <p:spPr>
            <a:xfrm rot="0" flipH="false" flipV="false">
              <a:off x="3099472" y="2153697"/>
              <a:ext cx="8252405" cy="3807219"/>
            </a:xfrm>
            <a:prstGeom prst="rect">
              <a:avLst/>
            </a:prstGeom>
            <a:ln w="12700">
              <a:noFill/>
              <a:prstDash val="solid"/>
            </a:ln>
          </p:spPr>
        </p:pic>
        <p:sp>
          <p:nvSpPr>
            <p:cNvPr name="AutoShape 9" id="9"/>
            <p:cNvSpPr/>
            <p:nvPr/>
          </p:nvSpPr>
          <p:spPr>
            <a:xfrm rot="0" flipH="false" flipV="false">
              <a:off x="3477832" y="5711509"/>
              <a:ext cx="325925" cy="365125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12700" cap="flat">
              <a:solidFill>
                <a:srgbClr val="FFFFFF">
                  <a:alpha val="100000"/>
                </a:srgbClr>
              </a:solidFill>
              <a:prstDash val="solid"/>
            </a:ln>
          </p:spPr>
          <p:txBody>
            <a:bodyPr anchor="ctr" rtlCol="false" wrap="square" lIns="91440" rIns="91440" tIns="45720" bIns="45720">
              <a:noAutofit/>
            </a:bodyPr>
            <a:lstStyle/>
            <a:p>
              <a:pPr algn="ctr" indent="0">
                <a:lnSpc>
                  <a:spcPct val="100000"/>
                </a:lnSpc>
                <a:defRPr/>
              </a:pPr>
              <a:r>
                <a:rPr lang="en-US" b="false" i="false" strike="noStrike" u="none" sz="1800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 </a:t>
              </a:r>
              <a:endParaRPr lang="en-US" sz="1100"/>
            </a:p>
          </p:txBody>
        </p:sp>
      </p:grpSp>
    </p:spTree>
  </p:cSld>
  <p:clrMapOvr>
    <a:masterClrMapping/>
  </p:clrMapOvr>
  <p:transition main:dur="1000">
    <p:fade thruBlk="false"/>
  </p:transition>
</p:sld>
</file>

<file path=ppt/slides/slide21.xml><?xml version="1.0" encoding="utf-8"?>
<p:sld xmlns:p="http://schemas.openxmlformats.org/presentationml/2006/main" xmlns:a="http://schemas.openxmlformats.org/drawingml/2006/main" xmlns:main="http://schemas.microsoft.com/office/powerpoint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>
            <p:ph idx="6" type="body" sz="quarter" hasCustomPrompt="true"/>
          </p:nvPr>
        </p:nvSpPr>
        <p:spPr>
          <a:prstGeom prst="rect">
            <a:avLst/>
          </a:prstGeom>
        </p:spPr>
        <p:txBody>
          <a:bodyPr anchor="ctr" wrap="square" lIns="91440" rIns="91440" tIns="45720" bIns="45720">
            <a:noAutofit/>
          </a:bodyPr>
          <a:lstStyle>
            <a:lvl1pPr algn="l">
              <a:lnSpc>
                <a:spcPct val="100000"/>
              </a:lnSpc>
              <a:defRPr sz="3600" b="false" i="false" u="none" strike="noStrike" spc="0">
                <a:solidFill>
                  <a:srgbClr val="262626">
                    <a:alpha val="100000"/>
                  </a:srgbClr>
                </a:solidFill>
                <a:latin typeface="微软雅黑"/>
              </a:defRPr>
            </a:lvl1pPr>
          </a:lstStyle>
          <a:p>
            <a:pPr algn="l" indent="0">
              <a:lnSpc>
                <a:spcPct val="100000"/>
              </a:lnSpc>
            </a:pPr>
            <a:r>
              <a:rPr lang="en-US" b="false" i="false" strike="noStrike" u="none" sz="3600">
                <a:solidFill>
                  <a:srgbClr val="262626"/>
                </a:solidFill>
                <a:latin typeface="微软雅黑"/>
                <a:ea typeface="微软雅黑"/>
                <a:cs typeface="微软雅黑"/>
                <a:sym typeface="微软雅黑"/>
              </a:rPr>
              <a:t>自动调优总结</a:t>
            </a:r>
          </a:p>
        </p:txBody>
      </p:sp>
      <p:sp>
        <p:nvSpPr>
          <p:cNvPr name="AutoShape 3" id="3"/>
          <p:cNvSpPr/>
          <p:nvPr>
            <p:ph idx="7" type="body" sz="quarter"/>
          </p:nvPr>
        </p:nvSpPr>
        <p:spPr>
          <a:prstGeom prst="rect">
            <a:avLst/>
          </a:prstGeom>
        </p:spPr>
        <p:txBody>
          <a:bodyPr anchor="ctr" vert="horz" wrap="square" lIns="91440" rIns="91440" tIns="45720" bIns="45720">
            <a:noAutofit/>
          </a:bodyPr>
          <a:lstStyle>
            <a:lvl1pPr algn="l">
              <a:lnSpc>
                <a:spcPct val="100000"/>
              </a:lnSpc>
              <a:defRPr sz="1400" b="false" i="false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l"/>
            <a:endParaRPr/>
          </a:p>
        </p:txBody>
      </p:sp>
      <p:sp>
        <p:nvSpPr>
          <p:cNvPr name="AutoShape 4" id="4"/>
          <p:cNvSpPr/>
          <p:nvPr>
            <p:ph idx="8" type="body" sz="quarter" hasCustomPrompt="true"/>
          </p:nvPr>
        </p:nvSpPr>
        <p:spPr>
          <a:prstGeom prst="rect">
            <a:avLst/>
          </a:prstGeom>
        </p:spPr>
        <p:txBody>
          <a:bodyPr anchor="ctr" wrap="square" lIns="91440" rIns="91440" tIns="45720" bIns="45720">
            <a:noAutofit/>
          </a:bodyPr>
          <a:lstStyle>
            <a:lvl1pPr algn="r">
              <a:lnSpc>
                <a:spcPct val="100000"/>
              </a:lnSpc>
              <a:defRPr sz="1600" b="false" i="false" u="none" strike="noStrike" spc="0">
                <a:solidFill>
                  <a:srgbClr val="FFFFFF">
                    <a:alpha val="100000"/>
                  </a:srgbClr>
                </a:solidFill>
                <a:latin typeface="Garamond"/>
              </a:defRPr>
            </a:lvl1pPr>
          </a:lstStyle>
          <a:p>
            <a:pPr algn="r" indent="0">
              <a:lnSpc>
                <a:spcPct val="100000"/>
              </a:lnSpc>
            </a:pPr>
            <a:r>
              <a:rPr lang="en-US" b="false" i="false" strike="noStrike" u="none" sz="1600">
                <a:solidFill>
                  <a:srgbClr val="FFFFFF"/>
                </a:solidFill>
                <a:latin typeface="Garamond"/>
                <a:ea typeface="Garamond"/>
                <a:cs typeface="Garamond"/>
                <a:sym typeface="Garamond"/>
              </a:rPr>
              <a:t>21</a:t>
            </a:r>
          </a:p>
        </p:txBody>
      </p:sp>
      <p:sp>
        <p:nvSpPr>
          <p:cNvPr name="AutoShape 5" id="5"/>
          <p:cNvSpPr/>
          <p:nvPr>
            <p:ph idx="9" type="body" sz="quarter" hasCustomPrompt="true"/>
          </p:nvPr>
        </p:nvSpPr>
        <p:spPr>
          <a:prstGeom prst="rect">
            <a:avLst/>
          </a:prstGeom>
        </p:spPr>
        <p:txBody>
          <a:bodyPr anchor="t" wrap="square" lIns="91440" rIns="91440" tIns="45720" bIns="45720">
            <a:normAutofit lnSpcReduction="0"/>
          </a:bodyPr>
          <a:lstStyle>
            <a:lvl1pPr algn="l">
              <a:lnSpc>
                <a:spcPct val="100000"/>
              </a:lnSpc>
              <a:defRPr sz="2400" b="false" i="false" u="none" strike="noStrike" spc="0">
                <a:solidFill>
                  <a:srgbClr val="404040">
                    <a:alpha val="100000"/>
                  </a:srgbClr>
                </a:solidFill>
                <a:latin typeface="微软雅黑"/>
              </a:defRPr>
            </a:lvl1pPr>
          </a:lstStyle>
          <a:p>
            <a:pPr algn="l" indent="-304800" marL="304800">
              <a:lnSpc>
                <a:spcPct val="100000"/>
              </a:lnSpc>
              <a:spcBef>
                <a:spcPts val="1500"/>
              </a:spcBef>
              <a:buClr>
                <a:srgbClr val="404040"/>
              </a:buClr>
              <a:buChar char="•"/>
            </a:pPr>
            <a:r>
              <a:rPr lang="en-US" b="false" i="false" strike="noStrike" u="none" sz="2400">
                <a:solidFill>
                  <a:srgbClr val="404040"/>
                </a:solidFill>
                <a:latin typeface="微软雅黑"/>
                <a:ea typeface="微软雅黑"/>
                <a:cs typeface="微软雅黑"/>
                <a:sym typeface="微软雅黑"/>
              </a:rPr>
              <a:t>自动调优解决了跨硬件平台迁移算子性能的痛点。</a:t>
            </a:r>
          </a:p>
          <a:p>
            <a:pPr algn="l" indent="-304800" marL="304800">
              <a:lnSpc>
                <a:spcPct val="100000"/>
              </a:lnSpc>
              <a:spcBef>
                <a:spcPts val="1500"/>
              </a:spcBef>
              <a:buClr>
                <a:srgbClr val="404040"/>
              </a:buClr>
              <a:buChar char="•"/>
            </a:pPr>
            <a:r>
              <a:rPr lang="en-US" b="false" i="false" strike="noStrike" u="none" sz="2400">
                <a:solidFill>
                  <a:srgbClr val="404040"/>
                </a:solidFill>
                <a:latin typeface="微软雅黑"/>
                <a:ea typeface="微软雅黑"/>
                <a:cs typeface="微软雅黑"/>
                <a:sym typeface="微软雅黑"/>
              </a:rPr>
              <a:t>从基于模板到无模板，人工干预正在减少。</a:t>
            </a:r>
          </a:p>
          <a:p>
            <a:pPr algn="l" indent="-304800" marL="304800">
              <a:lnSpc>
                <a:spcPct val="100000"/>
              </a:lnSpc>
              <a:spcBef>
                <a:spcPts val="1500"/>
              </a:spcBef>
              <a:buClr>
                <a:srgbClr val="404040"/>
              </a:buClr>
              <a:buChar char="•"/>
            </a:pPr>
            <a:r>
              <a:rPr lang="en-US" b="false" i="false" strike="noStrike" u="none" sz="2400">
                <a:solidFill>
                  <a:srgbClr val="404040"/>
                </a:solidFill>
                <a:latin typeface="微软雅黑"/>
                <a:ea typeface="微软雅黑"/>
                <a:cs typeface="微软雅黑"/>
                <a:sym typeface="微软雅黑"/>
              </a:rPr>
              <a:t>多种人工智能搜索算法（遗传算法、机器学习、强化学习）的结合显著提高了高维空间中的优化效率。</a:t>
            </a:r>
          </a:p>
          <a:p>
            <a:pPr algn="l" indent="-304800" marL="304800">
              <a:lnSpc>
                <a:spcPct val="100000"/>
              </a:lnSpc>
              <a:spcBef>
                <a:spcPts val="1500"/>
              </a:spcBef>
              <a:buClr>
                <a:srgbClr val="404040"/>
              </a:buClr>
              <a:buChar char="•"/>
            </a:pPr>
            <a:r>
              <a:rPr lang="en-US" b="false" i="false" strike="noStrike" u="none" sz="2400">
                <a:solidFill>
                  <a:srgbClr val="404040"/>
                </a:solidFill>
                <a:latin typeface="微软雅黑"/>
                <a:ea typeface="微软雅黑"/>
                <a:cs typeface="微软雅黑"/>
                <a:sym typeface="微软雅黑"/>
              </a:rPr>
              <a:t>未来发展趋势：</a:t>
            </a:r>
          </a:p>
          <a:p>
            <a:pPr algn="l" indent="-254000" lvl="1" marL="596900">
              <a:lnSpc>
                <a:spcPct val="100000"/>
              </a:lnSpc>
              <a:spcBef>
                <a:spcPts val="750"/>
              </a:spcBef>
              <a:buClr>
                <a:srgbClr val="404040"/>
              </a:buClr>
              <a:buChar char="•"/>
            </a:pPr>
            <a:r>
              <a:rPr lang="en-US" b="false" i="false" strike="noStrike" u="none" sz="2000">
                <a:solidFill>
                  <a:srgbClr val="404040"/>
                </a:solidFill>
                <a:latin typeface="微软雅黑"/>
                <a:ea typeface="微软雅黑"/>
                <a:cs typeface="微软雅黑"/>
                <a:sym typeface="微软雅黑"/>
              </a:rPr>
              <a:t>编译器逻辑层模型：利用大型模型直接理解硬件语义，生成或指导算子调优。</a:t>
            </a:r>
          </a:p>
          <a:p>
            <a:pPr algn="l" indent="-254000" lvl="1" marL="596900">
              <a:lnSpc>
                <a:spcPct val="100000"/>
              </a:lnSpc>
              <a:spcBef>
                <a:spcPts val="750"/>
              </a:spcBef>
              <a:buClr>
                <a:srgbClr val="404040"/>
              </a:buClr>
              <a:buChar char="•"/>
            </a:pPr>
            <a:r>
              <a:rPr lang="en-US" b="false" i="false" strike="noStrike" u="none" sz="2000">
                <a:solidFill>
                  <a:srgbClr val="404040"/>
                </a:solidFill>
                <a:latin typeface="微软雅黑"/>
                <a:ea typeface="微软雅黑"/>
                <a:cs typeface="微软雅黑"/>
                <a:sym typeface="微软雅黑"/>
              </a:rPr>
              <a:t>多芯片和集群感知调优：不仅可以调优单卡内核，还可以与</a:t>
            </a:r>
            <a:r>
              <a:rPr lang="en-US" b="false" i="false" strike="noStrike" u="none" sz="2000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rPr>
              <a:t> FlagScale </a:t>
            </a:r>
            <a:r>
              <a:rPr lang="en-US" b="false" i="false" strike="noStrike" u="none" sz="2000">
                <a:solidFill>
                  <a:srgbClr val="404040"/>
                </a:solidFill>
                <a:latin typeface="微软雅黑"/>
                <a:ea typeface="微软雅黑"/>
                <a:cs typeface="微软雅黑"/>
                <a:sym typeface="微软雅黑"/>
              </a:rPr>
              <a:t>等平台结合，实现跨多卡通信架构的分布式算子联合调优。</a:t>
            </a:r>
          </a:p>
        </p:txBody>
      </p:sp>
    </p:spTree>
  </p:cSld>
  <p:clrMapOvr>
    <a:masterClrMapping/>
  </p:clrMapOvr>
  <p:transition main:dur="1000">
    <p:fade thruBlk="false"/>
  </p:transition>
</p:sld>
</file>

<file path=ppt/slides/slide22.xml><?xml version="1.0" encoding="utf-8"?>
<p:sld xmlns:p="http://schemas.openxmlformats.org/presentationml/2006/main" xmlns:a="http://schemas.openxmlformats.org/drawingml/2006/main" xmlns:r="http://schemas.openxmlformats.org/officeDocument/2006/relationships" xmlns:main="http://schemas.microsoft.com/office/powerpoint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>
            <p:ph idx="6" type="body" sz="quarter" hasCustomPrompt="true"/>
          </p:nvPr>
        </p:nvSpPr>
        <p:spPr>
          <a:prstGeom prst="rect">
            <a:avLst/>
          </a:prstGeom>
        </p:spPr>
        <p:txBody>
          <a:bodyPr anchor="ctr" wrap="square" lIns="91440" rIns="91440" tIns="45720" bIns="45720">
            <a:noAutofit/>
          </a:bodyPr>
          <a:lstStyle>
            <a:lvl1pPr algn="l">
              <a:lnSpc>
                <a:spcPct val="100000"/>
              </a:lnSpc>
              <a:defRPr sz="3600" b="false" i="false" u="none" strike="noStrike" spc="0">
                <a:solidFill>
                  <a:srgbClr val="262626">
                    <a:alpha val="100000"/>
                  </a:srgbClr>
                </a:solidFill>
                <a:latin typeface="微软雅黑"/>
              </a:defRPr>
            </a:lvl1pPr>
          </a:lstStyle>
          <a:p>
            <a:pPr algn="l" indent="0">
              <a:lnSpc>
                <a:spcPct val="100000"/>
              </a:lnSpc>
            </a:pPr>
            <a:r>
              <a:rPr lang="en-US" b="false" i="false" strike="noStrike" u="none" sz="3600">
                <a:solidFill>
                  <a:srgbClr val="262626"/>
                </a:solidFill>
                <a:latin typeface="微软雅黑"/>
                <a:ea typeface="微软雅黑"/>
                <a:cs typeface="微软雅黑"/>
                <a:sym typeface="微软雅黑"/>
              </a:rPr>
              <a:t>解决方案：</a:t>
            </a:r>
            <a:r>
              <a:rPr lang="en-US" b="false" i="false" strike="noStrike" u="none" sz="3600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rPr>
              <a:t> FlagOS</a:t>
            </a:r>
            <a:r>
              <a:rPr lang="en-US" b="false" i="false" strike="noStrike" u="none" sz="3600">
                <a:solidFill>
                  <a:srgbClr val="262626"/>
                </a:solidFill>
                <a:latin typeface="微软雅黑"/>
                <a:ea typeface="微软雅黑"/>
                <a:cs typeface="微软雅黑"/>
                <a:sym typeface="微软雅黑"/>
              </a:rPr>
              <a:t>，</a:t>
            </a:r>
            <a:r>
              <a:rPr lang="en-US" b="false" i="false" strike="noStrike" u="none" sz="3600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b="false" i="false" strike="noStrike" u="none" sz="3600">
                <a:solidFill>
                  <a:srgbClr val="262626"/>
                </a:solidFill>
                <a:latin typeface="微软雅黑"/>
                <a:ea typeface="微软雅黑"/>
                <a:cs typeface="微软雅黑"/>
                <a:sym typeface="微软雅黑"/>
              </a:rPr>
              <a:t>统一</a:t>
            </a:r>
            <a:r>
              <a:rPr lang="en-US" b="false" i="false" strike="noStrike" u="none" sz="3600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rPr>
              <a:t>AI</a:t>
            </a:r>
            <a:r>
              <a:rPr lang="en-US" b="false" i="false" strike="noStrike" u="none" sz="3600">
                <a:solidFill>
                  <a:srgbClr val="262626"/>
                </a:solidFill>
                <a:latin typeface="微软雅黑"/>
                <a:ea typeface="微软雅黑"/>
                <a:cs typeface="微软雅黑"/>
                <a:sym typeface="微软雅黑"/>
              </a:rPr>
              <a:t>系统软件栈</a:t>
            </a:r>
          </a:p>
        </p:txBody>
      </p:sp>
      <p:sp>
        <p:nvSpPr>
          <p:cNvPr name="AutoShape 3" id="3"/>
          <p:cNvSpPr/>
          <p:nvPr>
            <p:ph idx="7" type="body" sz="quarter"/>
          </p:nvPr>
        </p:nvSpPr>
        <p:spPr>
          <a:xfrm rot="0" flipH="false" flipV="false">
            <a:off x="724535" y="6356350"/>
            <a:ext cx="11076940" cy="365125"/>
          </a:xfrm>
          <a:prstGeom prst="rect">
            <a:avLst/>
          </a:prstGeom>
        </p:spPr>
        <p:txBody>
          <a:bodyPr anchor="ctr" vert="horz" wrap="square" lIns="91440" rIns="91440" tIns="45720" bIns="45720">
            <a:noAutofit/>
          </a:bodyPr>
          <a:lstStyle>
            <a:lvl1pPr algn="l">
              <a:lnSpc>
                <a:spcPct val="100000"/>
              </a:lnSpc>
              <a:defRPr sz="1400" b="false" i="false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l"/>
            <a:endParaRPr/>
          </a:p>
        </p:txBody>
      </p:sp>
      <p:pic>
        <p:nvPicPr>
          <p:cNvPr name="Picture 4" id="4"/>
          <p:cNvPicPr>
            <a:picLocks noChangeAspect="true"/>
          </p:cNvPicPr>
          <p:nvPr>
            <p:ph idx="9" type="body" sz="quarter"/>
          </p:nvPr>
        </p:nvPicPr>
        <p:blipFill>
          <a:blip r:embed="rId2"/>
          <a:srcRect l="3" r="3" t="0" b="0"/>
          <a:stretch>
            <a:fillRect/>
          </a:stretch>
        </p:blipFill>
        <p:spPr>
          <a:xfrm rot="0" flipH="false" flipV="false">
            <a:off x="741493" y="1256030"/>
            <a:ext cx="9408534" cy="4852988"/>
          </a:xfrm>
          <a:prstGeom prst="rect">
            <a:avLst/>
          </a:prstGeom>
        </p:spPr>
      </p:pic>
    </p:spTree>
  </p:cSld>
  <p:clrMapOvr>
    <a:masterClrMapping/>
  </p:clrMapOvr>
  <p:transition main:dur="1000">
    <p:fade thruBlk="false"/>
  </p:transition>
</p:sld>
</file>

<file path=ppt/slides/slide23.xml><?xml version="1.0" encoding="utf-8"?>
<p:sld xmlns:p="http://schemas.openxmlformats.org/presentationml/2006/main" xmlns:a="http://schemas.openxmlformats.org/drawingml/2006/main" xmlns:r="http://schemas.openxmlformats.org/officeDocument/2006/relationships" xmlns:main="http://schemas.microsoft.com/office/powerpoint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895351" y="1861819"/>
            <a:ext cx="3162940" cy="1506517"/>
          </a:xfrm>
          <a:prstGeom prst="roundRect">
            <a:avLst>
              <a:gd name="adj" fmla="val 6812"/>
            </a:avLst>
          </a:prstGeom>
          <a:solidFill>
            <a:srgbClr val="FFFFFF">
              <a:alpha val="100000"/>
            </a:srgbClr>
          </a:solidFill>
          <a:ln w="12700" cap="flat">
            <a:noFill/>
            <a:prstDash val="solid"/>
          </a:ln>
          <a:effectLst>
            <a:outerShdw dir="2700000" dist="63500" blurRad="190500" algn="tl" rotWithShape="false">
              <a:srgbClr val="4472C4">
                <a:alpha val="20000"/>
              </a:srgbClr>
            </a:outerShdw>
          </a:effectLst>
        </p:spPr>
        <p:txBody>
          <a:bodyPr anchor="ctr" rtlCol="false" wrap="square" lIns="91440" rIns="91440" tIns="45720" bIns="45720">
            <a:noAutofit/>
          </a:bodyPr>
          <a:lstStyle/>
          <a:p>
            <a:pPr algn="ctr" indent="0">
              <a:lnSpc>
                <a:spcPct val="100000"/>
              </a:lnSpc>
              <a:defRPr/>
            </a:pPr>
            <a:r>
              <a:rPr lang="en-US" b="false" i="false" strike="noStrike" u="none" sz="18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lang="en-US" sz="1100"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4400231" y="1861819"/>
            <a:ext cx="3162940" cy="1506517"/>
          </a:xfrm>
          <a:prstGeom prst="roundRect">
            <a:avLst>
              <a:gd name="adj" fmla="val 6812"/>
            </a:avLst>
          </a:prstGeom>
          <a:solidFill>
            <a:srgbClr val="FFFFFF">
              <a:alpha val="100000"/>
            </a:srgbClr>
          </a:solidFill>
          <a:ln w="12700" cap="flat">
            <a:noFill/>
            <a:prstDash val="solid"/>
          </a:ln>
          <a:effectLst>
            <a:outerShdw dir="2700000" dist="63500" blurRad="190500" algn="tl" rotWithShape="false">
              <a:srgbClr val="4472C4">
                <a:alpha val="20000"/>
              </a:srgbClr>
            </a:outerShdw>
          </a:effectLst>
        </p:spPr>
        <p:txBody>
          <a:bodyPr anchor="ctr" rtlCol="false" wrap="square" lIns="91440" rIns="91440" tIns="45720" bIns="45720">
            <a:noAutofit/>
          </a:bodyPr>
          <a:lstStyle/>
          <a:p>
            <a:pPr algn="ctr" indent="0">
              <a:lnSpc>
                <a:spcPct val="100000"/>
              </a:lnSpc>
              <a:defRPr/>
            </a:pPr>
            <a:r>
              <a:rPr lang="en-US" b="false" i="false" strike="noStrike" u="none" sz="18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lang="en-US" sz="1100"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7905111" y="1861819"/>
            <a:ext cx="3162940" cy="1506517"/>
          </a:xfrm>
          <a:prstGeom prst="roundRect">
            <a:avLst>
              <a:gd name="adj" fmla="val 6812"/>
            </a:avLst>
          </a:prstGeom>
          <a:solidFill>
            <a:srgbClr val="FFFFFF">
              <a:alpha val="100000"/>
            </a:srgbClr>
          </a:solidFill>
          <a:ln w="12700" cap="flat">
            <a:noFill/>
            <a:prstDash val="solid"/>
          </a:ln>
          <a:effectLst>
            <a:outerShdw dir="2700000" dist="63500" blurRad="190500" algn="tl" rotWithShape="false">
              <a:srgbClr val="4472C4">
                <a:alpha val="20000"/>
              </a:srgbClr>
            </a:outerShdw>
          </a:effectLst>
        </p:spPr>
        <p:txBody>
          <a:bodyPr anchor="ctr" rtlCol="false" wrap="square" lIns="91440" rIns="91440" tIns="45720" bIns="45720">
            <a:noAutofit/>
          </a:bodyPr>
          <a:lstStyle/>
          <a:p>
            <a:pPr algn="ctr" indent="0">
              <a:lnSpc>
                <a:spcPct val="100000"/>
              </a:lnSpc>
              <a:defRPr/>
            </a:pPr>
            <a:r>
              <a:rPr lang="en-US" b="false" i="false" strike="noStrike" u="none" sz="18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lang="en-US" sz="1100"/>
          </a:p>
        </p:txBody>
      </p:sp>
      <p:sp>
        <p:nvSpPr>
          <p:cNvPr name="AutoShape 5" id="5"/>
          <p:cNvSpPr/>
          <p:nvPr/>
        </p:nvSpPr>
        <p:spPr>
          <a:xfrm rot="0" flipH="false" flipV="false">
            <a:off x="895351" y="3755727"/>
            <a:ext cx="3162940" cy="1506517"/>
          </a:xfrm>
          <a:prstGeom prst="roundRect">
            <a:avLst>
              <a:gd name="adj" fmla="val 6812"/>
            </a:avLst>
          </a:prstGeom>
          <a:solidFill>
            <a:srgbClr val="FFFFFF">
              <a:alpha val="100000"/>
            </a:srgbClr>
          </a:solidFill>
          <a:ln w="12700" cap="flat">
            <a:noFill/>
            <a:prstDash val="solid"/>
          </a:ln>
          <a:effectLst>
            <a:outerShdw dir="2700000" dist="63500" blurRad="190500" algn="tl" rotWithShape="false">
              <a:srgbClr val="4472C4">
                <a:alpha val="20000"/>
              </a:srgbClr>
            </a:outerShdw>
          </a:effectLst>
        </p:spPr>
        <p:txBody>
          <a:bodyPr anchor="ctr" rtlCol="false" wrap="square" lIns="91440" rIns="91440" tIns="45720" bIns="45720">
            <a:noAutofit/>
          </a:bodyPr>
          <a:lstStyle/>
          <a:p>
            <a:pPr algn="ctr" indent="0">
              <a:lnSpc>
                <a:spcPct val="100000"/>
              </a:lnSpc>
              <a:defRPr/>
            </a:pPr>
            <a:r>
              <a:rPr lang="en-US" b="false" i="false" strike="noStrike" u="none" sz="18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lang="en-US" sz="1100"/>
          </a:p>
        </p:txBody>
      </p:sp>
      <p:sp>
        <p:nvSpPr>
          <p:cNvPr name="AutoShape 6" id="6"/>
          <p:cNvSpPr/>
          <p:nvPr/>
        </p:nvSpPr>
        <p:spPr>
          <a:xfrm rot="0" flipH="false" flipV="false">
            <a:off x="4400231" y="3755727"/>
            <a:ext cx="3162940" cy="1506517"/>
          </a:xfrm>
          <a:prstGeom prst="roundRect">
            <a:avLst>
              <a:gd name="adj" fmla="val 6812"/>
            </a:avLst>
          </a:prstGeom>
          <a:solidFill>
            <a:srgbClr val="FFFFFF">
              <a:alpha val="100000"/>
            </a:srgbClr>
          </a:solidFill>
          <a:ln w="12700" cap="flat">
            <a:noFill/>
            <a:prstDash val="solid"/>
          </a:ln>
          <a:effectLst>
            <a:outerShdw dir="2700000" dist="63500" blurRad="190500" algn="tl" rotWithShape="false">
              <a:srgbClr val="4472C4">
                <a:alpha val="20000"/>
              </a:srgbClr>
            </a:outerShdw>
          </a:effectLst>
        </p:spPr>
        <p:txBody>
          <a:bodyPr anchor="ctr" rtlCol="false" wrap="square" lIns="91440" rIns="91440" tIns="45720" bIns="45720">
            <a:noAutofit/>
          </a:bodyPr>
          <a:lstStyle/>
          <a:p>
            <a:pPr algn="ctr" indent="0">
              <a:lnSpc>
                <a:spcPct val="100000"/>
              </a:lnSpc>
              <a:defRPr/>
            </a:pPr>
            <a:r>
              <a:rPr lang="en-US" b="false" i="false" strike="noStrike" u="none" sz="18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lang="en-US" sz="1100"/>
          </a:p>
        </p:txBody>
      </p:sp>
      <p:sp>
        <p:nvSpPr>
          <p:cNvPr name="AutoShape 7" id="7"/>
          <p:cNvSpPr/>
          <p:nvPr/>
        </p:nvSpPr>
        <p:spPr>
          <a:xfrm rot="0" flipH="false" flipV="false">
            <a:off x="7905111" y="3755727"/>
            <a:ext cx="3162940" cy="1506517"/>
          </a:xfrm>
          <a:prstGeom prst="roundRect">
            <a:avLst>
              <a:gd name="adj" fmla="val 6812"/>
            </a:avLst>
          </a:prstGeom>
          <a:solidFill>
            <a:srgbClr val="FFFFFF">
              <a:alpha val="100000"/>
            </a:srgbClr>
          </a:solidFill>
          <a:ln w="12700" cap="flat">
            <a:noFill/>
            <a:prstDash val="solid"/>
          </a:ln>
          <a:effectLst>
            <a:outerShdw dir="2700000" dist="63500" blurRad="190500" algn="tl" rotWithShape="false">
              <a:srgbClr val="4472C4">
                <a:alpha val="20000"/>
              </a:srgbClr>
            </a:outerShdw>
          </a:effectLst>
        </p:spPr>
        <p:txBody>
          <a:bodyPr anchor="ctr" rtlCol="false" wrap="square" lIns="91440" rIns="91440" tIns="45720" bIns="45720">
            <a:noAutofit/>
          </a:bodyPr>
          <a:lstStyle/>
          <a:p>
            <a:pPr algn="ctr" indent="0">
              <a:lnSpc>
                <a:spcPct val="100000"/>
              </a:lnSpc>
              <a:defRPr/>
            </a:pPr>
            <a:r>
              <a:rPr lang="en-US" b="false" i="false" strike="noStrike" u="none" sz="18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lang="en-US" sz="1100"/>
          </a:p>
        </p:txBody>
      </p:sp>
      <p:sp>
        <p:nvSpPr>
          <p:cNvPr name="AutoShape 8" id="8"/>
          <p:cNvSpPr/>
          <p:nvPr/>
        </p:nvSpPr>
        <p:spPr>
          <a:xfrm rot="0" flipH="false" flipV="false">
            <a:off x="2298364" y="1689569"/>
            <a:ext cx="356915" cy="356915"/>
          </a:xfrm>
          <a:prstGeom prst="ellipse">
            <a:avLst/>
          </a:prstGeom>
          <a:blipFill rotWithShape="true">
            <a:blip r:embed="rId2"/>
            <a:stretch>
              <a:fillRect l="0" r="0" t="0" b="0"/>
            </a:stretch>
          </a:blipFill>
          <a:ln w="12700" cap="flat">
            <a:noFill/>
            <a:prstDash val="solid"/>
          </a:ln>
        </p:spPr>
        <p:txBody>
          <a:bodyPr anchor="ctr" rtlCol="false" wrap="square" lIns="91440" rIns="91440" tIns="45720" bIns="45720">
            <a:noAutofit/>
          </a:bodyPr>
          <a:lstStyle/>
          <a:p>
            <a:pPr algn="ctr" indent="0">
              <a:lnSpc>
                <a:spcPct val="100000"/>
              </a:lnSpc>
              <a:defRPr/>
            </a:pPr>
            <a:r>
              <a:rPr lang="en-US" b="false" i="false" strike="noStrike" u="none" sz="12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lang="en-US" sz="1100"/>
          </a:p>
        </p:txBody>
      </p:sp>
      <p:sp>
        <p:nvSpPr>
          <p:cNvPr name="AutoShape 9" id="9"/>
          <p:cNvSpPr/>
          <p:nvPr/>
        </p:nvSpPr>
        <p:spPr>
          <a:xfrm rot="0" flipH="false" flipV="false">
            <a:off x="5803244" y="1689569"/>
            <a:ext cx="356915" cy="356915"/>
          </a:xfrm>
          <a:prstGeom prst="ellipse">
            <a:avLst/>
          </a:prstGeom>
          <a:blipFill rotWithShape="true">
            <a:blip r:embed="rId3"/>
            <a:stretch>
              <a:fillRect l="0" r="0" t="0" b="0"/>
            </a:stretch>
          </a:blipFill>
          <a:ln w="12700" cap="flat">
            <a:noFill/>
            <a:prstDash val="solid"/>
          </a:ln>
        </p:spPr>
        <p:txBody>
          <a:bodyPr anchor="ctr" rtlCol="false" wrap="square" lIns="91440" rIns="91440" tIns="45720" bIns="45720">
            <a:noAutofit/>
          </a:bodyPr>
          <a:lstStyle/>
          <a:p>
            <a:pPr algn="ctr" indent="0">
              <a:lnSpc>
                <a:spcPct val="100000"/>
              </a:lnSpc>
              <a:defRPr/>
            </a:pPr>
            <a:r>
              <a:rPr lang="en-US" b="false" i="false" strike="noStrike" u="none" sz="12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lang="en-US" sz="1100"/>
          </a:p>
        </p:txBody>
      </p:sp>
      <p:sp>
        <p:nvSpPr>
          <p:cNvPr name="AutoShape 10" id="10"/>
          <p:cNvSpPr/>
          <p:nvPr/>
        </p:nvSpPr>
        <p:spPr>
          <a:xfrm rot="0" flipH="false" flipV="false">
            <a:off x="9308124" y="1689569"/>
            <a:ext cx="356915" cy="356915"/>
          </a:xfrm>
          <a:prstGeom prst="ellipse">
            <a:avLst/>
          </a:prstGeom>
          <a:blipFill rotWithShape="true">
            <a:blip r:embed="rId4"/>
            <a:stretch>
              <a:fillRect l="0" r="0" t="0" b="0"/>
            </a:stretch>
          </a:blipFill>
          <a:ln w="12700" cap="flat">
            <a:noFill/>
            <a:prstDash val="solid"/>
          </a:ln>
        </p:spPr>
        <p:txBody>
          <a:bodyPr anchor="ctr" rtlCol="false" wrap="square" lIns="91440" rIns="91440" tIns="45720" bIns="45720">
            <a:noAutofit/>
          </a:bodyPr>
          <a:lstStyle/>
          <a:p>
            <a:pPr algn="ctr" indent="0">
              <a:lnSpc>
                <a:spcPct val="100000"/>
              </a:lnSpc>
              <a:defRPr/>
            </a:pPr>
            <a:r>
              <a:rPr lang="en-US" b="false" i="false" strike="noStrike" u="none" sz="12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lang="en-US" sz="1100"/>
          </a:p>
        </p:txBody>
      </p:sp>
      <p:sp>
        <p:nvSpPr>
          <p:cNvPr name="AutoShape 11" id="11"/>
          <p:cNvSpPr/>
          <p:nvPr/>
        </p:nvSpPr>
        <p:spPr>
          <a:xfrm rot="0" flipH="false" flipV="false">
            <a:off x="2298364" y="3577269"/>
            <a:ext cx="356915" cy="356915"/>
          </a:xfrm>
          <a:prstGeom prst="ellipse">
            <a:avLst/>
          </a:prstGeom>
          <a:blipFill rotWithShape="true">
            <a:blip r:embed="rId5"/>
            <a:stretch>
              <a:fillRect l="0" r="0" t="0" b="0"/>
            </a:stretch>
          </a:blipFill>
          <a:ln w="12700" cap="flat">
            <a:noFill/>
            <a:prstDash val="solid"/>
          </a:ln>
        </p:spPr>
        <p:txBody>
          <a:bodyPr anchor="ctr" rtlCol="false" wrap="square" lIns="91440" rIns="91440" tIns="45720" bIns="45720">
            <a:noAutofit/>
          </a:bodyPr>
          <a:lstStyle/>
          <a:p>
            <a:pPr algn="ctr" indent="0">
              <a:lnSpc>
                <a:spcPct val="100000"/>
              </a:lnSpc>
              <a:defRPr/>
            </a:pPr>
            <a:r>
              <a:rPr lang="en-US" b="false" i="false" strike="noStrike" u="none" sz="12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lang="en-US" sz="1100"/>
          </a:p>
        </p:txBody>
      </p:sp>
      <p:sp>
        <p:nvSpPr>
          <p:cNvPr name="AutoShape 12" id="12"/>
          <p:cNvSpPr/>
          <p:nvPr/>
        </p:nvSpPr>
        <p:spPr>
          <a:xfrm rot="0" flipH="false" flipV="false">
            <a:off x="5803244" y="3577269"/>
            <a:ext cx="356915" cy="356915"/>
          </a:xfrm>
          <a:prstGeom prst="ellipse">
            <a:avLst/>
          </a:prstGeom>
          <a:blipFill rotWithShape="true">
            <a:blip r:embed="rId6"/>
            <a:stretch>
              <a:fillRect l="0" r="0" t="0" b="0"/>
            </a:stretch>
          </a:blipFill>
          <a:ln w="12700" cap="flat">
            <a:noFill/>
            <a:prstDash val="solid"/>
          </a:ln>
        </p:spPr>
        <p:txBody>
          <a:bodyPr anchor="ctr" rtlCol="false" wrap="square" lIns="91440" rIns="91440" tIns="45720" bIns="45720">
            <a:noAutofit/>
          </a:bodyPr>
          <a:lstStyle/>
          <a:p>
            <a:pPr algn="ctr" indent="0">
              <a:lnSpc>
                <a:spcPct val="100000"/>
              </a:lnSpc>
              <a:defRPr/>
            </a:pPr>
            <a:r>
              <a:rPr lang="en-US" b="false" i="false" strike="noStrike" u="none" sz="12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lang="en-US" sz="1100"/>
          </a:p>
        </p:txBody>
      </p:sp>
      <p:sp>
        <p:nvSpPr>
          <p:cNvPr name="AutoShape 13" id="13"/>
          <p:cNvSpPr/>
          <p:nvPr/>
        </p:nvSpPr>
        <p:spPr>
          <a:xfrm rot="0" flipH="false" flipV="false">
            <a:off x="9308124" y="3577269"/>
            <a:ext cx="356915" cy="356915"/>
          </a:xfrm>
          <a:prstGeom prst="ellipse">
            <a:avLst/>
          </a:prstGeom>
          <a:blipFill rotWithShape="true">
            <a:blip r:embed="rId7"/>
            <a:stretch>
              <a:fillRect l="0" r="0" t="0" b="0"/>
            </a:stretch>
          </a:blipFill>
          <a:ln w="12700" cap="flat">
            <a:noFill/>
            <a:prstDash val="solid"/>
          </a:ln>
        </p:spPr>
        <p:txBody>
          <a:bodyPr anchor="ctr" rtlCol="false" wrap="square" lIns="91440" rIns="91440" tIns="45720" bIns="45720">
            <a:noAutofit/>
          </a:bodyPr>
          <a:lstStyle/>
          <a:p>
            <a:pPr algn="ctr" indent="0">
              <a:lnSpc>
                <a:spcPct val="100000"/>
              </a:lnSpc>
              <a:defRPr/>
            </a:pPr>
            <a:r>
              <a:rPr lang="en-US" b="false" i="false" strike="noStrike" u="none" sz="12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lang="en-US" sz="1100"/>
          </a:p>
        </p:txBody>
      </p:sp>
      <p:sp>
        <p:nvSpPr>
          <p:cNvPr name="AutoShape 14" id="14"/>
          <p:cNvSpPr/>
          <p:nvPr/>
        </p:nvSpPr>
        <p:spPr>
          <a:xfrm rot="0" flipH="false" flipV="false">
            <a:off x="1219842" y="2517904"/>
            <a:ext cx="2513958" cy="76644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rtlCol="false" vert="horz" wrap="square" lIns="0" rIns="0" tIns="14400" bIns="14400">
            <a:spAutoFit/>
          </a:bodyPr>
          <a:lstStyle/>
          <a:p>
            <a:pPr algn="l" indent="0">
              <a:lnSpc>
                <a:spcPct val="150000"/>
              </a:lnSpc>
              <a:defRPr/>
            </a:pPr>
            <a:r>
              <a:rPr lang="en-US" b="false" i="false" strike="noStrike" u="none" sz="1600">
                <a:solidFill>
                  <a:srgbClr val="767171"/>
                </a:solidFill>
                <a:latin typeface="Arial"/>
                <a:ea typeface="Arial"/>
                <a:cs typeface="Arial"/>
                <a:sym typeface="Arial"/>
                <a:hlinkClick r:id="rId8" tooltip="https://github.com/flagos-ai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https://github.com/flagos-ai</a:t>
            </a:r>
            <a:endParaRPr lang="en-US" sz="1100"/>
          </a:p>
          <a:p>
            <a:pPr algn="l" indent="0">
              <a:lnSpc>
                <a:spcPct val="150000"/>
              </a:lnSpc>
            </a:pPr>
            <a:r>
              <a:rPr lang="en-US" b="false" i="false" strike="noStrike" u="none" sz="1600">
                <a:solidFill>
                  <a:srgbClr val="76717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</a:p>
        </p:txBody>
      </p:sp>
      <p:sp>
        <p:nvSpPr>
          <p:cNvPr name="AutoShape 15" id="15"/>
          <p:cNvSpPr/>
          <p:nvPr/>
        </p:nvSpPr>
        <p:spPr>
          <a:xfrm rot="0" flipH="false" flipV="false">
            <a:off x="8015605" y="2341245"/>
            <a:ext cx="2882265" cy="76644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rtlCol="false" vert="horz" wrap="square" lIns="0" rIns="0" tIns="14400" bIns="14400">
            <a:spAutoFit/>
          </a:bodyPr>
          <a:lstStyle/>
          <a:p>
            <a:pPr algn="l" indent="0">
              <a:lnSpc>
                <a:spcPct val="150000"/>
              </a:lnSpc>
              <a:defRPr/>
            </a:pPr>
            <a:r>
              <a:rPr lang="en-US" b="false" i="false" strike="noStrike" u="none" sz="1600">
                <a:solidFill>
                  <a:srgbClr val="767171"/>
                </a:solidFill>
                <a:latin typeface="Arial"/>
                <a:ea typeface="Arial"/>
                <a:cs typeface="Arial"/>
                <a:sym typeface="Arial"/>
                <a:hlinkClick r:id="rId9" tooltip="https://space.bilibili.com/3546791834290849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https://space.bilibili.com/3546791834290849</a:t>
            </a:r>
            <a:endParaRPr lang="en-US" sz="1100"/>
          </a:p>
        </p:txBody>
      </p:sp>
      <p:sp>
        <p:nvSpPr>
          <p:cNvPr name="AutoShape 16" id="16"/>
          <p:cNvSpPr/>
          <p:nvPr/>
        </p:nvSpPr>
        <p:spPr>
          <a:xfrm rot="0" flipH="false" flipV="false">
            <a:off x="1219842" y="4403854"/>
            <a:ext cx="2513958" cy="76644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rtlCol="false" vert="horz" wrap="square" lIns="0" rIns="0" tIns="14400" bIns="14400">
            <a:spAutoFit/>
          </a:bodyPr>
          <a:lstStyle/>
          <a:p>
            <a:pPr algn="l" indent="0">
              <a:lnSpc>
                <a:spcPct val="150000"/>
              </a:lnSpc>
              <a:defRPr/>
            </a:pPr>
            <a:r>
              <a:rPr lang="en-US" b="false" i="false" strike="noStrike" u="none" sz="1600">
                <a:solidFill>
                  <a:srgbClr val="767171"/>
                </a:solidFill>
                <a:latin typeface="Arial"/>
                <a:ea typeface="Arial"/>
                <a:cs typeface="Arial"/>
                <a:sym typeface="Arial"/>
                <a:hlinkClick r:id="rId10" tooltip="https://www.zhihu.com/people/95-22-20-18/posts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https://www.zhihu.com/people/95-22-20-18/posts</a:t>
            </a:r>
            <a:endParaRPr lang="en-US" sz="1100"/>
          </a:p>
        </p:txBody>
      </p:sp>
      <p:sp>
        <p:nvSpPr>
          <p:cNvPr name="AutoShape 17" id="17"/>
          <p:cNvSpPr/>
          <p:nvPr/>
        </p:nvSpPr>
        <p:spPr>
          <a:xfrm rot="0" flipH="false" flipV="false">
            <a:off x="4724722" y="4403854"/>
            <a:ext cx="2513958" cy="39687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rtlCol="false" vert="horz" wrap="square" lIns="0" rIns="0" tIns="14400" bIns="14400">
            <a:spAutoFit/>
          </a:bodyPr>
          <a:lstStyle/>
          <a:p>
            <a:pPr algn="l" indent="0">
              <a:lnSpc>
                <a:spcPct val="150000"/>
              </a:lnSpc>
              <a:defRPr/>
            </a:pPr>
            <a:r>
              <a:rPr lang="en-US" b="false" i="false" strike="noStrike" u="none" sz="1600">
                <a:solidFill>
                  <a:srgbClr val="767171"/>
                </a:solidFill>
                <a:latin typeface="Arial"/>
                <a:ea typeface="Arial"/>
                <a:cs typeface="Arial"/>
                <a:sym typeface="Arial"/>
                <a:hlinkClick r:id="rId11" tooltip="https://flagos.io/Home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https://flagos.io/Home</a:t>
            </a:r>
            <a:endParaRPr lang="en-US" sz="1100"/>
          </a:p>
        </p:txBody>
      </p:sp>
      <p:pic>
        <p:nvPicPr>
          <p:cNvPr name="Picture 18" id="18"/>
          <p:cNvPicPr>
            <a:picLocks noChangeAspect="true"/>
          </p:cNvPicPr>
          <p:nvPr/>
        </p:nvPicPr>
        <p:blipFill>
          <a:blip r:embed="rId12"/>
          <a:srcRect l="0" r="0" t="0" b="0"/>
          <a:stretch>
            <a:fillRect/>
          </a:stretch>
        </p:blipFill>
        <p:spPr>
          <a:xfrm rot="0" flipH="false" flipV="false">
            <a:off x="5408930" y="2046605"/>
            <a:ext cx="1255395" cy="1255395"/>
          </a:xfrm>
          <a:prstGeom prst="rect">
            <a:avLst/>
          </a:prstGeom>
          <a:ln w="12700">
            <a:noFill/>
            <a:prstDash val="solid"/>
          </a:ln>
        </p:spPr>
      </p:pic>
      <p:pic>
        <p:nvPicPr>
          <p:cNvPr name="Picture 19" id="19"/>
          <p:cNvPicPr>
            <a:picLocks noChangeAspect="true"/>
          </p:cNvPicPr>
          <p:nvPr/>
        </p:nvPicPr>
        <p:blipFill>
          <a:blip r:embed="rId13"/>
          <a:srcRect l="0" r="0" t="0" b="0"/>
          <a:stretch>
            <a:fillRect/>
          </a:stretch>
        </p:blipFill>
        <p:spPr>
          <a:xfrm rot="0" flipH="false" flipV="false">
            <a:off x="8903970" y="3953510"/>
            <a:ext cx="1299210" cy="1308735"/>
          </a:xfrm>
          <a:prstGeom prst="rect">
            <a:avLst/>
          </a:prstGeom>
          <a:ln w="12700">
            <a:noFill/>
            <a:prstDash val="solid"/>
          </a:ln>
        </p:spPr>
      </p:pic>
    </p:spTree>
  </p:cSld>
  <p:clrMapOvr>
    <a:masterClrMapping/>
  </p:clrMapOvr>
  <p:transition main:dur="1000">
    <p:fade thruBlk="false"/>
  </p:transition>
</p:sld>
</file>

<file path=ppt/slides/slide2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>
            <p:ph idx="27" type="pic" sz="quarter"/>
          </p:nvPr>
        </p:nvPicPr>
        <p:blipFill>
          <a:blip r:embed="rId2"/>
          <a:srcRect l="2306" r="2305" t="0" b="0"/>
          <a:stretch>
            <a:fillRect/>
          </a:stretch>
        </p:blipFill>
        <p:spPr>
          <a:xfrm rot="0" flipH="false" flipV="false">
            <a:off x="0" y="1"/>
            <a:ext cx="12192000" cy="6858000"/>
          </a:xfrm>
          <a:prstGeom prst="rect">
            <a:avLst/>
          </a:prstGeom>
        </p:spPr>
      </p:pic>
      <p:sp>
        <p:nvSpPr>
          <p:cNvPr name="AutoShape 3" id="3"/>
          <p:cNvSpPr/>
          <p:nvPr>
            <p:ph idx="28" type="body" sz="quarter" hasCustomPrompt="true"/>
          </p:nvPr>
        </p:nvSpPr>
        <p:spPr>
          <a:xfrm rot="0" flipH="false" flipV="false">
            <a:off x="6069661" y="2424583"/>
            <a:ext cx="4670511" cy="2664541"/>
          </a:xfrm>
          <a:prstGeom prst="rect">
            <a:avLst/>
          </a:prstGeom>
        </p:spPr>
        <p:txBody>
          <a:bodyPr anchor="ctr" wrap="square" lIns="91440" rIns="91440" tIns="45720" bIns="45720">
            <a:noAutofit/>
          </a:bodyPr>
          <a:lstStyle>
            <a:lvl1pPr algn="ctr">
              <a:lnSpc>
                <a:spcPct val="91666"/>
              </a:lnSpc>
              <a:defRPr sz="4400" b="false" i="false" u="none" strike="noStrike" spc="0">
                <a:solidFill>
                  <a:srgbClr val="44546A">
                    <a:alpha val="100000"/>
                  </a:srgbClr>
                </a:solidFill>
                <a:latin typeface="微软雅黑"/>
              </a:defRPr>
            </a:lvl1pPr>
          </a:lstStyle>
          <a:p>
            <a:pPr algn="ctr" indent="0">
              <a:lnSpc>
                <a:spcPct val="91666"/>
              </a:lnSpc>
            </a:pPr>
            <a:r>
              <a:rPr lang="en-US" b="false" i="false" strike="noStrike" u="none" sz="4400">
                <a:solidFill>
                  <a:srgbClr val="44546A"/>
                </a:solidFill>
                <a:latin typeface="微软雅黑"/>
                <a:ea typeface="微软雅黑"/>
                <a:cs typeface="微软雅黑"/>
                <a:sym typeface="微软雅黑"/>
              </a:rPr>
              <a:t>感谢观看！</a:t>
            </a:r>
          </a:p>
        </p:txBody>
      </p:sp>
      <p:grpSp>
        <p:nvGrpSpPr>
          <p:cNvPr name="Group 4" id="4"/>
          <p:cNvGrpSpPr/>
          <p:nvPr/>
        </p:nvGrpSpPr>
        <p:grpSpPr>
          <a:xfrm>
            <a:off x="9247450" y="217531"/>
            <a:ext cx="2580450" cy="547850"/>
            <a:chOff x="9247450" y="217531"/>
            <a:chExt cx="2580450" cy="547850"/>
          </a:xfrm>
        </p:grpSpPr>
        <p:pic>
          <p:nvPicPr>
            <p:cNvPr name="Picture 5" id="5"/>
            <p:cNvPicPr>
              <a:picLocks noChangeAspect="true"/>
            </p:cNvPicPr>
            <p:nvPr/>
          </p:nvPicPr>
          <p:blipFill>
            <a:blip r:embed="rId3"/>
            <a:srcRect l="0" r="0" t="0" b="0"/>
            <a:stretch>
              <a:fillRect/>
            </a:stretch>
          </p:blipFill>
          <p:spPr>
            <a:xfrm rot="0" flipH="false" flipV="false">
              <a:off x="9247450" y="319584"/>
              <a:ext cx="1096400" cy="336123"/>
            </a:xfrm>
            <a:prstGeom prst="rect">
              <a:avLst/>
            </a:prstGeom>
            <a:ln w="12700">
              <a:noFill/>
              <a:prstDash val="solid"/>
            </a:ln>
          </p:spPr>
        </p:pic>
        <p:pic>
          <p:nvPicPr>
            <p:cNvPr name="Picture 6" id="6"/>
            <p:cNvPicPr>
              <a:picLocks noChangeAspect="true"/>
            </p:cNvPicPr>
            <p:nvPr/>
          </p:nvPicPr>
          <p:blipFill>
            <a:blip r:embed="rId4"/>
            <a:srcRect l="13229" r="10431" t="29811" b="29796"/>
            <a:stretch>
              <a:fillRect/>
            </a:stretch>
          </p:blipFill>
          <p:spPr>
            <a:xfrm rot="0" flipH="false" flipV="false">
              <a:off x="10553199" y="217531"/>
              <a:ext cx="1274701" cy="547850"/>
            </a:xfrm>
            <a:prstGeom prst="rect">
              <a:avLst/>
            </a:prstGeom>
            <a:ln w="12700">
              <a:noFill/>
              <a:prstDash val="solid"/>
            </a:ln>
          </p:spPr>
        </p:pic>
      </p:grp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母版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/>
</file>
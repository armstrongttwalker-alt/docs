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5" r:id="rId11"/>
    <p:sldId id="456" r:id="rId12"/>
    <p:sldId id="457" r:id="rId13"/>
    <p:sldId id="458" r:id="rId14"/>
    <p:sldId id="459" r:id="rId15"/>
    <p:sldId id="460" r:id="rId16"/>
    <p:sldId id="461" r:id="rId17"/>
    <p:sldId id="462" r:id="rId18"/>
    <p:sldId id="463" r:id="rId19"/>
    <p:sldId id="365" r:id="rId20"/>
    <p:sldId id="366" r:id="rId21"/>
    <p:sldId id="322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kernelgen.flagos.io/home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0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27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26.png"/><Relationship Id="rId9" Type="http://schemas.openxmlformats.org/officeDocument/2006/relationships/hyperlink" Target="https://space.bilibili.com/3546791834290849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41: KernelGen Architecture and Prompt Engineering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background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workflow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Prompt engineering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  <a:p>
            <a:pPr indent="0" algn="l">
              <a:lnSpc>
                <a:spcPct val="100000"/>
              </a:lnSpc>
              <a:spcBef>
                <a:spcPts val="3000"/>
              </a:spcBef>
            </a:pPr>
            <a:endParaRPr lang="en-US" sz="2800" b="1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3000"/>
              </a:spcBef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 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444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KernelGen background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23875" y="1968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4375" y="2159000"/>
            <a:ext cx="304800" cy="304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1095375" y="21209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KernelGen core objectives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95375" y="2476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Utilizing AI technology to automatically generate GPU kernel code, achieving ultimate performance optimization for target hardware and resolving the challenges of manual programming.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23875" y="31750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4375" y="3365500"/>
            <a:ext cx="304800" cy="304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1" name="AutoShape 11"/>
          <p:cNvSpPr/>
          <p:nvPr/>
        </p:nvSpPr>
        <p:spPr>
          <a:xfrm>
            <a:off x="1095375" y="33274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industry faces challenges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95375" y="3683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GPU programming model is complex, with large differences between architectures, lacking general optimization strategies, and having extremely high thresholds for parallel computing scheduling and memory management.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3875" y="4381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4375" y="4572000"/>
            <a:ext cx="304800" cy="304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1095375" y="45339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value of the project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95375" y="4889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Significantly lowering the threshold for GPU application development, unleashing the potential of hardware computing power, and improving the execution efficiency of computing tasks as well as resource utilization.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97650" y="1139825"/>
            <a:ext cx="4832350" cy="51492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KernelGen workflow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20000"/>
          </a:bodyPr>
          <a:lstStyle>
            <a:lvl1pPr algn="l">
              <a:lnSpc>
                <a:spcPct val="108000"/>
              </a:lnSpc>
              <a:defRPr sz="17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15900" indent="-2159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Collect kernel information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user inputs the operator definition semantics to KernelGen.</a:t>
            </a:r>
          </a:p>
          <a:p>
            <a:pPr marL="215900" indent="-2159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Search code snippets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searches for code snippets similar to user-defined ones as referencesKernelGen.</a:t>
            </a:r>
          </a:p>
          <a:p>
            <a:pPr marL="215900" indent="-2159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Generate kernel code and CUDA version benchmark implementation code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generates Kernel code and CUDA-based benchmark implementation code.</a:t>
            </a:r>
          </a:p>
          <a:p>
            <a:pPr marL="215900" indent="-2159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Based on the CUDA version of the benchmark implementation code, test the Kernel</a:t>
            </a:r>
          </a:p>
          <a:p>
            <a:pPr marL="520700" lvl="1" indent="-1778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benchmarks kernels based on PyTorch and outputs test results for correctness and speedup ratios.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1310" b="1309"/>
          <a:stretch>
            <a:fillRect/>
          </a:stretch>
        </p:blipFill>
        <p:spPr>
          <a:xfrm>
            <a:off x="8107045" y="883285"/>
            <a:ext cx="3319780" cy="58381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Prompt engineering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87577" y="1378026"/>
            <a:ext cx="8950286" cy="47448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Generate a ReLU Kernel using KernelGen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2" tooltip="https://kernelgen.flagos.io/home"/>
              </a:rPr>
              <a:t>https://kernelgen.flagos.io/home</a:t>
            </a: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3784" b="3784"/>
          <a:stretch>
            <a:fillRect/>
          </a:stretch>
        </p:blipFill>
        <p:spPr>
          <a:xfrm>
            <a:off x="1868805" y="2009775"/>
            <a:ext cx="8238490" cy="45053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Clear, high-quality prompt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680" y="1870075"/>
            <a:ext cx="11236325" cy="172339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523875" y="3843020"/>
            <a:ext cx="11404600" cy="24612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Vague, low-quality prompt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680" y="4418965"/>
            <a:ext cx="10930890" cy="16656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523875" y="1565475"/>
            <a:ext cx="11277600" cy="4369987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154670" y="3931920"/>
            <a:ext cx="2770505" cy="922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D7D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Select the appropriate reference code and click next.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2518480" y="1749425"/>
            <a:ext cx="6754990" cy="485298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23875" y="1152525"/>
            <a:ext cx="6976803" cy="6932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Fill in the operator details to further enhance the prompt: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472930" y="2423160"/>
            <a:ext cx="2407285" cy="521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D7D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operator name must be in English.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27620" y="2708529"/>
            <a:ext cx="1809790" cy="22501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D7D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evaluation equipment currently supports NVIDIA, Tianshu, Hygon, Huawei, and Moore Threads.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26062" y="4500923"/>
            <a:ext cx="1711325" cy="20300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D7D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higher number of iterations typically results in better-generated operators, with a single iteration of a simple operator usually taking 2~3 minutes.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858119" y="1685925"/>
            <a:ext cx="9237512" cy="485298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99465" y="1228725"/>
            <a:ext cx="10382664" cy="645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Start generating kernel, CUDA implementation, correctness test cases, and speedup test cases: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3385542" y="1323975"/>
            <a:ext cx="5554265" cy="485298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99465" y="1228725"/>
            <a:ext cx="8354695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kernel</a:t>
            </a: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523875" y="1631189"/>
            <a:ext cx="11277600" cy="423856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99465" y="1228725"/>
            <a:ext cx="8354695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CUDA</a:t>
            </a: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906694" y="1592580"/>
            <a:ext cx="9288951" cy="485298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39470" y="1178560"/>
            <a:ext cx="319278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correctness test cases</a:t>
            </a: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981156" y="1503045"/>
            <a:ext cx="6375238" cy="4852988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39800" y="1087755"/>
            <a:ext cx="458470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speedup test cases</a:t>
            </a: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usage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4911605" y="1323975"/>
            <a:ext cx="2502139" cy="485298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21125" y="1094740"/>
            <a:ext cx="5493385" cy="539432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523875" y="2009140"/>
            <a:ext cx="1584960" cy="25279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ED7D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After each iteration, you may choose to use the existing code or manually modify and test it again.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07370" y="1946910"/>
            <a:ext cx="1544955" cy="31381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ED7D3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specific time consumption of the kernel and corresponding CUDA implementation across various test cases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Tips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Currently, KernelGen only supports single-round prompts, with a new version to be released later that will enable multi-round prompt iterations for specific test cases;</a:t>
            </a:r>
          </a:p>
          <a:p>
            <a:pPr marL="304800" indent="-3048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Integration with the FlagOS ecosystem: Specialized tools on GitHub are available to convert KernelGen-generated code into FlagGems format;</a:t>
            </a:r>
          </a:p>
          <a:p>
            <a:pPr marL="304800" indent="-3048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officially plans to integrate KernelGen into IDEs such as vscode by the end of March, further simplifying kernel development.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宽屏</PresentationFormat>
  <Paragraphs>85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Noto Sans SC</vt:lpstr>
      <vt:lpstr>Pretendard</vt:lpstr>
      <vt:lpstr>等线</vt:lpstr>
      <vt:lpstr>微软雅黑</vt:lpstr>
      <vt:lpstr>Arial</vt:lpstr>
      <vt:lpstr>Calibri</vt:lpstr>
      <vt:lpstr>Calibri Light</vt:lpstr>
      <vt:lpstr>Ebrima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27</cp:revision>
  <dcterms:created xsi:type="dcterms:W3CDTF">2026-04-24T01:53:00Z</dcterms:created>
  <dcterms:modified xsi:type="dcterms:W3CDTF">2026-05-27T10:19:22Z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3BE014298C8173DBA087E969CE223784_42</vt:lpwstr>
  </property>
  <property fmtid="{D5CDD505-2E9C-101B-9397-08002B2CF9AE}" pid="3" name="KSOProductBuildVer">
    <vt:lpwstr>2052-12.1.0.21915</vt:lpwstr>
  </property>
</Properties>
</file>
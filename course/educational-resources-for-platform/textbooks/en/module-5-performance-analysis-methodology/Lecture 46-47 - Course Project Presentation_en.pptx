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2"/>
  </p:sldMasterIdLst>
  <p:notesMasterIdLst>
    <p:notesMasterId r:id="rId13"/>
  </p:notesMasterIdLst>
  <p:sldIdLst>
    <p:sldId id="256" r:id="rId3"/>
    <p:sldId id="537" r:id="rId4"/>
    <p:sldId id="538" r:id="rId5"/>
    <p:sldId id="539" r:id="rId6"/>
    <p:sldId id="540" r:id="rId7"/>
    <p:sldId id="541" r:id="rId8"/>
    <p:sldId id="542" r:id="rId9"/>
    <p:sldId id="365" r:id="rId10"/>
    <p:sldId id="366" r:id="rId11"/>
    <p:sldId id="322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68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90" d="100"/>
          <a:sy n="90" d="100"/>
        </p:scale>
        <p:origin x="632" y="72"/>
      </p:cViewPr>
      <p:guideLst>
        <p:guide orient="horz" pos="1620"/>
        <p:guide pos="286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27.05.2026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4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8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xfrm>
            <a:off x="523874" y="1323975"/>
            <a:ext cx="11277601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0" hasCustomPrompt="1"/>
          </p:nvPr>
        </p:nvSpPr>
        <p:spPr>
          <a:xfrm>
            <a:off x="741680" y="431800"/>
            <a:ext cx="11059160" cy="70104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2" hasCustomPrompt="1"/>
          </p:nvPr>
        </p:nvSpPr>
        <p:spPr>
          <a:xfrm>
            <a:off x="523873" y="1323976"/>
            <a:ext cx="5591177" cy="4852988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3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6" name="AutoShape 6"/>
          <p:cNvSpPr>
            <a:spLocks noGrp="1"/>
          </p:cNvSpPr>
          <p:nvPr>
            <p:ph type="body" sz="quarter" idx="14" hasCustomPrompt="1"/>
          </p:nvPr>
        </p:nvSpPr>
        <p:spPr>
          <a:xfrm>
            <a:off x="6210297" y="1323977"/>
            <a:ext cx="5591177" cy="48561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5" hasCustomPrompt="1"/>
          </p:nvPr>
        </p:nvSpPr>
        <p:spPr>
          <a:xfrm>
            <a:off x="666749" y="457201"/>
            <a:ext cx="2771775" cy="5719762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16" hasCustomPrompt="1"/>
          </p:nvPr>
        </p:nvSpPr>
        <p:spPr>
          <a:xfrm>
            <a:off x="1" y="593458"/>
            <a:ext cx="419099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100000"/>
              </a:lnSpc>
              <a:defRPr sz="1600" b="0" i="0" u="none" strike="noStrike" spc="0">
                <a:solidFill>
                  <a:srgbClr val="FFFFFF">
                    <a:alpha val="100000"/>
                  </a:srgbClr>
                </a:solidFill>
                <a:latin typeface="Garamond" panose="02020404030301010803"/>
              </a:defRPr>
            </a:lvl1pPr>
          </a:lstStyle>
          <a:p>
            <a:pPr indent="0" algn="r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FFFFFF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‹#›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17" hasCustomPrompt="1"/>
          </p:nvPr>
        </p:nvSpPr>
        <p:spPr>
          <a:xfrm>
            <a:off x="3657600" y="457201"/>
            <a:ext cx="8001000" cy="5719763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889000" lvl="2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181100" lvl="3" indent="-1524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2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18" hasCustomPrompt="1"/>
          </p:nvPr>
        </p:nvSpPr>
        <p:spPr>
          <a:xfrm>
            <a:off x="523873" y="6356351"/>
            <a:ext cx="11277601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大纲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19" hasCustomPrompt="1"/>
          </p:nvPr>
        </p:nvSpPr>
        <p:spPr>
          <a:xfrm>
            <a:off x="5452216" y="0"/>
            <a:ext cx="6110447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28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marL="355600" indent="-355600" algn="l">
              <a:lnSpc>
                <a:spcPct val="100000"/>
              </a:lnSpc>
              <a:spcBef>
                <a:spcPts val="3000"/>
              </a:spcBef>
              <a:buClr>
                <a:srgbClr val="404040"/>
              </a:buClr>
              <a:buChar char="•"/>
            </a:pPr>
            <a:r>
              <a:rPr lang="en-US" sz="28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编辑母版文本样式</a:t>
            </a:r>
          </a:p>
          <a:p>
            <a:pPr marL="647700" lvl="1" indent="-3048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第二级</a:t>
            </a:r>
          </a:p>
          <a:p>
            <a:pPr marL="939800" lvl="2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第三级</a:t>
            </a:r>
          </a:p>
          <a:p>
            <a:pPr marL="1231900" lvl="3" indent="-2032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16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第四级</a:t>
            </a:r>
          </a:p>
        </p:txBody>
      </p:sp>
      <p:grpSp>
        <p:nvGrpSpPr>
          <p:cNvPr id="3" name="Group 3"/>
          <p:cNvGrpSpPr/>
          <p:nvPr/>
        </p:nvGrpSpPr>
        <p:grpSpPr>
          <a:xfrm>
            <a:off x="3057633" y="31667"/>
            <a:ext cx="9134367" cy="6838951"/>
            <a:chOff x="3057633" y="31667"/>
            <a:chExt cx="9134367" cy="6838951"/>
          </a:xfrm>
        </p:grpSpPr>
        <p:cxnSp>
          <p:nvCxnSpPr>
            <p:cNvPr id="4" name="Connector 4"/>
            <p:cNvCxnSpPr/>
            <p:nvPr/>
          </p:nvCxnSpPr>
          <p:spPr>
            <a:xfrm>
              <a:off x="3057633" y="31667"/>
              <a:ext cx="0" cy="0"/>
            </a:xfrm>
            <a:prstGeom prst="line">
              <a:avLst/>
            </a:prstGeom>
            <a:solidFill>
              <a:srgbClr val="549E39">
                <a:alpha val="100000"/>
              </a:srgbClr>
            </a:solidFill>
            <a:ln w="12700" cap="flat">
              <a:solidFill>
                <a:srgbClr val="FFFFFF">
                  <a:alpha val="100000"/>
                </a:srgbClr>
              </a:solidFill>
              <a:prstDash val="solid"/>
              <a:miter lim="8000000"/>
              <a:headEnd type="none" w="med" len="med"/>
              <a:tailEnd type="none" w="med" len="med"/>
            </a:ln>
          </p:spPr>
        </p:cxnSp>
        <p:grpSp>
          <p:nvGrpSpPr>
            <p:cNvPr id="5" name="Group 5"/>
            <p:cNvGrpSpPr/>
            <p:nvPr/>
          </p:nvGrpSpPr>
          <p:grpSpPr>
            <a:xfrm>
              <a:off x="11586746" y="4889417"/>
              <a:ext cx="605254" cy="1981201"/>
              <a:chOff x="11586746" y="4889417"/>
              <a:chExt cx="605254" cy="198120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11678257" y="5716505"/>
                <a:ext cx="301824" cy="1154112"/>
              </a:xfrm>
              <a:custGeom>
                <a:avLst/>
                <a:gdLst/>
                <a:ahLst/>
                <a:cxnLst/>
                <a:rect l="l" t="t" r="r" b="b"/>
                <a:pathLst>
                  <a:path w="301824" h="1154112">
                    <a:moveTo>
                      <a:pt x="24082" y="1154113"/>
                    </a:moveTo>
                    <a:lnTo>
                      <a:pt x="0" y="1154113"/>
                    </a:lnTo>
                    <a:lnTo>
                      <a:pt x="0" y="646113"/>
                    </a:lnTo>
                    <a:lnTo>
                      <a:pt x="0" y="646113"/>
                    </a:lnTo>
                    <a:lnTo>
                      <a:pt x="282558" y="0"/>
                    </a:lnTo>
                    <a:lnTo>
                      <a:pt x="301824" y="9525"/>
                    </a:lnTo>
                    <a:lnTo>
                      <a:pt x="24082" y="650875"/>
                    </a:lnTo>
                    <a:lnTo>
                      <a:pt x="24082" y="11541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7" name="Freeform 7"/>
              <p:cNvSpPr/>
              <p:nvPr/>
            </p:nvSpPr>
            <p:spPr>
              <a:xfrm>
                <a:off x="11922285" y="5573630"/>
                <a:ext cx="158940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58940" h="155575">
                    <a:moveTo>
                      <a:pt x="81878" y="155575"/>
                    </a:moveTo>
                    <a:cubicBezTo>
                      <a:pt x="38531" y="155575"/>
                      <a:pt x="0" y="117860"/>
                      <a:pt x="0" y="75430"/>
                    </a:cubicBezTo>
                    <a:cubicBezTo>
                      <a:pt x="0" y="33001"/>
                      <a:pt x="38531" y="0"/>
                      <a:pt x="81878" y="0"/>
                    </a:cubicBezTo>
                    <a:cubicBezTo>
                      <a:pt x="125226" y="0"/>
                      <a:pt x="158941" y="33001"/>
                      <a:pt x="158941" y="75430"/>
                    </a:cubicBezTo>
                    <a:cubicBezTo>
                      <a:pt x="158941" y="117860"/>
                      <a:pt x="125226" y="155575"/>
                      <a:pt x="81878" y="155575"/>
                    </a:cubicBezTo>
                    <a:close/>
                    <a:moveTo>
                      <a:pt x="81878" y="18857"/>
                    </a:moveTo>
                    <a:cubicBezTo>
                      <a:pt x="48163" y="18857"/>
                      <a:pt x="19266" y="42429"/>
                      <a:pt x="19266" y="75430"/>
                    </a:cubicBezTo>
                    <a:cubicBezTo>
                      <a:pt x="19266" y="108431"/>
                      <a:pt x="48163" y="136718"/>
                      <a:pt x="81878" y="136718"/>
                    </a:cubicBezTo>
                    <a:cubicBezTo>
                      <a:pt x="110776" y="136718"/>
                      <a:pt x="139675" y="108431"/>
                      <a:pt x="139675" y="75430"/>
                    </a:cubicBezTo>
                    <a:cubicBezTo>
                      <a:pt x="139675" y="42429"/>
                      <a:pt x="110776" y="18857"/>
                      <a:pt x="81878" y="18857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784216" y="4889417"/>
                <a:ext cx="191049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91049" h="188912">
                    <a:moveTo>
                      <a:pt x="95524" y="188913"/>
                    </a:moveTo>
                    <a:cubicBezTo>
                      <a:pt x="42986" y="188913"/>
                      <a:pt x="0" y="146408"/>
                      <a:pt x="0" y="94456"/>
                    </a:cubicBezTo>
                    <a:cubicBezTo>
                      <a:pt x="0" y="42506"/>
                      <a:pt x="42986" y="0"/>
                      <a:pt x="95524" y="0"/>
                    </a:cubicBezTo>
                    <a:cubicBezTo>
                      <a:pt x="148063" y="0"/>
                      <a:pt x="191049" y="42506"/>
                      <a:pt x="191049" y="94456"/>
                    </a:cubicBezTo>
                    <a:cubicBezTo>
                      <a:pt x="191049" y="146408"/>
                      <a:pt x="148063" y="188913"/>
                      <a:pt x="95524" y="188913"/>
                    </a:cubicBezTo>
                    <a:close/>
                    <a:moveTo>
                      <a:pt x="95524" y="18891"/>
                    </a:moveTo>
                    <a:cubicBezTo>
                      <a:pt x="52539" y="18891"/>
                      <a:pt x="19105" y="51951"/>
                      <a:pt x="19105" y="94456"/>
                    </a:cubicBezTo>
                    <a:cubicBezTo>
                      <a:pt x="19105" y="136962"/>
                      <a:pt x="52539" y="170021"/>
                      <a:pt x="95524" y="170021"/>
                    </a:cubicBezTo>
                    <a:cubicBezTo>
                      <a:pt x="138510" y="170021"/>
                      <a:pt x="171944" y="136962"/>
                      <a:pt x="171944" y="94456"/>
                    </a:cubicBezTo>
                    <a:cubicBezTo>
                      <a:pt x="171944" y="51951"/>
                      <a:pt x="138510" y="18891"/>
                      <a:pt x="95524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9" name="Freeform 9"/>
              <p:cNvSpPr/>
              <p:nvPr/>
            </p:nvSpPr>
            <p:spPr>
              <a:xfrm>
                <a:off x="11586746" y="5068805"/>
                <a:ext cx="311457" cy="1801812"/>
              </a:xfrm>
              <a:custGeom>
                <a:avLst/>
                <a:gdLst/>
                <a:ahLst/>
                <a:cxnLst/>
                <a:rect l="l" t="t" r="r" b="b"/>
                <a:pathLst>
                  <a:path w="311457" h="1801812">
                    <a:moveTo>
                      <a:pt x="28898" y="1801813"/>
                    </a:moveTo>
                    <a:lnTo>
                      <a:pt x="0" y="1801813"/>
                    </a:lnTo>
                    <a:lnTo>
                      <a:pt x="0" y="561975"/>
                    </a:lnTo>
                    <a:lnTo>
                      <a:pt x="282558" y="280987"/>
                    </a:lnTo>
                    <a:lnTo>
                      <a:pt x="282558" y="0"/>
                    </a:lnTo>
                    <a:lnTo>
                      <a:pt x="311457" y="0"/>
                    </a:lnTo>
                    <a:lnTo>
                      <a:pt x="311457" y="290513"/>
                    </a:lnTo>
                    <a:lnTo>
                      <a:pt x="28898" y="571500"/>
                    </a:lnTo>
                    <a:lnTo>
                      <a:pt x="28898" y="1801813"/>
                    </a:ln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0" name="Freeform 10"/>
              <p:cNvSpPr/>
              <p:nvPr/>
            </p:nvSpPr>
            <p:spPr>
              <a:xfrm>
                <a:off x="11999346" y="6438817"/>
                <a:ext cx="192654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92654" h="188913">
                    <a:moveTo>
                      <a:pt x="96327" y="188913"/>
                    </a:moveTo>
                    <a:cubicBezTo>
                      <a:pt x="43348" y="188913"/>
                      <a:pt x="0" y="146408"/>
                      <a:pt x="0" y="94456"/>
                    </a:cubicBezTo>
                    <a:cubicBezTo>
                      <a:pt x="0" y="42506"/>
                      <a:pt x="43348" y="0"/>
                      <a:pt x="96327" y="0"/>
                    </a:cubicBezTo>
                    <a:cubicBezTo>
                      <a:pt x="149306" y="0"/>
                      <a:pt x="192654" y="42506"/>
                      <a:pt x="192654" y="94456"/>
                    </a:cubicBezTo>
                    <a:cubicBezTo>
                      <a:pt x="192654" y="146408"/>
                      <a:pt x="149306" y="188913"/>
                      <a:pt x="96327" y="188913"/>
                    </a:cubicBezTo>
                    <a:close/>
                    <a:moveTo>
                      <a:pt x="96327" y="18891"/>
                    </a:moveTo>
                    <a:cubicBezTo>
                      <a:pt x="57796" y="18891"/>
                      <a:pt x="19266" y="51951"/>
                      <a:pt x="19266" y="94456"/>
                    </a:cubicBezTo>
                    <a:cubicBezTo>
                      <a:pt x="19266" y="136962"/>
                      <a:pt x="57796" y="170021"/>
                      <a:pt x="96327" y="170021"/>
                    </a:cubicBezTo>
                    <a:cubicBezTo>
                      <a:pt x="139675" y="170021"/>
                      <a:pt x="173388" y="136962"/>
                      <a:pt x="173388" y="94456"/>
                    </a:cubicBezTo>
                    <a:cubicBezTo>
                      <a:pt x="173388" y="51951"/>
                      <a:pt x="139675" y="18891"/>
                      <a:pt x="96327" y="18891"/>
                    </a:cubicBezTo>
                    <a:close/>
                  </a:path>
                </a:pathLst>
              </a:cu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  <p:sp>
            <p:nvSpPr>
              <p:cNvPr id="11" name="AutoShape 11"/>
              <p:cNvSpPr/>
              <p:nvPr/>
            </p:nvSpPr>
            <p:spPr>
              <a:xfrm>
                <a:off x="12090856" y="6618205"/>
                <a:ext cx="24082" cy="252413"/>
              </a:xfrm>
              <a:prstGeom prst="rect">
                <a:avLst/>
              </a:prstGeom>
              <a:solidFill>
                <a:srgbClr val="549E39">
                  <a:alpha val="100000"/>
                </a:srgbClr>
              </a:solidFill>
              <a:ln w="12700">
                <a:noFill/>
                <a:prstDash val="solid"/>
              </a:ln>
            </p:spPr>
            <p:txBody>
              <a:bodyPr wrap="square" lIns="91440" tIns="45720" rIns="91440" bIns="45720" rtlCol="0" anchor="t">
                <a:noAutofit/>
              </a:bodyPr>
              <a:lstStyle/>
              <a:p>
                <a:pPr algn="ctr">
                  <a:defRPr/>
                </a:pPr>
                <a:endParaRPr/>
              </a:p>
            </p:txBody>
          </p:sp>
        </p:grpSp>
      </p:grpSp>
      <p:sp>
        <p:nvSpPr>
          <p:cNvPr id="12" name="AutoShape 12"/>
          <p:cNvSpPr>
            <a:spLocks noGrp="1"/>
          </p:cNvSpPr>
          <p:nvPr>
            <p:ph type="body" sz="quarter" idx="20" hasCustomPrompt="1"/>
          </p:nvPr>
        </p:nvSpPr>
        <p:spPr>
          <a:xfrm>
            <a:off x="0" y="0"/>
            <a:ext cx="4659313" cy="6858000"/>
          </a:xfrm>
          <a:prstGeom prst="rect">
            <a:avLst/>
          </a:pr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3200" b="1" i="0" u="none" strike="noStrike" spc="0">
                <a:solidFill>
                  <a:srgbClr val="FFFFFF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3200" b="1" i="0" u="none" strike="noStrike">
                <a:solidFill>
                  <a:srgbClr val="FFFFFF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Outline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EFAUL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自定义版式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Unnamed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21" hasCustomPrompt="1"/>
          </p:nvPr>
        </p:nvSpPr>
        <p:spPr>
          <a:xfrm>
            <a:off x="1256418" y="5448300"/>
            <a:ext cx="10396122" cy="4476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t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ctr">
              <a:lnSpc>
                <a:spcPct val="100000"/>
              </a:lnSpc>
            </a:pPr>
            <a:r>
              <a:rPr lang="en-US" sz="2400" b="0" i="0" u="none" strike="noStrike">
                <a:solidFill>
                  <a:srgbClr val="262626"/>
                </a:solidFill>
                <a:latin typeface="Calibri Light" panose="020F0302020204030204"/>
                <a:ea typeface="Calibri Light" panose="020F0302020204030204"/>
                <a:cs typeface="Calibri Light" panose="020F0302020204030204"/>
                <a:sym typeface="Calibri Light" panose="020F0302020204030204"/>
              </a:rPr>
              <a:t>日期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2" hasCustomPrompt="1"/>
          </p:nvPr>
        </p:nvSpPr>
        <p:spPr>
          <a:xfrm>
            <a:off x="1256418" y="6356351"/>
            <a:ext cx="10396122" cy="36512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A5A5A5"/>
                </a:solidFill>
                <a:latin typeface="Garamond" panose="02020404030301010803"/>
                <a:ea typeface="Garamond" panose="02020404030301010803"/>
                <a:cs typeface="Garamond" panose="02020404030301010803"/>
                <a:sym typeface="Garamond" panose="02020404030301010803"/>
              </a:rPr>
              <a:t>页脚</a:t>
            </a:r>
          </a:p>
        </p:txBody>
      </p:sp>
      <p:sp>
        <p:nvSpPr>
          <p:cNvPr id="4" name="AutoShape 4"/>
          <p:cNvSpPr>
            <a:spLocks noGrp="1"/>
          </p:cNvSpPr>
          <p:nvPr>
            <p:ph type="body" sz="quarter" idx="23" hasCustomPrompt="1"/>
          </p:nvPr>
        </p:nvSpPr>
        <p:spPr>
          <a:xfrm>
            <a:off x="1260390" y="1895447"/>
            <a:ext cx="10392032" cy="23876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单击此处编辑母版标题样式</a:t>
            </a:r>
          </a:p>
        </p:txBody>
      </p:sp>
      <p:sp>
        <p:nvSpPr>
          <p:cNvPr id="5" name="AutoShape 5"/>
          <p:cNvSpPr>
            <a:spLocks noGrp="1"/>
          </p:cNvSpPr>
          <p:nvPr>
            <p:ph type="body" sz="quarter" idx="24" hasCustomPrompt="1"/>
          </p:nvPr>
        </p:nvSpPr>
        <p:spPr>
          <a:xfrm>
            <a:off x="1260390" y="4846320"/>
            <a:ext cx="10392032" cy="47498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ctr">
              <a:lnSpc>
                <a:spcPct val="100000"/>
              </a:lnSpc>
              <a:defRPr sz="2400" b="0" i="0" u="none" strike="noStrike" spc="0">
                <a:solidFill>
                  <a:srgbClr val="262626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2400" b="0" i="0" u="none" strike="noStrike">
                <a:solidFill>
                  <a:srgbClr val="262626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单击此处编辑母版副标题样式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7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5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587" y="1622323"/>
            <a:ext cx="10943800" cy="302833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8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pic" sz="quarter" idx="27"/>
          </p:nvPr>
        </p:nvSpPr>
        <p:spPr>
          <a:xfrm>
            <a:off x="0" y="1"/>
            <a:ext cx="12192000" cy="6858000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lIns="63500" tIns="63500" rIns="63500" bIns="63500" anchor="ctr"/>
          <a:lstStyle>
            <a:lvl1pPr algn="ctr">
              <a:defRPr sz="16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ctr"/>
            <a:endParaRPr/>
          </a:p>
        </p:txBody>
      </p:sp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3136489" y="3716594"/>
            <a:ext cx="8534897" cy="2664541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wrap="square" lIns="91440" tIns="45720" rIns="91440" bIns="45720" anchor="ctr">
            <a:noAutofit/>
          </a:bodyPr>
          <a:lstStyle>
            <a:lvl1pPr algn="r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Pretendard"/>
              </a:defRPr>
            </a:lvl1pPr>
          </a:lstStyle>
          <a:p>
            <a:pPr indent="0" algn="r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마스터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제목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스타일</a:t>
            </a:r>
            <a:r>
              <a:rPr lang="en-US" sz="44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4400" b="0" i="0" u="none" strike="noStrike">
                <a:solidFill>
                  <a:srgbClr val="44546A"/>
                </a:solidFill>
                <a:latin typeface="Pretendard"/>
                <a:ea typeface="Pretendard"/>
                <a:cs typeface="Pretendard"/>
                <a:sym typeface="Pretendard"/>
              </a:rPr>
              <a:t>편집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3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zh-CN"/>
              <a:t>‹#›</a:t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"/>
          <p:cNvSpPr/>
          <p:nvPr userDrawn="1"/>
        </p:nvSpPr>
        <p:spPr>
          <a:xfrm flipV="1">
            <a:off x="-4185" y="529393"/>
            <a:ext cx="567982" cy="507999"/>
          </a:xfrm>
          <a:custGeom>
            <a:avLst/>
            <a:gdLst/>
            <a:ahLst/>
            <a:cxnLst/>
            <a:rect l="l" t="t" r="r" b="b"/>
            <a:pathLst>
              <a:path w="567982" h="507999">
                <a:moveTo>
                  <a:pt x="564624" y="238811"/>
                </a:moveTo>
                <a:lnTo>
                  <a:pt x="483240" y="9550"/>
                </a:lnTo>
                <a:cubicBezTo>
                  <a:pt x="482690" y="7925"/>
                  <a:pt x="482018" y="6401"/>
                  <a:pt x="481468" y="4775"/>
                </a:cubicBezTo>
                <a:cubicBezTo>
                  <a:pt x="479820" y="0"/>
                  <a:pt x="478111" y="0"/>
                  <a:pt x="476401" y="0"/>
                </a:cubicBezTo>
                <a:lnTo>
                  <a:pt x="444165" y="0"/>
                </a:lnTo>
                <a:lnTo>
                  <a:pt x="0" y="3556"/>
                </a:lnTo>
                <a:cubicBezTo>
                  <a:pt x="489" y="171704"/>
                  <a:pt x="1038" y="339851"/>
                  <a:pt x="1527" y="507999"/>
                </a:cubicBezTo>
                <a:lnTo>
                  <a:pt x="444165" y="506272"/>
                </a:lnTo>
                <a:lnTo>
                  <a:pt x="476401" y="506272"/>
                </a:lnTo>
                <a:cubicBezTo>
                  <a:pt x="478111" y="506272"/>
                  <a:pt x="479820" y="501496"/>
                  <a:pt x="481468" y="501496"/>
                </a:cubicBezTo>
                <a:cubicBezTo>
                  <a:pt x="481468" y="496721"/>
                  <a:pt x="483240" y="496721"/>
                  <a:pt x="483240" y="496721"/>
                </a:cubicBezTo>
                <a:lnTo>
                  <a:pt x="564624" y="267462"/>
                </a:lnTo>
                <a:cubicBezTo>
                  <a:pt x="567982" y="257912"/>
                  <a:pt x="567982" y="248361"/>
                  <a:pt x="564624" y="238811"/>
                </a:cubicBezTo>
                <a:close/>
              </a:path>
            </a:pathLst>
          </a:custGeom>
          <a:solidFill>
            <a:srgbClr val="8B0012">
              <a:alpha val="100000"/>
            </a:srgbClr>
          </a:solidFill>
          <a:ln w="12700">
            <a:noFill/>
            <a:prstDash val="solid"/>
          </a:ln>
        </p:spPr>
        <p:txBody>
          <a:bodyPr wrap="square" lIns="91440" tIns="45720" rIns="91440" bIns="45720" rtlCol="0" anchor="t">
            <a:no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grpSp>
        <p:nvGrpSpPr>
          <p:cNvPr id="2" name="Group 2"/>
          <p:cNvGrpSpPr/>
          <p:nvPr userDrawn="1"/>
        </p:nvGrpSpPr>
        <p:grpSpPr>
          <a:xfrm>
            <a:off x="9221415" y="158476"/>
            <a:ext cx="2580450" cy="547850"/>
            <a:chOff x="9221415" y="158476"/>
            <a:chExt cx="2580450" cy="547850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14"/>
            <a:srcRect/>
            <a:stretch>
              <a:fillRect/>
            </a:stretch>
          </p:blipFill>
          <p:spPr>
            <a:xfrm>
              <a:off x="9221415" y="260529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4" name="Picture 4"/>
            <p:cNvPicPr>
              <a:picLocks noChangeAspect="1"/>
            </p:cNvPicPr>
            <p:nvPr/>
          </p:nvPicPr>
          <p:blipFill>
            <a:blip r:embed="rId15"/>
            <a:srcRect l="13229" t="29812" r="10430" b="29795"/>
            <a:stretch>
              <a:fillRect/>
            </a:stretch>
          </p:blipFill>
          <p:spPr>
            <a:xfrm>
              <a:off x="10527164" y="158476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flagos-ai" TargetMode="External"/><Relationship Id="rId13" Type="http://schemas.openxmlformats.org/officeDocument/2006/relationships/image" Target="../media/image13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2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6" Type="http://schemas.openxmlformats.org/officeDocument/2006/relationships/image" Target="../media/image10.png"/><Relationship Id="rId11" Type="http://schemas.openxmlformats.org/officeDocument/2006/relationships/hyperlink" Target="https://flagos.io/Home" TargetMode="External"/><Relationship Id="rId5" Type="http://schemas.openxmlformats.org/officeDocument/2006/relationships/image" Target="../media/image9.png"/><Relationship Id="rId10" Type="http://schemas.openxmlformats.org/officeDocument/2006/relationships/hyperlink" Target="https://www.zhihu.com/people/95-22-20-18/posts" TargetMode="External"/><Relationship Id="rId4" Type="http://schemas.openxmlformats.org/officeDocument/2006/relationships/image" Target="../media/image8.png"/><Relationship Id="rId9" Type="http://schemas.openxmlformats.org/officeDocument/2006/relationships/hyperlink" Target="https://space.bilibili.com/3546791834290849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5"/>
          </p:nvPr>
        </p:nvPicPr>
        <p:blipFill>
          <a:blip r:embed="rId2"/>
          <a:srcRect t="349" b="349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6" hasCustomPrompt="1"/>
          </p:nvPr>
        </p:nvSpPr>
        <p:spPr>
          <a:xfrm>
            <a:off x="727710" y="1622425"/>
            <a:ext cx="5553710" cy="3028315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000" b="0" i="0" u="none" strike="noStrike" spc="0">
                <a:solidFill>
                  <a:srgbClr val="44546A">
                    <a:alpha val="100000"/>
                  </a:srgbClr>
                </a:solidFill>
                <a:latin typeface="Montserrat SemiBold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Hardware and Software Fundamentals of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Intelligent Computing </a:t>
            </a:r>
            <a:b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</a:br>
            <a:r>
              <a:rPr lang="en-US" sz="4000" b="0" i="0" u="none" strike="noStrike">
                <a:solidFill>
                  <a:srgbClr val="44546A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Systems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364100" y="6255612"/>
            <a:ext cx="409904" cy="409904"/>
            <a:chOff x="364100" y="6255612"/>
            <a:chExt cx="409904" cy="409904"/>
          </a:xfrm>
        </p:grpSpPr>
        <p:sp>
          <p:nvSpPr>
            <p:cNvPr id="5" name="AutoShape 5"/>
            <p:cNvSpPr/>
            <p:nvPr/>
          </p:nvSpPr>
          <p:spPr>
            <a:xfrm>
              <a:off x="364100" y="6255612"/>
              <a:ext cx="409904" cy="409904"/>
            </a:xfrm>
            <a:prstGeom prst="ellipse">
              <a:avLst/>
            </a:prstGeom>
            <a:solidFill>
              <a:srgbClr val="ED7D31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  <p:sp>
          <p:nvSpPr>
            <p:cNvPr id="6" name="AutoShape 6"/>
            <p:cNvSpPr/>
            <p:nvPr/>
          </p:nvSpPr>
          <p:spPr>
            <a:xfrm>
              <a:off x="505546" y="6397058"/>
              <a:ext cx="127012" cy="127012"/>
            </a:xfrm>
            <a:prstGeom prst="chevron">
              <a:avLst>
                <a:gd name="adj" fmla="val 50000"/>
              </a:avLst>
            </a:prstGeom>
            <a:solidFill>
              <a:srgbClr val="DAE3F3">
                <a:alpha val="100000"/>
              </a:srgbClr>
            </a:solidFill>
            <a:ln w="12700" cap="flat">
              <a:noFill/>
              <a:prstDash val="solid"/>
            </a:ln>
          </p:spPr>
          <p:txBody>
            <a:bodyPr wrap="square" lIns="91440" tIns="45720" rIns="91440" bIns="45720" rtlCol="0" anchor="ctr">
              <a:noAutofit/>
            </a:bodyPr>
            <a:lstStyle/>
            <a:p>
              <a:pPr indent="0" algn="ctr">
                <a:lnSpc>
                  <a:spcPct val="100000"/>
                </a:lnSpc>
                <a:defRPr/>
              </a:pPr>
              <a:r>
                <a:rPr lang="en-US" sz="1800" b="0" i="0" u="none" strike="noStrike">
                  <a:solidFill>
                    <a:srgbClr val="FFFFFF"/>
                  </a:solidFill>
                  <a:latin typeface="Arial" panose="020B0604020202020204"/>
                  <a:ea typeface="Arial" panose="020B0604020202020204"/>
                  <a:cs typeface="Arial" panose="020B0604020202020204"/>
                  <a:sym typeface="Arial" panose="020B0604020202020204"/>
                </a:rPr>
                <a:t> </a:t>
              </a:r>
              <a:endParaRPr lang="en-US" sz="1100"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8" name="Picture 8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5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rmAutofit/>
          </a:bodyPr>
          <a:lstStyle>
            <a:lvl1pPr algn="ctr">
              <a:lnSpc>
                <a:spcPct val="100000"/>
              </a:lnSpc>
              <a:defRPr sz="51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ctr">
              <a:lnSpc>
                <a:spcPct val="100000"/>
              </a:lnSpc>
              <a:spcBef>
                <a:spcPts val="1500"/>
              </a:spcBef>
            </a:pPr>
            <a:r>
              <a:rPr lang="en-US" sz="51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Lecture 46-47: Course Project Presentation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Course Projects Overview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algn="l"/>
            <a:endParaRPr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215900" y="1318604"/>
          <a:ext cx="11760200" cy="5173345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1963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99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75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664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911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Lecture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Project Name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Type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Key Assessment Criteria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5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Environment Setup and Toolchain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Lab Session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Four-Phase Operational Verification + + Lab Report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9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Softmax Kernel (Midterm)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Correctness 40pts + Performance70% Threshold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18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RMSNorm+Residual  Fusion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Performance must reach FlagGems Benchmark 90%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FlagTree Pass  Contribution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Individual Project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Choose from 3 directions, FileCheck Test Verification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2795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36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7B  Multi-Node Distributed Training (Final)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3-Person Team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Comparison of 3 Parallelism Strategies + + Linear Speedup Ratio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216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46-47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Capstone Project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Group Defense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Proposal Feasibility + + Authenticity of Progress</a:t>
                      </a:r>
                      <a:endParaRPr lang="en-US" sz="1100"/>
                    </a:p>
                  </a:txBody>
                  <a:tcPr marL="177800" marR="177800" marT="107950" marB="107950">
                    <a:lnL w="0" cap="flat" cmpd="sng" algn="ctr">
                      <a:prstDash val="solid"/>
                      <a:round/>
                      <a:headEnd type="none" w="med" len="med"/>
                      <a:tailEnd type="none" w="med" len="med"/>
                    </a:lnL>
                    <a:lnR w="0" cap="flat" cmpd="sng" algn="ctr"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8B001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Defense General Guidelines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Autofit/>
          </a:bodyPr>
          <a:lstStyle>
            <a:lvl1pPr algn="l">
              <a:lnSpc>
                <a:spcPct val="15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5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Capstone Project (Final Project) is conducted in  3–4 -person teams, spanning Module V (Lectures  37–45). The defense has two sessions: Lecture  46  for mid-term progress review, Lecture  47  for final presentation. The project must cover at least one of the following dimensions:</a:t>
            </a:r>
          </a:p>
          <a:p>
            <a:pPr marL="596900" lvl="1" indent="-2540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Self-designed  novel hardware benchmarking scheme design and implementation</a:t>
            </a:r>
          </a:p>
          <a:p>
            <a:pPr marL="596900" lvl="1" indent="-2540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KernelGen  capability evaluation and optimization for specific operator generation tasks</a:t>
            </a:r>
          </a:p>
          <a:p>
            <a:pPr marL="596900" lvl="1" indent="-2540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 domestic  GPU  full-stack (FlagTree + FlagGems) operator optimization practice</a:t>
            </a:r>
          </a:p>
          <a:p>
            <a:pPr marL="596900" lvl="1" indent="-254000" algn="l">
              <a:lnSpc>
                <a:spcPct val="15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AI -assisted programming in systems software development exploration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Proposal Presentation and Progress Report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 lnSpcReduction="10000"/>
          </a:bodyPr>
          <a:lstStyle>
            <a:lvl1pPr algn="l">
              <a:lnSpc>
                <a:spcPct val="92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Defense Procedure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Duration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Each group:  12 -min presentation + 5 -min Q&amp;A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Presentation Order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Determined by lottery, announced  1  week(s) in advance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Submission Materials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：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PPT  file (by  08:00  on defense day, uploaded to course platform)</a:t>
            </a:r>
          </a:p>
          <a:p>
            <a:pPr marL="304800" indent="-304800" algn="l">
              <a:lnSpc>
                <a:spcPct val="92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Required Presentation Content (Must Cover)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Project Background and Motivation: Why this problem? What is its engineering value?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Technical Approach: system architecture diagram, key technical roadmap, integration points with the  FlagOS  ecosystem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Current Progress: experimental data or code demo for completed parts (must not be limited to  PPT  descriptions only)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Challenges Encountered: specific technical difficulties and attempted solutions</a:t>
            </a:r>
          </a:p>
          <a:p>
            <a:pPr marL="596900" lvl="1" indent="-254000" algn="l">
              <a:lnSpc>
                <a:spcPct val="92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Future Plans: refinement plan with clear milestones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Final Report Specifications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sp>
        <p:nvSpPr>
          <p:cNvPr id="5" name="AutoShape 5"/>
          <p:cNvSpPr>
            <a:spLocks noGrp="1"/>
          </p:cNvSpPr>
          <p:nvPr>
            <p:ph type="body" sz="quarter" idx="9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t">
            <a:normAutofit/>
          </a:bodyPr>
          <a:lstStyle>
            <a:lvl1pPr algn="l">
              <a:lnSpc>
                <a:spcPct val="100000"/>
              </a:lnSpc>
              <a:defRPr sz="2400" b="0" i="0" u="none" strike="noStrike" spc="0">
                <a:solidFill>
                  <a:srgbClr val="404040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Format Requirements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Length: 8–12  pages of body text (excluding cover, table of contents, and references)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Format: A4</a:t>
            </a:r>
            <a:r>
              <a:rPr lang="en-US" sz="2000" b="0" i="0" u="none" strike="noStrike">
                <a:solidFill>
                  <a:srgbClr val="40404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，</a:t>
            </a: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12pt  body text; figures and tables must be numbered and titled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Language: primarily English; code and technical terms in English</a:t>
            </a:r>
          </a:p>
          <a:p>
            <a:pPr marL="304800" indent="-304800" algn="l">
              <a:lnSpc>
                <a:spcPct val="100000"/>
              </a:lnSpc>
              <a:spcBef>
                <a:spcPts val="1500"/>
              </a:spcBef>
              <a:buClr>
                <a:srgbClr val="404040"/>
              </a:buClr>
              <a:buChar char="•"/>
            </a:pPr>
            <a:r>
              <a:rPr lang="en-US" sz="24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Required Content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Abstract (within 300  words): core contributions and main conclusions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System Design Chapter: architecture diagrams, key data structures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Experiment Chapter: setup, baseline selection, result analysis (at least  1  performance comparison line//bar chart)</a:t>
            </a:r>
          </a:p>
          <a:p>
            <a:pPr marL="596900" lvl="1" indent="-254000" algn="l">
              <a:lnSpc>
                <a:spcPct val="100000"/>
              </a:lnSpc>
              <a:spcBef>
                <a:spcPts val="750"/>
              </a:spcBef>
              <a:buClr>
                <a:srgbClr val="404040"/>
              </a:buClr>
              <a:buChar char="•"/>
            </a:pPr>
            <a:r>
              <a:rPr lang="en-US" sz="2000" b="0" i="0" u="none" strike="noStrike">
                <a:solidFill>
                  <a:srgbClr val="404040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Discussion Chapter: limitations analysis, potential improvements if redone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Grading Criteria</a:t>
            </a:r>
          </a:p>
        </p:txBody>
      </p:sp>
      <p:sp>
        <p:nvSpPr>
          <p:cNvPr id="3" name="AutoShape 3"/>
          <p:cNvSpPr>
            <a:spLocks noGrp="1"/>
          </p:cNvSpPr>
          <p:nvPr>
            <p:ph type="body" sz="quarter" idx="7"/>
          </p:nvPr>
        </p:nvSpPr>
        <p:spPr>
          <a:prstGeom prst="rect">
            <a:avLst/>
          </a:prstGeom>
        </p:spPr>
        <p:txBody>
          <a:bodyPr vert="horz"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1400" b="0" i="0" u="none" strike="noStrike" spc="0">
                <a:solidFill>
                  <a:srgbClr val="1F2329">
                    <a:alpha val="100000"/>
                  </a:srgbClr>
                </a:solidFill>
                <a:latin typeface="Noto Sans SC" panose="020B0200000000000000" charset="-122"/>
              </a:defRPr>
            </a:lvl1pPr>
          </a:lstStyle>
          <a:p>
            <a:pPr algn="l"/>
            <a:endParaRPr/>
          </a:p>
        </p:txBody>
      </p:sp>
      <p:graphicFrame>
        <p:nvGraphicFramePr>
          <p:cNvPr id="5" name="Table 5"/>
          <p:cNvGraphicFramePr>
            <a:graphicFrameLocks noGrp="1"/>
          </p:cNvGraphicFramePr>
          <p:nvPr/>
        </p:nvGraphicFramePr>
        <p:xfrm>
          <a:off x="347663" y="1671177"/>
          <a:ext cx="11496675" cy="414655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9109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963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93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Assessment Dimension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Score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600" b="1" i="0" u="none" strike="noStrike" spc="120">
                          <a:solidFill>
                            <a:srgbClr val="FFFFFF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Grading Criteria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B0012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Technical Depth and Innovation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Problem difficulty, solution design, innovation analysis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Experimental Results and Data Quality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30  pts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Complete data, reasonable baselines, evidence-based conclusions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Presentation and Demo Quality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20  pts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PPT  clear, Demo  runnable, accurate Q&amp;A responses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Response to Feedback (Lecture 46）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Reasonable adoption of feedback with sufficient justification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5F5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27710"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Code and Report Quality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10  pts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17000"/>
                        </a:lnSpc>
                        <a:defRPr/>
                      </a:pPr>
                      <a:r>
                        <a:rPr lang="en-US" sz="1400" b="0" i="0" u="none" strike="noStrike" spc="12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  <a:sym typeface="Arial" panose="020B0604020202020204"/>
                        </a:rPr>
                        <a:t>README  complete, well-formatted report, reproducible code</a:t>
                      </a:r>
                      <a:endParaRPr lang="en-US" sz="1100"/>
                    </a:p>
                  </a:txBody>
                  <a:tcPr marL="177800" marR="177800" marT="107950" marB="107950">
                    <a:lnL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>
            <a:spLocks noGrp="1"/>
          </p:cNvSpPr>
          <p:nvPr>
            <p:ph type="body" sz="quarter" idx="6" hasCustomPrompt="1"/>
          </p:nvPr>
        </p:nvSpPr>
        <p:spPr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100000"/>
              </a:lnSpc>
              <a:defRPr sz="3600" b="0" i="0" u="none" strike="noStrike" spc="0">
                <a:solidFill>
                  <a:srgbClr val="262626">
                    <a:alpha val="100000"/>
                  </a:srgbClr>
                </a:solidFill>
                <a:latin typeface="Calibri" panose="020F0502020204030204"/>
              </a:defRPr>
            </a:lvl1pPr>
          </a:lstStyle>
          <a:p>
            <a:pPr indent="0" algn="l">
              <a:lnSpc>
                <a:spcPct val="100000"/>
              </a:lnSpc>
            </a:pPr>
            <a:r>
              <a:rPr lang="en-US" sz="3600" b="0" i="0" u="none" strike="noStrike">
                <a:solidFill>
                  <a:srgbClr val="262626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  <a:t>The Solution: FlagOS, a Unified AI Software Stack</a:t>
            </a:r>
          </a:p>
        </p:txBody>
      </p:sp>
      <p:pic>
        <p:nvPicPr>
          <p:cNvPr id="3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852170" y="1318260"/>
            <a:ext cx="9408795" cy="485330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89535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440023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905111" y="1861819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89535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40023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905111" y="3755727"/>
            <a:ext cx="3162940" cy="1506517"/>
          </a:xfrm>
          <a:prstGeom prst="roundRect">
            <a:avLst>
              <a:gd name="adj" fmla="val 6812"/>
            </a:avLst>
          </a:prstGeom>
          <a:solidFill>
            <a:srgbClr val="FFFFFF">
              <a:alpha val="100000"/>
            </a:srgbClr>
          </a:solidFill>
          <a:ln w="12700" cap="flat">
            <a:noFill/>
            <a:prstDash val="solid"/>
          </a:ln>
          <a:effectLst>
            <a:outerShdw blurRad="190500" dist="63500" dir="2700000" algn="tl" rotWithShape="0">
              <a:srgbClr val="4472C4">
                <a:alpha val="20000"/>
              </a:srgbClr>
            </a:outerShdw>
          </a:effectLst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98364" y="1689569"/>
            <a:ext cx="356915" cy="356915"/>
          </a:xfrm>
          <a:prstGeom prst="ellipse">
            <a:avLst/>
          </a:prstGeom>
          <a:blipFill rotWithShape="1">
            <a:blip r:embed="rId2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803244" y="1689569"/>
            <a:ext cx="356915" cy="356915"/>
          </a:xfrm>
          <a:prstGeom prst="ellipse">
            <a:avLst/>
          </a:prstGeom>
          <a:blipFill rotWithShape="1">
            <a:blip r:embed="rId3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9308124" y="1689569"/>
            <a:ext cx="356915" cy="356915"/>
          </a:xfrm>
          <a:prstGeom prst="ellipse">
            <a:avLst/>
          </a:prstGeom>
          <a:blipFill rotWithShape="1">
            <a:blip r:embed="rId4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98364" y="3577269"/>
            <a:ext cx="356915" cy="356915"/>
          </a:xfrm>
          <a:prstGeom prst="ellipse">
            <a:avLst/>
          </a:prstGeom>
          <a:blipFill rotWithShape="1">
            <a:blip r:embed="rId5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803244" y="3577269"/>
            <a:ext cx="356915" cy="356915"/>
          </a:xfrm>
          <a:prstGeom prst="ellipse">
            <a:avLst/>
          </a:prstGeom>
          <a:blipFill rotWithShape="1">
            <a:blip r:embed="rId6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308124" y="3577269"/>
            <a:ext cx="356915" cy="356915"/>
          </a:xfrm>
          <a:prstGeom prst="ellipse">
            <a:avLst/>
          </a:prstGeom>
          <a:blipFill rotWithShape="1">
            <a:blip r:embed="rId7"/>
            <a:stretch>
              <a:fillRect/>
            </a:stretch>
          </a:blipFill>
          <a:ln w="12700" cap="flat">
            <a:noFill/>
            <a:prstDash val="solid"/>
          </a:ln>
        </p:spPr>
        <p:txBody>
          <a:bodyPr wrap="square" lIns="91440" tIns="45720" rIns="91440" bIns="45720" rtlCol="0" anchor="ctr">
            <a:no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219842" y="251790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8" tooltip="https://github.com/flagos-ai"/>
              </a:rPr>
              <a:t>https://github.com/flagos-ai</a:t>
            </a:r>
            <a:endParaRPr lang="en-US" sz="1100"/>
          </a:p>
          <a:p>
            <a:pPr indent="0" algn="l">
              <a:lnSpc>
                <a:spcPct val="150000"/>
              </a:lnSpc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 </a:t>
            </a:r>
          </a:p>
        </p:txBody>
      </p:sp>
      <p:sp>
        <p:nvSpPr>
          <p:cNvPr id="15" name="AutoShape 15"/>
          <p:cNvSpPr/>
          <p:nvPr/>
        </p:nvSpPr>
        <p:spPr>
          <a:xfrm>
            <a:off x="8015605" y="2341245"/>
            <a:ext cx="2882265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9" tooltip="https://space.bilibili.com/3546791834290849"/>
              </a:rPr>
              <a:t>https://space.bilibili.com/3546791834290849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219842" y="4403854"/>
            <a:ext cx="2513958" cy="76644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0" tooltip="https://www.zhihu.com/people/95-22-20-18/posts"/>
              </a:rPr>
              <a:t>https://www.zhihu.com/people/95-22-20-18/posts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724722" y="4403854"/>
            <a:ext cx="2513958" cy="396875"/>
          </a:xfrm>
          <a:prstGeom prst="rect">
            <a:avLst/>
          </a:prstGeom>
          <a:noFill/>
          <a:ln w="12700">
            <a:noFill/>
            <a:prstDash val="solid"/>
          </a:ln>
        </p:spPr>
        <p:txBody>
          <a:bodyPr vert="horz" wrap="square" lIns="0" tIns="14400" rIns="0" bIns="14400" rtlCol="0" anchor="t">
            <a:spAutoFit/>
          </a:bodyPr>
          <a:lstStyle/>
          <a:p>
            <a:pPr indent="0" algn="l">
              <a:lnSpc>
                <a:spcPct val="150000"/>
              </a:lnSpc>
              <a:defRPr/>
            </a:pPr>
            <a:r>
              <a:rPr lang="en-US" sz="1600" b="0" i="0" u="none" strike="noStrike">
                <a:solidFill>
                  <a:srgbClr val="76717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  <a:hlinkClick r:id="rId11" tooltip="https://flagos.io/Home"/>
              </a:rPr>
              <a:t>https://flagos.io/Home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/>
          <a:srcRect/>
          <a:stretch>
            <a:fillRect/>
          </a:stretch>
        </p:blipFill>
        <p:spPr>
          <a:xfrm>
            <a:off x="5408930" y="2046605"/>
            <a:ext cx="1255395" cy="125539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19" name="Picture 19"/>
          <p:cNvPicPr>
            <a:picLocks noChangeAspect="1"/>
          </p:cNvPicPr>
          <p:nvPr/>
        </p:nvPicPr>
        <p:blipFill>
          <a:blip r:embed="rId13"/>
          <a:srcRect/>
          <a:stretch>
            <a:fillRect/>
          </a:stretch>
        </p:blipFill>
        <p:spPr>
          <a:xfrm>
            <a:off x="8903970" y="3953510"/>
            <a:ext cx="1299210" cy="1308735"/>
          </a:xfrm>
          <a:prstGeom prst="rect">
            <a:avLst/>
          </a:prstGeom>
          <a:ln w="12700">
            <a:noFill/>
            <a:prstDash val="solid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>
        <p:fade/>
      </p:transition>
    </mc:Choice>
    <mc:Fallback xmlns=""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Grp="1" noChangeAspect="1"/>
          </p:cNvPicPr>
          <p:nvPr>
            <p:ph type="pic" sz="quarter" idx="27"/>
          </p:nvPr>
        </p:nvPicPr>
        <p:blipFill>
          <a:blip r:embed="rId2"/>
          <a:srcRect l="2306" r="2305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  <p:sp>
        <p:nvSpPr>
          <p:cNvPr id="3" name="AutoShape 3"/>
          <p:cNvSpPr>
            <a:spLocks noGrp="1"/>
          </p:cNvSpPr>
          <p:nvPr>
            <p:ph type="body" sz="quarter" idx="28" hasCustomPrompt="1"/>
          </p:nvPr>
        </p:nvSpPr>
        <p:spPr>
          <a:xfrm>
            <a:off x="5625465" y="2373630"/>
            <a:ext cx="5739130" cy="2664460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>
            <a:lvl1pPr algn="l">
              <a:lnSpc>
                <a:spcPct val="92000"/>
              </a:lnSpc>
              <a:defRPr sz="4400" b="0" i="0" u="none" strike="noStrike" spc="0">
                <a:solidFill>
                  <a:srgbClr val="44546A">
                    <a:alpha val="100000"/>
                  </a:srgbClr>
                </a:solidFill>
                <a:latin typeface="微软雅黑" panose="020B0503020204020204" charset="-122"/>
              </a:defRPr>
            </a:lvl1pPr>
          </a:lstStyle>
          <a:p>
            <a:pPr indent="0" algn="l">
              <a:lnSpc>
                <a:spcPct val="92000"/>
              </a:lnSpc>
            </a:pPr>
            <a:r>
              <a:rPr lang="en-US" sz="4400" b="0" i="0" u="none" strike="noStrike">
                <a:solidFill>
                  <a:srgbClr val="4454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微软雅黑" panose="020B0503020204020204" charset="-122"/>
              </a:rPr>
              <a:t>Thanks for your time！</a:t>
            </a:r>
          </a:p>
        </p:txBody>
      </p:sp>
      <p:grpSp>
        <p:nvGrpSpPr>
          <p:cNvPr id="4" name="Group 4"/>
          <p:cNvGrpSpPr/>
          <p:nvPr/>
        </p:nvGrpSpPr>
        <p:grpSpPr>
          <a:xfrm>
            <a:off x="9247450" y="217531"/>
            <a:ext cx="2580450" cy="547850"/>
            <a:chOff x="9247450" y="217531"/>
            <a:chExt cx="2580450" cy="547850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/>
            <a:stretch>
              <a:fillRect/>
            </a:stretch>
          </p:blipFill>
          <p:spPr>
            <a:xfrm>
              <a:off x="9247450" y="319584"/>
              <a:ext cx="1096400" cy="336123"/>
            </a:xfrm>
            <a:prstGeom prst="rect">
              <a:avLst/>
            </a:prstGeom>
            <a:ln w="12700">
              <a:noFill/>
              <a:prstDash val="solid"/>
            </a:ln>
          </p:spPr>
        </p:pic>
        <p:pic>
          <p:nvPicPr>
            <p:cNvPr id="6" name="Picture 6"/>
            <p:cNvPicPr>
              <a:picLocks noChangeAspect="1"/>
            </p:cNvPicPr>
            <p:nvPr/>
          </p:nvPicPr>
          <p:blipFill>
            <a:blip r:embed="rId4"/>
            <a:srcRect l="13229" t="29811" r="10431" b="29796"/>
            <a:stretch>
              <a:fillRect/>
            </a:stretch>
          </p:blipFill>
          <p:spPr>
            <a:xfrm>
              <a:off x="10553199" y="217531"/>
              <a:ext cx="1274701" cy="547850"/>
            </a:xfrm>
            <a:prstGeom prst="rect">
              <a:avLst/>
            </a:prstGeom>
            <a:ln w="12700">
              <a:noFill/>
              <a:prstDash val="solid"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母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599</Words>
  <Application>Microsoft Office PowerPoint</Application>
  <PresentationFormat>宽屏</PresentationFormat>
  <Paragraphs>98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20" baseType="lpstr">
      <vt:lpstr>Noto Sans SC</vt:lpstr>
      <vt:lpstr>Pretendard</vt:lpstr>
      <vt:lpstr>微软雅黑</vt:lpstr>
      <vt:lpstr>Arial</vt:lpstr>
      <vt:lpstr>Calibri</vt:lpstr>
      <vt:lpstr>Calibri Light</vt:lpstr>
      <vt:lpstr>Garamond</vt:lpstr>
      <vt:lpstr>Montserrat SemiBold</vt:lpstr>
      <vt:lpstr>Office 主题​​</vt:lpstr>
      <vt:lpstr>母版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Xiang Li</cp:lastModifiedBy>
  <cp:revision>27</cp:revision>
  <dcterms:created xsi:type="dcterms:W3CDTF">2026-04-24T01:53:00Z</dcterms:created>
  <dcterms:modified xsi:type="dcterms:W3CDTF">2026-05-27T10:19:38Z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3BE014298C8173DBA087E969CE223784_42</vt:lpwstr>
  </property>
  <property fmtid="{D5CDD505-2E9C-101B-9397-08002B2CF9AE}" pid="3" name="KSOProductBuildVer">
    <vt:lpwstr>2052-12.1.0.21915</vt:lpwstr>
  </property>
</Properties>
</file>
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2"/>
  </p:notesMasterIdLst>
  <p:handoutMasterIdLst>
    <p:handoutMasterId r:id="rId13"/>
  </p:handoutMasterIdLst>
  <p:sldIdLst>
    <p:sldId id="256" r:id="rId3"/>
    <p:sldId id="600" r:id="rId4"/>
    <p:sldId id="601" r:id="rId5"/>
    <p:sldId id="602" r:id="rId6"/>
    <p:sldId id="603" r:id="rId7"/>
    <p:sldId id="604" r:id="rId8"/>
    <p:sldId id="322" r:id="rId9"/>
    <p:sldId id="323" r:id="rId10"/>
    <p:sldId id="32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9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space.bilibili.com/354679183429084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27</a:t>
            </a: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III Final Project</a:t>
            </a:r>
            <a:b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(FlagTree Pass Contribution)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Background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 Pass  is  AI  the core mechanism of AI compiler optimization. FlagTree  is built on the  MLIR  framework, through a series of  Pass  progressively lowering high-level operator representations  Lower to target hardware code. Students must choose one of the following directions to contribute a functional optimization  FlagTree  Pass  or operator extension to FlagTree, gaining real-world compiler engineering experience.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Development Process Requirements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 1: Read  FlagTree  source code, choose direction, submit design document (1–2  pages)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 2: Complete core  Pass  implementation, submit code  PR Draft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 3: Write  FileCheck  unit tests, complete performance//correctness verification, final submission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Selectable Directions (Choose One of Three)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83000"/>
              </a:lnSpc>
              <a:defRPr sz="21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66700" indent="-2667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Direction A: Implement a New  Fusion Pass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 MLIR  implement a pattern-matching fusion rule, e.g.: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 + LayerNorm → FusedAddLayerNorm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 + Softmax → ScaledSoftmax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Requirement: Pass  correctly identifies and rewrites the computation graph, generating fused operator  Triton Kernel  calls.</a:t>
            </a:r>
          </a:p>
          <a:p>
            <a:pPr marL="266700" indent="-2667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Direction B: Extend Multi-Chip Support for Existing Operators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 FlagTree  add support for an existing operator (e.g.,  GELU  or  LayerNorm) targeting Ascend  NPU  or  AMD GPU  backend: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 the corresponding  Codegen  path (SPIR-V  or  Ascend C  target code)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Via  FlagTree 's  Runtime  interface for operator registration</a:t>
            </a:r>
          </a:p>
          <a:p>
            <a:pPr marL="266700" indent="-2667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1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Direction C: Implement a Graph Optimization  Pass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 Loop-Invariant Code Motion (LICM) or Common Subexpression Elimination (CSE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 Affine Dialect  level to identify hoistable computations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Verify semantic equivalence before and after transformation (using  MLIR 's  FileCheck  tests)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Requirements and Grading Criteria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Requirements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 C++17, conforming to  LLVM  Coding Standards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  must pass at least  3   FileCheck  test cases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Provide  Python -level verification script for end-to-end operator output correctness validation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Documentation Requirements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  Design Description: describe  Pattern  matching logic and transformation rules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Test Report: demonstrate optimization results (Kernel  count reduction, execution time comparison)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Grading Criteria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98220" y="4571365"/>
          <a:ext cx="9603740" cy="18872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7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Assessment Dimension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Score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Grading Criteria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Pass  Correctness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FileCheck  tests all passed, end-to-end verification correct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Optimization Effect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Quantitatively demonstrate performance gains from fusion//optimization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Quality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Conforms to  LLVM  standards, complete comments, clear structure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Design Document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Clear approach, describes  Pattern  matching logic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宽屏</PresentationFormat>
  <Paragraphs>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
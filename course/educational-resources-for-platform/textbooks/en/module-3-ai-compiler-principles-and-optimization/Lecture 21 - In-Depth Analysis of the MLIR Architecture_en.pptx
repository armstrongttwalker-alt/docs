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56" r:id="rId3"/>
    <p:sldId id="489" r:id="rId4"/>
    <p:sldId id="490" r:id="rId5"/>
    <p:sldId id="491" r:id="rId6"/>
    <p:sldId id="492" r:id="rId7"/>
    <p:sldId id="493" r:id="rId8"/>
    <p:sldId id="494" r:id="rId9"/>
    <p:sldId id="495" r:id="rId10"/>
    <p:sldId id="496" r:id="rId11"/>
    <p:sldId id="497" r:id="rId12"/>
    <p:sldId id="498" r:id="rId13"/>
    <p:sldId id="499" r:id="rId14"/>
    <p:sldId id="500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322" r:id="rId23"/>
    <p:sldId id="323" r:id="rId24"/>
    <p:sldId id="324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7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4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space.bilibili.com/3546791834290849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21: In-Depth Analysis of the MLIR Architecture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 IR  Limitations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https://en.wikipedia.org/wiki/LLVM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Lattner, Chris, et al. "MLIR: A compiler infrastructure for the end of Moore's law." arXiv preprint arXiv:2002.11054 (2020).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86562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 Overview</a:t>
            </a:r>
          </a:p>
          <a:p>
            <a:pPr marL="546100" lvl="1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Design: LLVM IR  semantic level is roughly equivalent to“ C with vector operations C  language” .</a:t>
            </a:r>
          </a:p>
          <a:p>
            <a:pPr marL="546100" lvl="1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(Multi-Level Intermediate Representation)</a:t>
            </a:r>
          </a:p>
          <a:p>
            <a:pPr marL="546100" lvl="1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Model: Assumes a flattened, linear memory model, primarily operating on scalars, memory pointers, and 1D vector registers.</a:t>
            </a:r>
          </a:p>
          <a:p>
            <a:pPr marL="228600" indent="-2286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Learning Computation Graph</a:t>
            </a:r>
          </a:p>
          <a:p>
            <a:pPr marL="546100" lvl="1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 inherently high-dimensional multi-dimensional tensor algebra and deeply nested loops, creating a huge semantic gap between the two.</a:t>
            </a:r>
          </a:p>
          <a:p>
            <a:pPr marL="546100" lvl="1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Forced Flattening: TensorFlow/PyTorch  and other high-level frameworks directly lowering to LLVM IR , multi-dimensional tensors are forcefully flattened into 1D memory pointers.</a:t>
            </a:r>
          </a:p>
          <a:p>
            <a:pPr marL="546100" lvl="1" indent="-2032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Control Flow Destruction: High-level loop tree  structures are destroyed, converted to implicit flat CFG  and conditional branch jumps.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00015" y="431800"/>
            <a:ext cx="1925320" cy="12065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00620" y="1323975"/>
            <a:ext cx="4672965" cy="21615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39355" y="3834130"/>
            <a:ext cx="4652645" cy="17367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 Architecture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33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A reusable, extensible open-source compilation infrastructure framework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Addressing software fragmentation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 for compilation targeting heterogeneous hardware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Reducing overhead for domain-specific compiler development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Connecting existing various compilers</a:t>
            </a:r>
          </a:p>
          <a:p>
            <a:pPr marL="254000" indent="-2540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MLIRWhy Can Solve the Problem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syntax, reusable components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Shared ecosystem, coordinated optimization across levels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Small gaps between levels, easy to implement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60260" y="3429000"/>
            <a:ext cx="4686935" cy="20478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Components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82930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Top-level container encapsulating the entire compilation unit, isolating external variable scopes 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Region: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Breaking through flat CFG  limitations, preserving loops as“first-class citizens” in nested structures.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Block: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IntroducingBlock Arguments  avoiding traditional LLVM  high-maintenance PHI  nodes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 and Attribute: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Highly unified opaque API, along with globally uniqued attribute dictionaries for representing constants.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87490" y="2320925"/>
            <a:ext cx="5307965" cy="26358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-Based Deep Learning Framework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https://hku-systems.github.io/events/iscas2021/1-2-Hongbin%20Zhang%20MLIR.pdf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72719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From Model Translation to MLIR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Splitting the program into host  and deviceGenerating intermediate artifacts (VM FlatBuffers, C file, etc.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Linking host  and device -side code to generate executables/ library and IREE  Hardware Abstraction Layer (HAL) linking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IREE Bytecode Virtual Machine (Bytecode VM)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Hardware Abstraction Layer API (HAL API) and various hardware abstractions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 interface and various language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60615" y="1446530"/>
            <a:ext cx="4493895" cy="459613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Dialect  Dialect System·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https://mlir.llvm.org/docs/Dialects/Vector/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16128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Dialect Mechanism Definition: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Dialect  is a logical namespace encapsulating operators, types, and attributes customized for specific computational domains 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Within a computation graph, high-level framework dialect (torch), tensor dialect (tensor), loop dialect (affine), and machine code dialect (llvm) can perfectly coexist.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Through inter-dialect Conversion Pass, the compiler can perform“the most appropriate abstraction level” at “the most suitable graph optimization”.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53430" y="1132840"/>
            <a:ext cx="6089015" cy="48539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ODS Specification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https://mlir.llvm.org/docs/DefiningDialects/Operations/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46874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100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Declarative Modeling: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LLVM TableGen (.td  files) -based declarative operator definition framework.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Source of Truth: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Defining operator name, operands, attributes, and return values in one shot through concise descriptive syntax.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Type Constraints: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Directly declaring operator traits in the specification (e.g.,Traits), such as declaring NoMemoryEffect  to explicitly inform the compiler that the operator has no memory side effects, allowing aggressive reordering.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1220" y="1584960"/>
            <a:ext cx="4810760" cy="39928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ODS Automated generation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79501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C++ Boilerplate Auto-Generation: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OpDefinitionsGen  tool automatically parses and generates standard C++  declaration and implementation code at compile time 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Automatically generating strongly-typed, semantically explicit Getter/Setter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e.g., directly calling .stride()  to get stride.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Compile-Time Verification: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Automatically aggregating all constraints and generating a verify()  verifier. Before graph optimization begins, automatically intercepting illegal type or tensor shape mismatch cases.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55105" y="1409065"/>
            <a:ext cx="5246370" cy="43541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Dialect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https://community.arm.com/cfs-file/__key/communityserver-blogs-components-weblogfiles/00-00-00-37-98/Eric-Kunze-_2D00_-ODIW-2021-_2D00_.pdf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(Tensor Operator Set Architecture)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Hardware-Independent Tensor Operation Set Specification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Providing a standardized, general set of tensor operations to represent computations in DNNs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Serving as a universal bridge connecting various frontend high-level framework models with backend low-level hardware compilers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21890" y="3175000"/>
            <a:ext cx="6834505" cy="30962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Design Goals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 Agnosticism (Hardware Agnostic):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Making no assumptions related to specific hardware architectures (e.g., specific register sizes, cache hierarchies).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Focusing on expressing the mathematical computation semantics of neural networks, not hardware execution details.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Stability and Standardization (Stability &amp; Standardization):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 is backed by a strict specification (Specification)-supported Dialect, aiming to be a stable contract layer. Guaranteeing the legitimacy and consistency of input IR  to downstream compilers.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Completeness and Conciseness (Completeness vs. Conciseness):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Containing operators sufficient to express the vast majority of current deep learning models.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Avoiding operator explosion (Operator Explosion): Expressing complex operators through combinations of basic operators, rather than creating a new operator for every minor operation variant.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in the Compilation Ecosystem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Middle Layer (The Hourglass Neck):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Upward Frontend Connection (Frontend Lowering):</a:t>
            </a:r>
          </a:p>
          <a:p>
            <a:pPr marL="863600" lvl="2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High-level framework models (e.g., TensorFlow Lite, PyTorch Export, ONNX) are converted to high-level Dialect (e.g., tf, torch or mhlo</a:t>
            </a: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863600" lvl="2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These high-level Dialect  can directly or indirectly Lower ( lower)  to tosa Dialect.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Downward Backend Connection (Backend Lowering):</a:t>
            </a:r>
          </a:p>
          <a:p>
            <a:pPr marL="863600" lvl="2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 is typically lowered to linalg (Linear Algebra) Dialect, then to vector, scf, and finally to llvm Dialect  for CPU/GPU  execution.</a:t>
            </a:r>
          </a:p>
          <a:p>
            <a:pPr marL="863600" lvl="2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Custom Hardware Path:  Hardware vendors can directly extract tosa  the computation graph and map it to custom accelerator instruction sets.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94075" y="4081780"/>
            <a:ext cx="5537200" cy="25088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Dialect  Core Operations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46100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20000"/>
          </a:bodyPr>
          <a:lstStyle>
            <a:lvl1pPr algn="l">
              <a:lnSpc>
                <a:spcPct val="117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Operator Categories: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Element-wise Operations (Element-wise): tosa.add, tosa.mul, tosa.exp, tosa.sigmoid etc.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Neural Network Computation (Neural Network Ops): tosa.conv2d, tosa.depthwise_conv2d, tosa.matmul, tosa.fully_connected etc.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Data Manipulation (Data Manipulation): tosa.reshape, tosa.transpose, tosa.slice, tosa.concat etc.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Reduction and Pooling (Reduction &amp; Pooling): tosa.reduce_sum, tosa.max_pool2d etc.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323975"/>
            <a:ext cx="5133340" cy="45542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Dialect  Quantization Supporting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https://community.arm.com/cfs-file/__key/communityserver-blogs-components-weblogfiles/00-00-00-37-98/Eric-Kunze-_2D00_-ODIW-2021-_2D00_.pdf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First-Class Quantization Support: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TOSA  designed quantization as a first-class citizen from the outset (especially targeting edge computing).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Supports floating-point types (FP32, FP16, BF16), natively supports integer//quantization types (INT8, INT16, INT32, INT48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Quantization parameters (e.g., scale  and zero-point) are directly embedded in operator semantics and attributes, ensuring strict consistency between hardware execution precision and software simulation.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66695" y="3659505"/>
            <a:ext cx="7374890" cy="25177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workflow of TOSA profile-based validation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2696255" y="1323975"/>
            <a:ext cx="6932840" cy="4852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Dialect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https://web.eecs.umich.edu/~mahlke/courses/583w23/lectures/Apr12/Group16_slides.pdf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82422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Dialect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Specifically designed to express and optimize structured control flow and multi-dimensional memory access IR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the polyhedral model (Polyhedral Model) mathematical foundations, with engineering simplifications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Purpose: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Enabling the compiler to perform precise data dependency analysis.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Achieving efficient automatic parallelization, data locality optimization, and complex loop transformations.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86525" y="1590675"/>
            <a:ext cx="5447030" cy="34493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Dialect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https://www.researchgate.net/figure/Dialects-available-in-MLIR-and-their-entry-points-PET-to-MLIR-enables-entering-in-the_fig2_347152973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26694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Is It Called “Affine”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？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bounds and memory access indices are strictly restricted to affine functions of loop induction variables and symbols.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Concepts: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Dimensions:  Typically corresponding to loop induction variables (Induction Variables, e.g., i, j, k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Symbols:  Parameters that remain constant throughout the loop nest (e.g., dynamic tensor dimensions N, M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Map: Defines a mathematical transformation from dimensions and symbols to a set of results (commonly used for array index computation).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Integer Set:  An integer space defined using affine constraints, commonly used to represent if  condition boundaries.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09230" y="2113915"/>
            <a:ext cx="4225925" cy="32740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Dialect  Key Operators and Syntax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https://code.ornl.gov/llvm-doe/llvm-project/-/blob/369891b6747e4ad4b5e4e6d06f3f7596f3ee3f02/mlir/docs/Dialects/Affine.md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75437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Restricted Control Flow Operations: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affine.for: Defines a loop with known bounds,  stride must be a constant.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affine.if: Defines a conditional branch whose condition must be strictly evaluated by an affine integer set (Integer Set).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Restricted Memory Access Operations: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affine.load / affine.store: Reads from memory (MemRef  type) or/ writes data.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Constraint:  Access indices must be valid Affine Map. The compiler knows exactly which memory block each loop iteration accesses.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27470" y="1441450"/>
            <a:ext cx="5414010" cy="29387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Dialect Automatic Compilation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Precise Dependency Analysis: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Since all memory accesses are affine, the compiler can precisely determine data dependencies between instructions/loop iterations at compile time by solving integer linear programming (ILP) problems, precisely determining which instructions/ have data dependencies across loop iterations.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Transformation Strategies: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Tiling:  Splitting large loops into smaller blocks, greatly improving CPU/GPU L1/L2 Cache  hit rates.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Unrolling :  Increasing instruction-level parallelism (ILP), reducing branch overhead.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Fusion and Fission:  Merging adjacent loops to reduce memory round-trips, or splitting loops to improve register utilization.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Permutation:  Changing the order of nested loops, optimizing stride for sequential memory access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Affine Dialect in MLIR  Position in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39889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Typical Lowering  Path: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Upstream Connection:  High-order tensor computation Dialect (e.g., Linalg or Tensor) can have certain operations lowered (Lower) to Affine  loop nests.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Self-Optimization:  in Affine  level, performing intensive loop transformations and parallelism analysis (e.g., extracting parallel loops affine.parallel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Downstream Output:  After optimization, Affine  is lowered to generic SCF (Structured Control Flow) or Standard Dialect, and finally converted to LLVM IR  to generate machine code.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39610" y="1644650"/>
            <a:ext cx="4606925" cy="35687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1845</Words>
  <Application>Microsoft Office PowerPoint</Application>
  <PresentationFormat>宽屏</PresentationFormat>
  <Paragraphs>156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
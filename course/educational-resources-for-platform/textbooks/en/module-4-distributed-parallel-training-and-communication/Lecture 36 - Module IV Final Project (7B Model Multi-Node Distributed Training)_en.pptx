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72" r:id="rId3"/>
  </p:sldMasterIdLst>
  <p:notesMasterIdLst>
    <p:notesMasterId r:id="rId14"/>
  </p:notesMasterIdLst>
  <p:sldIdLst>
    <p:sldId id="279" r:id="rId4"/>
    <p:sldId id="588" r:id="rId5"/>
    <p:sldId id="589" r:id="rId6"/>
    <p:sldId id="590" r:id="rId7"/>
    <p:sldId id="591" r:id="rId8"/>
    <p:sldId id="592" r:id="rId9"/>
    <p:sldId id="593" r:id="rId10"/>
    <p:sldId id="333" r:id="rId11"/>
    <p:sldId id="334" r:id="rId12"/>
    <p:sldId id="335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 userDrawn="1"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  <p:pic>
        <p:nvPicPr>
          <p:cNvPr id="10" name="图片 9" descr="/Users/jieran/Library/Containers/com.kingsoft.wpsoffice.mac/Data/tmp/picturecompress_20260414164557/output_1.pngoutput_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94650" y="196215"/>
            <a:ext cx="1017905" cy="4241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1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10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9.png"/><Relationship Id="rId9" Type="http://schemas.openxmlformats.org/officeDocument/2006/relationships/hyperlink" Target="https://space.bilibili.com/3546791834290849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4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4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36</a:t>
            </a:r>
            <a:r>
              <a:rPr lang="en-US" sz="4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4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Module IV Final Project</a:t>
            </a:r>
            <a:br>
              <a:rPr lang="en-US" sz="4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4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(7B Model Multi-Node Distributed Training)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Course Projects Overview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15900" y="1318604"/>
          <a:ext cx="11760200" cy="517334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96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9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66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115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Lecture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Project Name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Type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Key Assessment Criteria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5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Environment Setup and Toolchain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Lab Session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Four-Phase Operational Verification + + Lab Report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9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Softmax Kernel (Midterm)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Individual Project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Correctness 40pts + Performance70% Threshold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18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RMSNorm+Residual  Fusion (Final)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Individual Project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Performance must reach FlagGems Benchmark 90%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27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FlagTree Pass  Contribution (Final)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Individual Project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Choose from 3 directions, FileCheck Test Verification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36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7B  Multi-Node Distributed Training (Final)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3-Person Team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Comparison of 3 Parallelism Strategies + + Linear Speedup Ratio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46-47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Capstone Project Defense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Group Defense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Proposal Feasibility + + Authenticity of Progress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Overview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Background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Large-scale language model training is a comprehensive test of distributed systems engineering. This project requires students to work in  3 -person teams, using  FlagScale  and  FlagCX  to deploy a training task on a multi-node  GPU  GPU cluster with a  7B -parameter  LLM (e.g.,  LLaMA-2-7B  or equivalent architecture), and conduct in-depth analysis of parallelism strategies' impact on throughput, GPU memory usage, and communication overhead.</a:t>
            </a: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Objectives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Successfully launch distributed training on  2  or more nodes (each with  ≥ 8 GPU GPUs)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Configure and compare at least two parallelism strategy combinations (e.g.,  DP=8 vs TP=4+PP=2</a:t>
            </a:r>
            <a:r>
              <a:rPr lang="en-US" sz="1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Use  FlagCX  to replace the default communication backend, record communication performance changes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Measure and report: training throughput (tokens/s/GPU), linear speedup ratio, peak GPU memory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(Advanced) Simulate node failure and verify  Checkpoint  recovery functionality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Required Task Breakdown - 1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1: Environment Deployment and Cluster Configuration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Configure multi-node  SSH  mutual trust and  NFS  shared storage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Install  FlagScale  and verify single-node single-GPU training runs correctly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Configure  FlagCX  communication backend, verify  AllReduce  basic functionality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2: Parallelism Strategy Configuration and Experiments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Experiment Group 1: Pure Data Parallelism (DP=16, total  GPU=16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Experiment Group 2: Tensor Parallelism +  Pipeline Parallelism (TP=4, PP=2, DP=2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Experiment Group 3: Hybrid Parallelism Auto-Configuration (using  FlagScale  automatic partitioning)</a:t>
            </a:r>
          </a:p>
          <a:p>
            <a:pPr indent="0" algn="l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Required Task Breakdown - 2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3: GPU Memory Optimization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Enable  Gradient Checkpointing  and record GPU memory savings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(Optional) Enable  CPU Offload, evaluate impact on throughput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Task 4: Performance Data Collection and Analysis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Training throughput (tokens/s/GPU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）×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3  strategies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Linear speedup ratio =  Actual speedup /  Theoretical speedup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Peak  GPU  memory (nvidia-smi dmon  sampling)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Communication overhead ratio (FlagCX  log analysis)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Submission Requirements and Grading Criteria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0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Submission Checklist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config/  directory: FlagScale  configuration files (3  parallelism strategies)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scripts/  directory: launch scripts, monitoring scripts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results/  directory: performance data  CSV, GPU memory logs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report.pdf: no more than  10  pages, including architecture diagrams, performance comparison charts, and analytical conclusions</a:t>
            </a:r>
          </a:p>
          <a:p>
            <a:pPr marL="571500" lvl="1" indent="-2286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8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(Advanced) fault_recovery_demo.mp4: fault recovery screen recording</a:t>
            </a:r>
          </a:p>
          <a:p>
            <a:pPr marL="254000" indent="-2540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Grading Criteria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079500" y="4364355"/>
          <a:ext cx="8769985" cy="22479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811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2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0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Assessment Dimension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Score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 Grading Criteria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Training Task Successful Execution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25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Stable multi-node execution for  100  steps or more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Parallelism Strategy Comparative Analysis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30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Complete data for all three strategies with in-depth analysis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FlagCX  Integration and Analysis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Communication overhead quantified, compared with  NCCL 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GPU Memory Optimization Experiment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15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GC  effect quantified, correct methodology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Report Quality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10  pts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Clear charts, evidence-based conclusions</a:t>
                      </a:r>
                      <a:endParaRPr lang="en-US" sz="1100"/>
                    </a:p>
                  </a:txBody>
                  <a:tcPr marL="76200" marR="50800" marT="50800" marB="5080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</Words>
  <Application>Microsoft Office PowerPoint</Application>
  <PresentationFormat>宽屏</PresentationFormat>
  <Paragraphs>106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Noto Sans SC</vt:lpstr>
      <vt:lpstr>Pretendard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Office 主题​​</vt:lpstr>
      <vt:lpstr>母版</vt:lpstr>
      <vt:lpstr>1_母版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41</cp:revision>
  <dcterms:created xsi:type="dcterms:W3CDTF">2026-04-21T01:52:00Z</dcterms:created>
  <dcterms:modified xsi:type="dcterms:W3CDTF">2026-05-27T10:18:55Z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EE3857BD207AEED703D2E6693413B488_42</vt:lpwstr>
  </property>
  <property fmtid="{D5CDD505-2E9C-101B-9397-08002B2CF9AE}" pid="3" name="KSOProductBuildVer">
    <vt:lpwstr>2052-12.1.0.21915</vt:lpwstr>
  </property>
</Properties>
</file>
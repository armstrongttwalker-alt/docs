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2"/>
    <p:sldMasterId id="2147483672" r:id="rId3"/>
  </p:sldMasterIdLst>
  <p:notesMasterIdLst>
    <p:notesMasterId r:id="rId24"/>
  </p:notesMasterIdLst>
  <p:sldIdLst>
    <p:sldId id="279" r:id="rId4"/>
    <p:sldId id="357" r:id="rId5"/>
    <p:sldId id="358" r:id="rId6"/>
    <p:sldId id="359" r:id="rId7"/>
    <p:sldId id="360" r:id="rId8"/>
    <p:sldId id="361" r:id="rId9"/>
    <p:sldId id="362" r:id="rId10"/>
    <p:sldId id="363" r:id="rId11"/>
    <p:sldId id="364" r:id="rId12"/>
    <p:sldId id="365" r:id="rId13"/>
    <p:sldId id="366" r:id="rId14"/>
    <p:sldId id="367" r:id="rId15"/>
    <p:sldId id="368" r:id="rId16"/>
    <p:sldId id="369" r:id="rId17"/>
    <p:sldId id="370" r:id="rId18"/>
    <p:sldId id="371" r:id="rId19"/>
    <p:sldId id="372" r:id="rId20"/>
    <p:sldId id="333" r:id="rId21"/>
    <p:sldId id="334" r:id="rId22"/>
    <p:sldId id="335" r:id="rId2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章 嘉玺" initials="章" lastIdx="1" clrIdx="0"/>
  <p:cmAuthor id="2" name="webuser" initials="webuser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90" d="100"/>
          <a:sy n="90" d="100"/>
        </p:scale>
        <p:origin x="632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27.05.2026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.png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10" Type="http://schemas.openxmlformats.org/officeDocument/2006/relationships/slideMaster" Target="../slideMasters/slideMaster3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" hasCustomPrompt="1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51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51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221415" y="158476"/>
            <a:ext cx="2580450" cy="547850"/>
            <a:chOff x="9221415" y="158476"/>
            <a:chExt cx="2580450" cy="547850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4"/>
            <a:srcRect l="13229" t="29812" r="10430" b="29795"/>
            <a:stretch>
              <a:fillRect/>
            </a:stretch>
          </p:blipFill>
          <p:spPr>
            <a:xfrm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xfrm>
            <a:off x="741680" y="431800"/>
            <a:ext cx="11059160" cy="701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xfrm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xfrm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‹#›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4" y="1323975"/>
            <a:ext cx="11277601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0" hasCustomPrompt="1"/>
          </p:nvPr>
        </p:nvSpPr>
        <p:spPr>
          <a:xfrm>
            <a:off x="741680" y="431800"/>
            <a:ext cx="11059160" cy="701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‹#›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2" hasCustomPrompt="1"/>
          </p:nvPr>
        </p:nvSpPr>
        <p:spPr>
          <a:xfrm>
            <a:off x="523873" y="1323976"/>
            <a:ext cx="5591177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3" hasCustomPrompt="1"/>
          </p:nvPr>
        </p:nvSpPr>
        <p:spPr>
          <a:xfrm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4" hasCustomPrompt="1"/>
          </p:nvPr>
        </p:nvSpPr>
        <p:spPr>
          <a:xfrm>
            <a:off x="6210297" y="1323977"/>
            <a:ext cx="5591177" cy="48561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5" hasCustomPrompt="1"/>
          </p:nvPr>
        </p:nvSpPr>
        <p:spPr>
          <a:xfrm>
            <a:off x="666749" y="457201"/>
            <a:ext cx="2771775" cy="5719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6" hasCustomPrompt="1"/>
          </p:nvPr>
        </p:nvSpPr>
        <p:spPr>
          <a:xfrm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‹#›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7" hasCustomPrompt="1"/>
          </p:nvPr>
        </p:nvSpPr>
        <p:spPr>
          <a:xfrm>
            <a:off x="3657600" y="457201"/>
            <a:ext cx="8001000" cy="57197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8" hasCustomPrompt="1"/>
          </p:nvPr>
        </p:nvSpPr>
        <p:spPr>
          <a:xfrm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9" hasCustomPrompt="1"/>
          </p:nvPr>
        </p:nvSpPr>
        <p:spPr>
          <a:xfrm>
            <a:off x="5452216" y="0"/>
            <a:ext cx="6110447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28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55600" indent="-355600" algn="l">
              <a:lnSpc>
                <a:spcPct val="100000"/>
              </a:lnSpc>
              <a:spcBef>
                <a:spcPts val="3000"/>
              </a:spcBef>
              <a:buClr>
                <a:srgbClr val="404040"/>
              </a:buClr>
              <a:buChar char="•"/>
            </a:pPr>
            <a:r>
              <a:rPr lang="en-US" sz="28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647700" lvl="1" indent="-3048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939800" lvl="2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231900" lvl="3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3057633" y="31667"/>
            <a:ext cx="9134367" cy="6838951"/>
            <a:chOff x="3057633" y="31667"/>
            <a:chExt cx="9134367" cy="6838951"/>
          </a:xfrm>
        </p:grpSpPr>
        <p:cxnSp>
          <p:nvCxnSpPr>
            <p:cNvPr id="4" name="Connector 4"/>
            <p:cNvCxnSpPr/>
            <p:nvPr/>
          </p:nvCxnSpPr>
          <p:spPr>
            <a:xfrm>
              <a:off x="3057633" y="31667"/>
              <a:ext cx="0" cy="0"/>
            </a:xfrm>
            <a:prstGeom prst="line">
              <a:avLst/>
            </a:prstGeom>
            <a:solidFill>
              <a:srgbClr val="549E39">
                <a:alpha val="100000"/>
              </a:srgbClr>
            </a:solidFill>
            <a:ln w="12700" cap="flat">
              <a:solidFill>
                <a:srgbClr val="FFFFFF">
                  <a:alpha val="100000"/>
                </a:srgbClr>
              </a:solidFill>
              <a:prstDash val="solid"/>
              <a:miter lim="8000000"/>
              <a:headEnd type="none" w="med" len="med"/>
              <a:tailEnd type="none" w="med" len="med"/>
            </a:ln>
          </p:spPr>
        </p:cxnSp>
        <p:grpSp>
          <p:nvGrpSpPr>
            <p:cNvPr id="5" name="Group 5"/>
            <p:cNvGrpSpPr/>
            <p:nvPr/>
          </p:nvGrpSpPr>
          <p:grpSpPr>
            <a:xfrm>
              <a:off x="11586746" y="4889417"/>
              <a:ext cx="605254" cy="1981201"/>
              <a:chOff x="11586746" y="4889417"/>
              <a:chExt cx="605254" cy="198120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11678257" y="5716505"/>
                <a:ext cx="301824" cy="1154112"/>
              </a:xfrm>
              <a:custGeom>
                <a:avLst/>
                <a:gdLst/>
                <a:ahLst/>
                <a:cxnLst/>
                <a:rect l="l" t="t" r="r" b="b"/>
                <a:pathLst>
                  <a:path w="301824" h="1154112">
                    <a:moveTo>
                      <a:pt x="24082" y="1154113"/>
                    </a:moveTo>
                    <a:lnTo>
                      <a:pt x="0" y="1154113"/>
                    </a:lnTo>
                    <a:lnTo>
                      <a:pt x="0" y="646113"/>
                    </a:lnTo>
                    <a:lnTo>
                      <a:pt x="0" y="646113"/>
                    </a:lnTo>
                    <a:lnTo>
                      <a:pt x="282558" y="0"/>
                    </a:lnTo>
                    <a:lnTo>
                      <a:pt x="301824" y="9525"/>
                    </a:lnTo>
                    <a:lnTo>
                      <a:pt x="24082" y="650875"/>
                    </a:lnTo>
                    <a:lnTo>
                      <a:pt x="24082" y="1154113"/>
                    </a:ln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7" name="Freeform 7"/>
              <p:cNvSpPr/>
              <p:nvPr/>
            </p:nvSpPr>
            <p:spPr>
              <a:xfrm>
                <a:off x="11922285" y="5573630"/>
                <a:ext cx="158940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58940" h="155575">
                    <a:moveTo>
                      <a:pt x="81878" y="155575"/>
                    </a:moveTo>
                    <a:cubicBezTo>
                      <a:pt x="38531" y="155575"/>
                      <a:pt x="0" y="117860"/>
                      <a:pt x="0" y="75430"/>
                    </a:cubicBezTo>
                    <a:cubicBezTo>
                      <a:pt x="0" y="33001"/>
                      <a:pt x="38531" y="0"/>
                      <a:pt x="81878" y="0"/>
                    </a:cubicBezTo>
                    <a:cubicBezTo>
                      <a:pt x="125226" y="0"/>
                      <a:pt x="158941" y="33001"/>
                      <a:pt x="158941" y="75430"/>
                    </a:cubicBezTo>
                    <a:cubicBezTo>
                      <a:pt x="158941" y="117860"/>
                      <a:pt x="125226" y="155575"/>
                      <a:pt x="81878" y="155575"/>
                    </a:cubicBezTo>
                    <a:close/>
                    <a:moveTo>
                      <a:pt x="81878" y="18857"/>
                    </a:moveTo>
                    <a:cubicBezTo>
                      <a:pt x="48163" y="18857"/>
                      <a:pt x="19266" y="42429"/>
                      <a:pt x="19266" y="75430"/>
                    </a:cubicBezTo>
                    <a:cubicBezTo>
                      <a:pt x="19266" y="108431"/>
                      <a:pt x="48163" y="136718"/>
                      <a:pt x="81878" y="136718"/>
                    </a:cubicBezTo>
                    <a:cubicBezTo>
                      <a:pt x="110776" y="136718"/>
                      <a:pt x="139675" y="108431"/>
                      <a:pt x="139675" y="75430"/>
                    </a:cubicBezTo>
                    <a:cubicBezTo>
                      <a:pt x="139675" y="42429"/>
                      <a:pt x="110776" y="18857"/>
                      <a:pt x="81878" y="18857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8" name="Freeform 8"/>
              <p:cNvSpPr/>
              <p:nvPr/>
            </p:nvSpPr>
            <p:spPr>
              <a:xfrm>
                <a:off x="11784216" y="4889417"/>
                <a:ext cx="191049" cy="188912"/>
              </a:xfrm>
              <a:custGeom>
                <a:avLst/>
                <a:gdLst/>
                <a:ahLst/>
                <a:cxnLst/>
                <a:rect l="l" t="t" r="r" b="b"/>
                <a:pathLst>
                  <a:path w="191049" h="188912">
                    <a:moveTo>
                      <a:pt x="95524" y="188913"/>
                    </a:moveTo>
                    <a:cubicBezTo>
                      <a:pt x="42986" y="188913"/>
                      <a:pt x="0" y="146408"/>
                      <a:pt x="0" y="94456"/>
                    </a:cubicBezTo>
                    <a:cubicBezTo>
                      <a:pt x="0" y="42506"/>
                      <a:pt x="42986" y="0"/>
                      <a:pt x="95524" y="0"/>
                    </a:cubicBezTo>
                    <a:cubicBezTo>
                      <a:pt x="148063" y="0"/>
                      <a:pt x="191049" y="42506"/>
                      <a:pt x="191049" y="94456"/>
                    </a:cubicBezTo>
                    <a:cubicBezTo>
                      <a:pt x="191049" y="146408"/>
                      <a:pt x="148063" y="188913"/>
                      <a:pt x="95524" y="188913"/>
                    </a:cubicBezTo>
                    <a:close/>
                    <a:moveTo>
                      <a:pt x="95524" y="18891"/>
                    </a:moveTo>
                    <a:cubicBezTo>
                      <a:pt x="52539" y="18891"/>
                      <a:pt x="19105" y="51951"/>
                      <a:pt x="19105" y="94456"/>
                    </a:cubicBezTo>
                    <a:cubicBezTo>
                      <a:pt x="19105" y="136962"/>
                      <a:pt x="52539" y="170021"/>
                      <a:pt x="95524" y="170021"/>
                    </a:cubicBezTo>
                    <a:cubicBezTo>
                      <a:pt x="138510" y="170021"/>
                      <a:pt x="171944" y="136962"/>
                      <a:pt x="171944" y="94456"/>
                    </a:cubicBezTo>
                    <a:cubicBezTo>
                      <a:pt x="171944" y="51951"/>
                      <a:pt x="138510" y="18891"/>
                      <a:pt x="95524" y="18891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9" name="Freeform 9"/>
              <p:cNvSpPr/>
              <p:nvPr/>
            </p:nvSpPr>
            <p:spPr>
              <a:xfrm>
                <a:off x="11586746" y="5068805"/>
                <a:ext cx="311457" cy="1801812"/>
              </a:xfrm>
              <a:custGeom>
                <a:avLst/>
                <a:gdLst/>
                <a:ahLst/>
                <a:cxnLst/>
                <a:rect l="l" t="t" r="r" b="b"/>
                <a:pathLst>
                  <a:path w="311457" h="1801812">
                    <a:moveTo>
                      <a:pt x="28898" y="1801813"/>
                    </a:moveTo>
                    <a:lnTo>
                      <a:pt x="0" y="1801813"/>
                    </a:lnTo>
                    <a:lnTo>
                      <a:pt x="0" y="561975"/>
                    </a:lnTo>
                    <a:lnTo>
                      <a:pt x="282558" y="280987"/>
                    </a:lnTo>
                    <a:lnTo>
                      <a:pt x="282558" y="0"/>
                    </a:lnTo>
                    <a:lnTo>
                      <a:pt x="311457" y="0"/>
                    </a:lnTo>
                    <a:lnTo>
                      <a:pt x="311457" y="290513"/>
                    </a:lnTo>
                    <a:lnTo>
                      <a:pt x="28898" y="571500"/>
                    </a:lnTo>
                    <a:lnTo>
                      <a:pt x="28898" y="1801813"/>
                    </a:ln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0" name="Freeform 10"/>
              <p:cNvSpPr/>
              <p:nvPr/>
            </p:nvSpPr>
            <p:spPr>
              <a:xfrm>
                <a:off x="11999346" y="6438817"/>
                <a:ext cx="192654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192654" h="188913">
                    <a:moveTo>
                      <a:pt x="96327" y="188913"/>
                    </a:moveTo>
                    <a:cubicBezTo>
                      <a:pt x="43348" y="188913"/>
                      <a:pt x="0" y="146408"/>
                      <a:pt x="0" y="94456"/>
                    </a:cubicBezTo>
                    <a:cubicBezTo>
                      <a:pt x="0" y="42506"/>
                      <a:pt x="43348" y="0"/>
                      <a:pt x="96327" y="0"/>
                    </a:cubicBezTo>
                    <a:cubicBezTo>
                      <a:pt x="149306" y="0"/>
                      <a:pt x="192654" y="42506"/>
                      <a:pt x="192654" y="94456"/>
                    </a:cubicBezTo>
                    <a:cubicBezTo>
                      <a:pt x="192654" y="146408"/>
                      <a:pt x="149306" y="188913"/>
                      <a:pt x="96327" y="188913"/>
                    </a:cubicBezTo>
                    <a:close/>
                    <a:moveTo>
                      <a:pt x="96327" y="18891"/>
                    </a:moveTo>
                    <a:cubicBezTo>
                      <a:pt x="57796" y="18891"/>
                      <a:pt x="19266" y="51951"/>
                      <a:pt x="19266" y="94456"/>
                    </a:cubicBezTo>
                    <a:cubicBezTo>
                      <a:pt x="19266" y="136962"/>
                      <a:pt x="57796" y="170021"/>
                      <a:pt x="96327" y="170021"/>
                    </a:cubicBezTo>
                    <a:cubicBezTo>
                      <a:pt x="139675" y="170021"/>
                      <a:pt x="173388" y="136962"/>
                      <a:pt x="173388" y="94456"/>
                    </a:cubicBezTo>
                    <a:cubicBezTo>
                      <a:pt x="173388" y="51951"/>
                      <a:pt x="139675" y="18891"/>
                      <a:pt x="96327" y="18891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1" name="AutoShape 11"/>
              <p:cNvSpPr/>
              <p:nvPr/>
            </p:nvSpPr>
            <p:spPr>
              <a:xfrm>
                <a:off x="12090856" y="6618205"/>
                <a:ext cx="24082" cy="252413"/>
              </a:xfrm>
              <a:prstGeom prst="rect">
                <a:avLst/>
              </a:pr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</p:grpSp>
      </p:grpSp>
      <p:sp>
        <p:nvSpPr>
          <p:cNvPr id="12" name="AutoShape 12"/>
          <p:cNvSpPr>
            <a:spLocks noGrp="1"/>
          </p:cNvSpPr>
          <p:nvPr>
            <p:ph type="body" sz="quarter" idx="20" hasCustomPrompt="1"/>
          </p:nvPr>
        </p:nvSpPr>
        <p:spPr>
          <a:xfrm>
            <a:off x="0" y="0"/>
            <a:ext cx="4659313" cy="6858000"/>
          </a:xfrm>
          <a:prstGeom prst="rect">
            <a:avLst/>
          </a:prstGeom>
          <a:solidFill>
            <a:srgbClr val="8B0012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3200" b="1" i="0" u="none" strike="noStrike" spc="0">
                <a:solidFill>
                  <a:srgbClr val="FFFFFF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3200" b="1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Outline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Unnamed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1" hasCustomPrompt="1"/>
          </p:nvPr>
        </p:nvSpPr>
        <p:spPr>
          <a:xfrm>
            <a:off x="1256418" y="5448300"/>
            <a:ext cx="10396122" cy="447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ctr">
              <a:lnSpc>
                <a:spcPct val="100000"/>
              </a:lnSpc>
              <a:defRPr sz="2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ctr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262626"/>
                </a:solidFill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rPr>
              <a:t>日期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2" hasCustomPrompt="1"/>
          </p:nvPr>
        </p:nvSpPr>
        <p:spPr>
          <a:xfrm>
            <a:off x="1256418" y="6356351"/>
            <a:ext cx="10396122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3" hasCustomPrompt="1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51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51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24" hasCustomPrompt="1"/>
          </p:nvPr>
        </p:nvSpPr>
        <p:spPr>
          <a:xfrm>
            <a:off x="1260390" y="4846320"/>
            <a:ext cx="10392032" cy="4749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ctr">
              <a:lnSpc>
                <a:spcPct val="100000"/>
              </a:lnSpc>
              <a:defRPr sz="24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pic" sz="quarter" idx="25"/>
          </p:nvPr>
        </p:nvSpPr>
        <p:spPr>
          <a:xfrm>
            <a:off x="0" y="1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6" hasCustomPrompt="1"/>
          </p:nvPr>
        </p:nvSpPr>
        <p:spPr>
          <a:xfrm>
            <a:off x="727587" y="1622323"/>
            <a:ext cx="10943800" cy="302833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2000"/>
              </a:lnSpc>
              <a:defRPr sz="4400" b="0" i="0" u="none" strike="noStrike" spc="0">
                <a:solidFill>
                  <a:srgbClr val="44546A">
                    <a:alpha val="100000"/>
                  </a:srgbClr>
                </a:solidFill>
                <a:latin typeface="Pretendard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마스터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제목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스타일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편집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pic" sz="quarter" idx="27"/>
          </p:nvPr>
        </p:nvSpPr>
        <p:spPr>
          <a:xfrm>
            <a:off x="0" y="1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8" hasCustomPrompt="1"/>
          </p:nvPr>
        </p:nvSpPr>
        <p:spPr>
          <a:xfrm>
            <a:off x="3136489" y="3716594"/>
            <a:ext cx="8534897" cy="26645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92000"/>
              </a:lnSpc>
              <a:defRPr sz="4400" b="0" i="0" u="none" strike="noStrike" spc="0">
                <a:solidFill>
                  <a:srgbClr val="44546A">
                    <a:alpha val="100000"/>
                  </a:srgbClr>
                </a:solidFill>
                <a:latin typeface="Pretendard"/>
              </a:defRPr>
            </a:lvl1pPr>
          </a:lstStyle>
          <a:p>
            <a:pPr indent="0" algn="r">
              <a:lnSpc>
                <a:spcPct val="92000"/>
              </a:lnSpc>
            </a:pP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마스터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제목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스타일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편집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标题 1"/>
          <p:cNvSpPr>
            <a:spLocks noGrp="1"/>
          </p:cNvSpPr>
          <p:nvPr>
            <p:ph type="ctrTitle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1500"/>
              </a:spcBef>
              <a:defRPr sz="5100" b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9221415" y="158476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  <p:hf hd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643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4864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48645" name="内容占位符 3"/>
          <p:cNvSpPr>
            <a:spLocks noGrp="1"/>
          </p:cNvSpPr>
          <p:nvPr>
            <p:ph sz="quarter" idx="13" hasCustomPrompt="1"/>
          </p:nvPr>
        </p:nvSpPr>
        <p:spPr>
          <a:xfrm>
            <a:off x="523874" y="1323975"/>
            <a:ext cx="11277601" cy="4852988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</p:spTree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50439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50440" name="内容占位符 3"/>
          <p:cNvSpPr>
            <a:spLocks noGrp="1"/>
          </p:cNvSpPr>
          <p:nvPr>
            <p:ph sz="quarter" idx="13" hasCustomPrompt="1"/>
          </p:nvPr>
        </p:nvSpPr>
        <p:spPr>
          <a:xfrm>
            <a:off x="523873" y="1323976"/>
            <a:ext cx="5591177" cy="4852988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50441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50442" name="内容占位符 3"/>
          <p:cNvSpPr>
            <a:spLocks noGrp="1"/>
          </p:cNvSpPr>
          <p:nvPr>
            <p:ph sz="quarter" idx="14" hasCustomPrompt="1"/>
          </p:nvPr>
        </p:nvSpPr>
        <p:spPr>
          <a:xfrm>
            <a:off x="6210297" y="1323977"/>
            <a:ext cx="5591177" cy="4856162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</p:spTree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43" name="标题 1"/>
          <p:cNvSpPr>
            <a:spLocks noGrp="1"/>
          </p:cNvSpPr>
          <p:nvPr>
            <p:ph type="title"/>
          </p:nvPr>
        </p:nvSpPr>
        <p:spPr>
          <a:xfrm>
            <a:off x="666749" y="457201"/>
            <a:ext cx="2771775" cy="5719762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  <p:sp>
        <p:nvSpPr>
          <p:cNvPr id="1050444" name="幻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50445" name="内容占位符 3"/>
          <p:cNvSpPr>
            <a:spLocks noGrp="1"/>
          </p:cNvSpPr>
          <p:nvPr>
            <p:ph sz="quarter" idx="14" hasCustomPrompt="1"/>
          </p:nvPr>
        </p:nvSpPr>
        <p:spPr>
          <a:xfrm>
            <a:off x="3657600" y="457201"/>
            <a:ext cx="8001000" cy="5719763"/>
          </a:xfrm>
        </p:spPr>
        <p:txBody>
          <a:bodyPr anchor="t"/>
          <a:lstStyle>
            <a:lvl1pPr algn="l"/>
            <a:lvl2pPr algn="l"/>
            <a:lvl3pPr algn="l"/>
            <a:lvl4pPr algn="l"/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50446" name="页脚占位符 3"/>
          <p:cNvSpPr>
            <a:spLocks noGrp="1"/>
          </p:cNvSpPr>
          <p:nvPr>
            <p:ph type="ftr" sz="quarter" idx="15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内容占位符 2"/>
          <p:cNvSpPr>
            <a:spLocks noGrp="1"/>
          </p:cNvSpPr>
          <p:nvPr>
            <p:ph sz="quarter" idx="10" hasCustomPrompt="1"/>
            <p:custDataLst>
              <p:tags r:id="rId1"/>
            </p:custDataLst>
          </p:nvPr>
        </p:nvSpPr>
        <p:spPr>
          <a:xfrm>
            <a:off x="5452216" y="0"/>
            <a:ext cx="6110447" cy="6858000"/>
          </a:xfrm>
        </p:spPr>
        <p:txBody>
          <a:bodyPr anchor="ctr"/>
          <a:lstStyle>
            <a:lvl1pPr algn="l">
              <a:lnSpc>
                <a:spcPct val="100000"/>
              </a:lnSpc>
              <a:spcBef>
                <a:spcPts val="3000"/>
              </a:spcBef>
              <a:defRPr sz="2800" baseline="0">
                <a:latin typeface="Ebrima" panose="02000000000000000000" charset="0"/>
              </a:defRPr>
            </a:lvl1pPr>
            <a:lvl2pPr algn="l">
              <a:lnSpc>
                <a:spcPct val="100000"/>
              </a:lnSpc>
              <a:defRPr sz="2400" baseline="0">
                <a:latin typeface="Ebrima" panose="02000000000000000000" charset="0"/>
              </a:defRPr>
            </a:lvl2pPr>
            <a:lvl3pPr algn="l">
              <a:lnSpc>
                <a:spcPct val="100000"/>
              </a:lnSpc>
              <a:defRPr sz="2000" baseline="0">
                <a:latin typeface="Ebrima" panose="02000000000000000000" charset="0"/>
              </a:defRPr>
            </a:lvl3pPr>
            <a:lvl4pPr algn="l">
              <a:lnSpc>
                <a:spcPct val="100000"/>
              </a:lnSpc>
              <a:defRPr sz="1600" baseline="0">
                <a:latin typeface="Ebrima" panose="02000000000000000000" charset="0"/>
              </a:defRPr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grpSp>
        <p:nvGrpSpPr>
          <p:cNvPr id="83" name="Group 7"/>
          <p:cNvGrpSpPr/>
          <p:nvPr/>
        </p:nvGrpSpPr>
        <p:grpSpPr>
          <a:xfrm>
            <a:off x="3057633" y="31667"/>
            <a:ext cx="9134367" cy="6838951"/>
            <a:chOff x="-4763" y="9525"/>
            <a:chExt cx="9032249" cy="6838951"/>
          </a:xfrm>
          <a:solidFill>
            <a:srgbClr val="549E39"/>
          </a:solidFill>
        </p:grpSpPr>
        <p:sp>
          <p:nvSpPr>
            <p:cNvPr id="1048651" name="Line 16"/>
            <p:cNvSpPr>
              <a:spLocks noChangeShapeType="1"/>
            </p:cNvSpPr>
            <p:nvPr>
              <p:custDataLst>
                <p:tags r:id="rId3"/>
              </p:custData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</a:ln>
          </p:spPr>
        </p:sp>
        <p:grpSp>
          <p:nvGrpSpPr>
            <p:cNvPr id="84" name="Group 9"/>
            <p:cNvGrpSpPr/>
            <p:nvPr/>
          </p:nvGrpSpPr>
          <p:grpSpPr>
            <a:xfrm>
              <a:off x="8428998" y="4867275"/>
              <a:ext cx="598488" cy="1981201"/>
              <a:chOff x="11441112" y="4867275"/>
              <a:chExt cx="598488" cy="1981201"/>
            </a:xfrm>
            <a:grpFill/>
          </p:grpSpPr>
          <p:sp>
            <p:nvSpPr>
              <p:cNvPr id="1048652" name="Freeform 35"/>
              <p:cNvSpPr/>
              <p:nvPr>
                <p:custDataLst>
                  <p:tags r:id="rId4"/>
                </p:custData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3" name="Freeform 36"/>
              <p:cNvSpPr>
                <a:spLocks noEditPoints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4" name="Freeform 38"/>
              <p:cNvSpPr>
                <a:spLocks noEditPoint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5" name="Freeform 39"/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6" name="Freeform 40"/>
              <p:cNvSpPr>
                <a:spLocks noEditPoint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7" name="Rectangle 41"/>
              <p:cNvSpPr>
                <a:spLocks noChangeArrowhead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</p:spPr>
          </p:sp>
        </p:grpSp>
      </p:grpSp>
      <p:sp>
        <p:nvSpPr>
          <p:cNvPr id="1048658" name="内容占位符 22"/>
          <p:cNvSpPr>
            <a:spLocks noGrp="1"/>
          </p:cNvSpPr>
          <p:nvPr>
            <p:ph sz="quarter" idx="11" hasCustomPrompt="1"/>
            <p:custDataLst>
              <p:tags r:id="rId2"/>
            </p:custDataLst>
          </p:nvPr>
        </p:nvSpPr>
        <p:spPr>
          <a:xfrm>
            <a:off x="0" y="0"/>
            <a:ext cx="4659313" cy="6858000"/>
          </a:xfrm>
          <a:solidFill>
            <a:srgbClr val="8B001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 dirty="0"/>
              <a:t>Outline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hf hd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hf hd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Unnamed Layou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hf hd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日期占位符 2"/>
          <p:cNvSpPr>
            <a:spLocks noGrp="1"/>
          </p:cNvSpPr>
          <p:nvPr>
            <p:ph type="dt" sz="half" idx="10"/>
          </p:nvPr>
        </p:nvSpPr>
        <p:spPr>
          <a:xfrm>
            <a:off x="1256418" y="5448300"/>
            <a:ext cx="10396122" cy="447675"/>
          </a:xfrm>
          <a:prstGeom prst="rect">
            <a:avLst/>
          </a:prstGeom>
        </p:spPr>
        <p:txBody>
          <a:bodyPr/>
          <a:lstStyle>
            <a:lvl1pPr algn="ctr">
              <a:defRPr lang="zh-CN" altLang="en-US" sz="2400" b="0" i="0" kern="1200" baseline="0" smtClean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微软雅黑" panose="020B0503020204020204" charset="-122"/>
                <a:cs typeface="Calibri Light" panose="020F03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48631" name="页脚占位符 3"/>
          <p:cNvSpPr>
            <a:spLocks noGrp="1"/>
          </p:cNvSpPr>
          <p:nvPr>
            <p:ph type="ftr" sz="quarter" idx="11"/>
          </p:nvPr>
        </p:nvSpPr>
        <p:spPr>
          <a:xfrm>
            <a:off x="1256418" y="6356351"/>
            <a:ext cx="10396122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1048632" name="标题 1"/>
          <p:cNvSpPr>
            <a:spLocks noGrp="1"/>
          </p:cNvSpPr>
          <p:nvPr>
            <p:ph type="ctrTitle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1500"/>
              </a:spcBef>
              <a:defRPr sz="5100" b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1048633" name="副标题 2"/>
          <p:cNvSpPr>
            <a:spLocks noGrp="1"/>
          </p:cNvSpPr>
          <p:nvPr>
            <p:ph type="subTitle" idx="1"/>
          </p:nvPr>
        </p:nvSpPr>
        <p:spPr>
          <a:xfrm>
            <a:off x="1260390" y="4846320"/>
            <a:ext cx="10392032" cy="47498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24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</p:spTree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ctrTitle" hasCustomPrompt="1"/>
          </p:nvPr>
        </p:nvSpPr>
        <p:spPr>
          <a:xfrm>
            <a:off x="727587" y="1622323"/>
            <a:ext cx="10943800" cy="3028335"/>
          </a:xfrm>
        </p:spPr>
        <p:txBody>
          <a:bodyPr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altLang="en-US" sz="4400" b="0" i="0" kern="1200">
                <a:solidFill>
                  <a:schemeClr val="tx2"/>
                </a:solidFill>
                <a:latin typeface="Montserrat SemiBold" panose="00000700000000000000" pitchFamily="2" charset="0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en-US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ctrTitle" hasCustomPrompt="1"/>
          </p:nvPr>
        </p:nvSpPr>
        <p:spPr>
          <a:xfrm>
            <a:off x="3136489" y="3716594"/>
            <a:ext cx="8534897" cy="2664541"/>
          </a:xfrm>
        </p:spPr>
        <p:txBody>
          <a:bodyPr anchor="ctr">
            <a:noAutofit/>
          </a:bodyPr>
          <a:lstStyle>
            <a:lvl1pPr algn="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altLang="en-US" sz="4400" b="0" i="0" kern="1200">
                <a:solidFill>
                  <a:schemeClr val="tx2"/>
                </a:solidFill>
                <a:latin typeface="Montserrat SemiBold" panose="00000700000000000000" pitchFamily="2" charset="0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en-US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"/>
          <p:cNvSpPr/>
          <p:nvPr userDrawn="1"/>
        </p:nvSpPr>
        <p:spPr>
          <a:xfrm flipV="1">
            <a:off x="-4185" y="529393"/>
            <a:ext cx="567982" cy="507999"/>
          </a:xfrm>
          <a:custGeom>
            <a:avLst/>
            <a:gdLst/>
            <a:ahLst/>
            <a:cxnLst/>
            <a:rect l="l" t="t" r="r" b="b"/>
            <a:pathLst>
              <a:path w="567982" h="507999">
                <a:moveTo>
                  <a:pt x="564624" y="238811"/>
                </a:moveTo>
                <a:lnTo>
                  <a:pt x="483240" y="9550"/>
                </a:lnTo>
                <a:cubicBezTo>
                  <a:pt x="482690" y="7925"/>
                  <a:pt x="482018" y="6401"/>
                  <a:pt x="481468" y="4775"/>
                </a:cubicBezTo>
                <a:cubicBezTo>
                  <a:pt x="479820" y="0"/>
                  <a:pt x="478111" y="0"/>
                  <a:pt x="476401" y="0"/>
                </a:cubicBezTo>
                <a:lnTo>
                  <a:pt x="444165" y="0"/>
                </a:lnTo>
                <a:lnTo>
                  <a:pt x="0" y="3556"/>
                </a:lnTo>
                <a:cubicBezTo>
                  <a:pt x="489" y="171704"/>
                  <a:pt x="1038" y="339851"/>
                  <a:pt x="1527" y="507999"/>
                </a:cubicBezTo>
                <a:lnTo>
                  <a:pt x="444165" y="506272"/>
                </a:lnTo>
                <a:lnTo>
                  <a:pt x="476401" y="506272"/>
                </a:lnTo>
                <a:cubicBezTo>
                  <a:pt x="478111" y="506272"/>
                  <a:pt x="479820" y="501496"/>
                  <a:pt x="481468" y="501496"/>
                </a:cubicBezTo>
                <a:cubicBezTo>
                  <a:pt x="481468" y="496721"/>
                  <a:pt x="483240" y="496721"/>
                  <a:pt x="483240" y="496721"/>
                </a:cubicBezTo>
                <a:lnTo>
                  <a:pt x="564624" y="267462"/>
                </a:lnTo>
                <a:cubicBezTo>
                  <a:pt x="567982" y="257912"/>
                  <a:pt x="567982" y="248361"/>
                  <a:pt x="564624" y="238811"/>
                </a:cubicBezTo>
                <a:close/>
              </a:path>
            </a:pathLst>
          </a:custGeom>
          <a:solidFill>
            <a:srgbClr val="8B0012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grpSp>
        <p:nvGrpSpPr>
          <p:cNvPr id="2" name="Group 2"/>
          <p:cNvGrpSpPr/>
          <p:nvPr userDrawn="1"/>
        </p:nvGrpSpPr>
        <p:grpSpPr>
          <a:xfrm>
            <a:off x="9221415" y="158476"/>
            <a:ext cx="2580450" cy="547850"/>
            <a:chOff x="9221415" y="158476"/>
            <a:chExt cx="2580450" cy="54785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14"/>
            <a:srcRect/>
            <a:stretch>
              <a:fillRect/>
            </a:stretch>
          </p:blipFill>
          <p:spPr>
            <a:xfrm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15"/>
            <a:srcRect l="13229" t="29812" r="10430" b="29795"/>
            <a:stretch>
              <a:fillRect/>
            </a:stretch>
          </p:blipFill>
          <p:spPr>
            <a:xfrm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1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文本占位符 2"/>
          <p:cNvSpPr>
            <a:spLocks noGrp="1"/>
          </p:cNvSpPr>
          <p:nvPr>
            <p:ph type="body" idx="1"/>
          </p:nvPr>
        </p:nvSpPr>
        <p:spPr>
          <a:xfrm>
            <a:off x="523874" y="1323975"/>
            <a:ext cx="11277601" cy="48325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48638" name="标题占位符 1"/>
          <p:cNvSpPr>
            <a:spLocks noGrp="1"/>
          </p:cNvSpPr>
          <p:nvPr>
            <p:ph type="title"/>
          </p:nvPr>
        </p:nvSpPr>
        <p:spPr>
          <a:xfrm>
            <a:off x="741404" y="431629"/>
            <a:ext cx="9987507" cy="7009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48639" name="页脚占位符 4"/>
          <p:cNvSpPr>
            <a:spLocks noGrp="1"/>
          </p:cNvSpPr>
          <p:nvPr>
            <p:ph type="ftr" sz="quarter" idx="3"/>
          </p:nvPr>
        </p:nvSpPr>
        <p:spPr>
          <a:xfrm>
            <a:off x="523874" y="6356351"/>
            <a:ext cx="112776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aseline="0">
                <a:solidFill>
                  <a:schemeClr val="accent3"/>
                </a:solidFill>
                <a:latin typeface="Garamond" panose="02020404030301010803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048640" name="Freeform 5"/>
          <p:cNvSpPr/>
          <p:nvPr userDrawn="1"/>
        </p:nvSpPr>
        <p:spPr bwMode="auto">
          <a:xfrm flipV="1">
            <a:off x="-4185" y="529393"/>
            <a:ext cx="564624" cy="507999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rgbClr val="8B0012"/>
          </a:solidFill>
          <a:ln>
            <a:noFill/>
          </a:ln>
        </p:spPr>
        <p:txBody>
          <a:bodyPr/>
          <a:lstStyle/>
          <a:p>
            <a:endParaRPr lang="en-US" sz="1350" dirty="0"/>
          </a:p>
        </p:txBody>
      </p:sp>
      <p:sp>
        <p:nvSpPr>
          <p:cNvPr id="104864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" y="593458"/>
            <a:ext cx="4190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0" baseline="0">
                <a:solidFill>
                  <a:schemeClr val="bg1"/>
                </a:solidFill>
                <a:latin typeface="Garamond" panose="02020404030301010803" charset="0"/>
                <a:ea typeface="微软雅黑" panose="020B0503020204020204" charset="-122"/>
                <a:cs typeface="Calibri" panose="020F0502020204030204" charset="0"/>
              </a:defRPr>
            </a:lvl1pPr>
          </a:lstStyle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9221415" y="158476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5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  <p:pic>
        <p:nvPicPr>
          <p:cNvPr id="10" name="图片 9" descr="/Users/jieran/Library/Containers/com.kingsoft.wpsoffice.mac/Data/tmp/picturecompress_20260414164557/output_1.pngoutput_1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7994650" y="196215"/>
            <a:ext cx="1017905" cy="4241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>
    <p:fade/>
  </p:transition>
  <p:hf hdr="0" dt="0"/>
  <p:txStyles>
    <p:titleStyle>
      <a:lvl1pPr algn="l" defTabSz="342900" rtl="0" eaLnBrk="1" latinLnBrk="0" hangingPunct="1">
        <a:spcBef>
          <a:spcPct val="0"/>
        </a:spcBef>
        <a:buNone/>
        <a:defRPr lang="zh-CN" altLang="en-US" sz="3600" b="0" i="0" kern="1200" baseline="0" dirty="0">
          <a:solidFill>
            <a:schemeClr val="tx1">
              <a:lumMod val="85000"/>
              <a:lumOff val="15000"/>
            </a:schemeClr>
          </a:solidFill>
          <a:latin typeface="Calibri" panose="020F0502020204030204" charset="0"/>
          <a:ea typeface="微软雅黑" panose="020B0503020204020204" charset="-122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0045" marR="0" indent="-360045" algn="l" defTabSz="342900" rtl="0" eaLnBrk="1" fontAlgn="auto" latinLnBrk="0" hangingPunct="1">
        <a:lnSpc>
          <a:spcPct val="100000"/>
        </a:lnSpc>
        <a:spcBef>
          <a:spcPts val="150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■"/>
        <a:defRPr sz="2400" b="0" i="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1pPr>
      <a:lvl2pPr marL="557530" marR="0" indent="-21463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Pct val="75000"/>
        <a:buFont typeface="文泉驿微米黑" panose="020B0606030804020204" charset="-122"/>
        <a:buChar char="♦"/>
        <a:defRPr sz="20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2pPr>
      <a:lvl3pPr marL="8572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▶"/>
        <a:defRPr sz="16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3pPr>
      <a:lvl4pPr marL="12001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●"/>
        <a:defRPr sz="12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4pPr>
      <a:lvl5pPr marL="15430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549E39"/>
        </a:buClr>
        <a:buSzTx/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7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9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flagos-ai" TargetMode="External"/><Relationship Id="rId13" Type="http://schemas.openxmlformats.org/officeDocument/2006/relationships/image" Target="../media/image35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4.jpe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2.png"/><Relationship Id="rId11" Type="http://schemas.openxmlformats.org/officeDocument/2006/relationships/hyperlink" Target="https://flagos.io/Home" TargetMode="External"/><Relationship Id="rId5" Type="http://schemas.openxmlformats.org/officeDocument/2006/relationships/image" Target="../media/image31.png"/><Relationship Id="rId10" Type="http://schemas.openxmlformats.org/officeDocument/2006/relationships/hyperlink" Target="https://www.zhihu.com/people/95-22-20-18/posts" TargetMode="External"/><Relationship Id="rId4" Type="http://schemas.openxmlformats.org/officeDocument/2006/relationships/image" Target="../media/image30.png"/><Relationship Id="rId9" Type="http://schemas.openxmlformats.org/officeDocument/2006/relationships/hyperlink" Target="https://space.bilibili.com/3546791834290849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ChangeAspect="1"/>
          </p:cNvPicPr>
          <p:nvPr>
            <p:ph type="pic" sz="quarter" idx="25"/>
          </p:nvPr>
        </p:nvPicPr>
        <p:blipFill>
          <a:blip r:embed="rId2"/>
          <a:srcRect t="349" b="349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3" name="AutoShape 3"/>
          <p:cNvSpPr>
            <a:spLocks noGrp="1"/>
          </p:cNvSpPr>
          <p:nvPr>
            <p:ph type="body" sz="quarter" idx="26" hasCustomPrompt="1"/>
          </p:nvPr>
        </p:nvSpPr>
        <p:spPr>
          <a:xfrm>
            <a:off x="727710" y="1622425"/>
            <a:ext cx="5553710" cy="3028315"/>
          </a:xfrm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2000"/>
              </a:lnSpc>
              <a:defRPr sz="4000" b="0" i="0" u="none" strike="noStrike" spc="0">
                <a:solidFill>
                  <a:srgbClr val="44546A">
                    <a:alpha val="100000"/>
                  </a:srgbClr>
                </a:solidFill>
                <a:latin typeface="Montserrat SemiBold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Hardware and Software Fundamentals of </a:t>
            </a:r>
            <a:b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Intelligent Computing </a:t>
            </a:r>
            <a:b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Systems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364100" y="6255612"/>
            <a:ext cx="409904" cy="409904"/>
            <a:chOff x="364100" y="6255612"/>
            <a:chExt cx="409904" cy="409904"/>
          </a:xfrm>
        </p:grpSpPr>
        <p:sp>
          <p:nvSpPr>
            <p:cNvPr id="5" name="AutoShape 5"/>
            <p:cNvSpPr/>
            <p:nvPr/>
          </p:nvSpPr>
          <p:spPr>
            <a:xfrm>
              <a:off x="364100" y="6255612"/>
              <a:ext cx="409904" cy="409904"/>
            </a:xfrm>
            <a:prstGeom prst="ellipse">
              <a:avLst/>
            </a:prstGeom>
            <a:solidFill>
              <a:srgbClr val="ED7D3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6" name="AutoShape 6"/>
            <p:cNvSpPr/>
            <p:nvPr/>
          </p:nvSpPr>
          <p:spPr>
            <a:xfrm>
              <a:off x="505546" y="6397058"/>
              <a:ext cx="127012" cy="127012"/>
            </a:xfrm>
            <a:prstGeom prst="chevron">
              <a:avLst>
                <a:gd name="adj" fmla="val 50000"/>
              </a:avLst>
            </a:prstGeom>
            <a:solidFill>
              <a:srgbClr val="DAE3F3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4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51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51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Lecture 29: Model Parallelism I (Tensor Parallelism)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2800" b="0" i="0" u="none" strike="noStrike" spc="0">
                <a:solidFill>
                  <a:srgbClr val="404040">
                    <a:alpha val="100000"/>
                  </a:srgbClr>
                </a:solidFill>
                <a:latin typeface="Ebrima" panose="02000000000000000000"/>
              </a:defRPr>
            </a:lvl1pPr>
          </a:lstStyle>
          <a:p>
            <a:pPr marL="355600" indent="-355600" algn="l">
              <a:lnSpc>
                <a:spcPct val="100000"/>
              </a:lnSpc>
              <a:spcBef>
                <a:spcPts val="3000"/>
              </a:spcBef>
              <a:buClr>
                <a:srgbClr val="404040"/>
              </a:buClr>
              <a:buChar char="•"/>
            </a:pPr>
            <a:r>
              <a:rPr lang="en-US" sz="2800" b="0" i="0" u="none" strike="noStrike">
                <a:solidFill>
                  <a:srgbClr val="404040"/>
                </a:solidFill>
                <a:latin typeface="Ebrima" panose="02000000000000000000"/>
                <a:ea typeface="Ebrima" panose="02000000000000000000"/>
                <a:cs typeface="Ebrima" panose="02000000000000000000"/>
                <a:sym typeface="Ebrima" panose="02000000000000000000"/>
              </a:rPr>
              <a:t>Limitation of DP</a:t>
            </a:r>
          </a:p>
          <a:p>
            <a:pPr marL="355600" indent="-355600" algn="l">
              <a:lnSpc>
                <a:spcPct val="100000"/>
              </a:lnSpc>
              <a:spcBef>
                <a:spcPts val="3000"/>
              </a:spcBef>
              <a:buClr>
                <a:srgbClr val="404040"/>
              </a:buClr>
              <a:buChar char="•"/>
            </a:pPr>
            <a:r>
              <a:rPr lang="en-US" sz="2800" b="0" i="0" u="none" strike="noStrike">
                <a:solidFill>
                  <a:srgbClr val="404040"/>
                </a:solidFill>
                <a:latin typeface="Ebrima" panose="02000000000000000000"/>
                <a:ea typeface="Ebrima" panose="02000000000000000000"/>
                <a:cs typeface="Ebrima" panose="02000000000000000000"/>
                <a:sym typeface="Ebrima" panose="02000000000000000000"/>
              </a:rPr>
              <a:t>Tensor Parallel</a:t>
            </a:r>
          </a:p>
          <a:p>
            <a:pPr marL="355600" indent="-355600" algn="l">
              <a:lnSpc>
                <a:spcPct val="100000"/>
              </a:lnSpc>
              <a:spcBef>
                <a:spcPts val="3000"/>
              </a:spcBef>
              <a:buClr>
                <a:srgbClr val="404040"/>
              </a:buClr>
              <a:buChar char="•"/>
            </a:pPr>
            <a:r>
              <a:rPr lang="en-US" sz="2800" b="0" i="0" u="none" strike="noStrike">
                <a:solidFill>
                  <a:srgbClr val="404040"/>
                </a:solidFill>
                <a:latin typeface="Ebrima" panose="02000000000000000000"/>
                <a:ea typeface="Ebrima" panose="02000000000000000000"/>
                <a:cs typeface="Ebrima" panose="02000000000000000000"/>
                <a:sym typeface="Ebrima" panose="02000000000000000000"/>
              </a:rPr>
              <a:t>Sequence Parallel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0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3200" b="1" i="0" u="none" strike="noStrike" spc="0">
                <a:solidFill>
                  <a:srgbClr val="FFFFFF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Issues remain with data parallel – compute scaling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With data parallel, #machines &lt; batch size (and near this, comm overhead is high)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And there’s diminishing returns to batch sizes</a:t>
            </a: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917825" y="2774315"/>
            <a:ext cx="6489700" cy="384873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Issues remain with data parallel – models don’t fit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ZeRO-1 and ZeRO-2 don’t let you scale memory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ZeRO-3 is nice in principle, but can be slow and does not reduce </a:t>
            </a:r>
            <a:r>
              <a:rPr lang="en-US" sz="2400" b="0" i="0" u="none" strike="noStrike">
                <a:solidFill>
                  <a:srgbClr val="8B001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activation memory</a:t>
            </a:r>
          </a:p>
        </p:txBody>
      </p:sp>
      <p:sp>
        <p:nvSpPr>
          <p:cNvPr id="6" name="AutoShape 6"/>
          <p:cNvSpPr/>
          <p:nvPr/>
        </p:nvSpPr>
        <p:spPr>
          <a:xfrm>
            <a:off x="6883400" y="3276600"/>
            <a:ext cx="4902200" cy="122110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2400" b="0" i="0" u="none" strike="noStrike">
                <a:solidFill>
                  <a:srgbClr val="8B001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Activations ∝ 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2400" b="0" i="0" u="sng" strike="noStrike">
                <a:solidFill>
                  <a:srgbClr val="8B001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seq_len</a:t>
            </a:r>
            <a:r>
              <a:rPr lang="en-US" sz="2400" b="0" i="0" u="none" strike="noStrike">
                <a:solidFill>
                  <a:srgbClr val="8B001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sz="2400" b="0" i="0" u="none" strike="noStrike">
                <a:solidFill>
                  <a:srgbClr val="8B00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×</a:t>
            </a:r>
            <a:r>
              <a:rPr lang="en-US" sz="2400" b="0" i="0" u="none" strike="noStrike">
                <a:solidFill>
                  <a:srgbClr val="8B001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hidden_size </a:t>
            </a:r>
            <a:r>
              <a:rPr lang="en-US" sz="2400" b="0" i="0" u="none" strike="noStrike">
                <a:solidFill>
                  <a:srgbClr val="8B00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×</a:t>
            </a:r>
            <a:r>
              <a:rPr lang="en-US" sz="2400" b="0" i="0" u="none" strike="noStrike">
                <a:solidFill>
                  <a:srgbClr val="8B001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  <a:p>
            <a:pPr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8B001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num_layers </a:t>
            </a:r>
            <a:r>
              <a:rPr lang="en-US" sz="2400" b="0" i="0" u="none" strike="noStrike">
                <a:solidFill>
                  <a:srgbClr val="8B00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×</a:t>
            </a:r>
            <a:r>
              <a:rPr lang="en-US" sz="2400" b="0" i="0" u="none" strike="noStrike">
                <a:solidFill>
                  <a:srgbClr val="8B001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sz="2400" b="0" i="0" u="sng" strike="noStrike">
                <a:solidFill>
                  <a:srgbClr val="8B001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global_batch_size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35915" y="2741930"/>
            <a:ext cx="6633845" cy="346202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8" name="AutoShape 8"/>
          <p:cNvSpPr/>
          <p:nvPr/>
        </p:nvSpPr>
        <p:spPr>
          <a:xfrm>
            <a:off x="6883400" y="4712653"/>
            <a:ext cx="5080000" cy="4603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Out-of-memory (OOM) explosion !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48360" y="6234430"/>
            <a:ext cx="7417435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Better ways to split up the model is needed…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Model parallel along the different axes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algn="l"/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80720" y="1229360"/>
            <a:ext cx="3517265" cy="464058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192905" y="1245870"/>
            <a:ext cx="3800475" cy="464058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8004175" y="1123315"/>
            <a:ext cx="3420745" cy="464058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9" name="AutoShape 9"/>
          <p:cNvSpPr/>
          <p:nvPr/>
        </p:nvSpPr>
        <p:spPr>
          <a:xfrm>
            <a:off x="1354455" y="5903595"/>
            <a:ext cx="2170430" cy="4603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Data Parallel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916170" y="5903595"/>
            <a:ext cx="2658110" cy="4603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Pipeline Parallel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543290" y="5903595"/>
            <a:ext cx="2658110" cy="4603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Tensor Parallel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Tensor parallel – Basic Concept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vast majority of LLM parameters reside in </a:t>
            </a:r>
            <a:r>
              <a:rPr lang="en-US" sz="2400" b="0" i="0" u="none" strike="noStrike">
                <a:solidFill>
                  <a:srgbClr val="C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Linear Projections</a:t>
            </a: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: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Attention: Q, K, V, and Output projections.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MLP: Up and Down projections.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These projections are </a:t>
            </a:r>
            <a:r>
              <a:rPr lang="en-US" sz="2400" b="1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General Matrix Multiplications (GEMM) (Y=XW)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207260" y="3147695"/>
            <a:ext cx="8219440" cy="320865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Tensor parallel – Basic Concept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1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1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Two ways to partitioning the GEMM to different GPUs</a:t>
            </a:r>
            <a:r>
              <a:rPr lang="en-US" sz="2400" b="1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213485" y="1905635"/>
            <a:ext cx="10332085" cy="413766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Tensor parallel – Deconstructing the MLP Block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5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5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An MLP block consists of a linear expansion, a non-linear activation (GeLU), a linear projection back to hidden dimension and a dropout.</a:t>
            </a:r>
          </a:p>
          <a:p>
            <a:pPr marL="304800" indent="-304800" algn="l">
              <a:lnSpc>
                <a:spcPct val="15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Mathematically,</a:t>
            </a:r>
          </a:p>
          <a:p>
            <a:pPr indent="0" algn="l">
              <a:lnSpc>
                <a:spcPct val="15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 l="4160"/>
          <a:stretch>
            <a:fillRect/>
          </a:stretch>
        </p:blipFill>
        <p:spPr>
          <a:xfrm>
            <a:off x="4580890" y="3267710"/>
            <a:ext cx="2390140" cy="56578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304665" y="3913505"/>
            <a:ext cx="2847340" cy="53086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Tensor parallel – Deconstructing the MLP Block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Row-wise split of A: requires synchronization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Column-wise split of matrix A: the output can be fed into GeLU independently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 l="4160"/>
          <a:stretch>
            <a:fillRect/>
          </a:stretch>
        </p:blipFill>
        <p:spPr>
          <a:xfrm>
            <a:off x="1524000" y="3461385"/>
            <a:ext cx="2390140" cy="56578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208270" y="2570480"/>
            <a:ext cx="5074920" cy="388302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033145" y="5575935"/>
            <a:ext cx="3131820" cy="49720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Tensor parallel – Deconstructing the MLP Block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Column-wise split of matrix A -&gt; Column-wise split of Y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Column-wise split of Y + Row-wise split of B: block-wise matrix multiplication requires no synchronization 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04520" y="3448050"/>
            <a:ext cx="3811270" cy="60515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41680" y="4235450"/>
            <a:ext cx="2658745" cy="49593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5125720" y="3227070"/>
            <a:ext cx="6229350" cy="211455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Tensor parallel – Deconstructing the MLP Block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Assign columns (A1, A2) and rows (B1, B2) to separate GPUs. 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 the forward pass, f is the identity, and g is an all-reduce. 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 the backward pass, f is an all-reduce, g is the identity.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052955" y="2575560"/>
            <a:ext cx="8220075" cy="377634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908300" y="6285230"/>
            <a:ext cx="3131820" cy="49720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790055" y="6177280"/>
            <a:ext cx="2847975" cy="69913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9" name="AutoShape 9"/>
          <p:cNvSpPr/>
          <p:nvPr/>
        </p:nvSpPr>
        <p:spPr>
          <a:xfrm>
            <a:off x="322580" y="2704465"/>
            <a:ext cx="3557905" cy="4603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2400" b="1" i="0" u="none" strike="noStrike">
                <a:ln w="12700">
                  <a:solidFill>
                    <a:srgbClr val="000000">
                      <a:alpha val="100000"/>
                    </a:srgbClr>
                  </a:solidFill>
                </a:ln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MLP w.o. TP   ===&gt; 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93065" y="6297930"/>
            <a:ext cx="2959100" cy="4603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2400" b="1" i="0" u="none" strike="noStrike">
                <a:ln w="12700">
                  <a:solidFill>
                    <a:srgbClr val="000000">
                      <a:alpha val="100000"/>
                    </a:srgbClr>
                  </a:solidFill>
                </a:ln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MLP w. TP  ===&gt; 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Tensor parallel – Tensor Parallelism for MLP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Interleaving split to minimize communication: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670685" y="1953895"/>
            <a:ext cx="9464675" cy="458914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Tensor parallel – Tensor Parallelism for Attention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Interleaving split to minimize communication: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89560" y="2413000"/>
            <a:ext cx="7252970" cy="348488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712710" y="3024505"/>
            <a:ext cx="4479290" cy="236347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When to use TP?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5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5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On GPUs, tensor parallel within a node (up to 8 GPUs) due to high speed interconnects.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929890" y="2085975"/>
            <a:ext cx="6583680" cy="404304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Limitation of TP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TP only splits GEMM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LayerNorm and DropOut are still replicated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C00000"/>
              </a:buClr>
              <a:buChar char="•"/>
            </a:pPr>
            <a:r>
              <a:rPr lang="en-US" sz="2000" b="0" i="0" u="none" strike="noStrike">
                <a:solidFill>
                  <a:srgbClr val="C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Full activation memory overhead</a:t>
            </a: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[batch_size*seq_len, hidden_dim] on each TP partition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984375" y="2914015"/>
            <a:ext cx="8222615" cy="370459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Tensor parallel – Sequence Parallel [MLSys’23]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  <a:blipFill rotWithShape="1">
            <a:blip r:embed="rId3"/>
            <a:stretch>
              <a:fillRect l="-6" b="7"/>
            </a:stretch>
          </a:blipFill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33145" y="3510915"/>
            <a:ext cx="10405110" cy="309308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Solution: FlagOS, a Unified AI Software Stack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52170" y="1318260"/>
            <a:ext cx="9408795" cy="485330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9535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440023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90511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9535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40023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90511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298364" y="1689569"/>
            <a:ext cx="356915" cy="356915"/>
          </a:xfrm>
          <a:prstGeom prst="ellipse">
            <a:avLst/>
          </a:prstGeom>
          <a:blipFill rotWithShape="1">
            <a:blip r:embed="rId2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803244" y="1689569"/>
            <a:ext cx="356915" cy="356915"/>
          </a:xfrm>
          <a:prstGeom prst="ellipse">
            <a:avLst/>
          </a:prstGeom>
          <a:blipFill rotWithShape="1">
            <a:blip r:embed="rId3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308124" y="1689569"/>
            <a:ext cx="356915" cy="356915"/>
          </a:xfrm>
          <a:prstGeom prst="ellipse">
            <a:avLst/>
          </a:prstGeom>
          <a:blipFill rotWithShape="1">
            <a:blip r:embed="rId4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298364" y="3577269"/>
            <a:ext cx="356915" cy="356915"/>
          </a:xfrm>
          <a:prstGeom prst="ellipse">
            <a:avLst/>
          </a:prstGeom>
          <a:blipFill rotWithShape="1">
            <a:blip r:embed="rId5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803244" y="3577269"/>
            <a:ext cx="356915" cy="356915"/>
          </a:xfrm>
          <a:prstGeom prst="ellipse">
            <a:avLst/>
          </a:prstGeom>
          <a:blipFill rotWithShape="1">
            <a:blip r:embed="rId6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308124" y="3577269"/>
            <a:ext cx="356915" cy="356915"/>
          </a:xfrm>
          <a:prstGeom prst="ellipse">
            <a:avLst/>
          </a:prstGeom>
          <a:blipFill rotWithShape="1">
            <a:blip r:embed="rId7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219842" y="2517904"/>
            <a:ext cx="2513958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8" tooltip="https://github.com/flagos-ai"/>
              </a:rPr>
              <a:t>https://github.com/flagos-ai</a:t>
            </a:r>
            <a:endParaRPr lang="en-US" sz="1100"/>
          </a:p>
          <a:p>
            <a:pPr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</a:p>
        </p:txBody>
      </p:sp>
      <p:sp>
        <p:nvSpPr>
          <p:cNvPr id="15" name="AutoShape 15"/>
          <p:cNvSpPr/>
          <p:nvPr/>
        </p:nvSpPr>
        <p:spPr>
          <a:xfrm>
            <a:off x="8015605" y="2341245"/>
            <a:ext cx="2882265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9" tooltip="https://space.bilibili.com/3546791834290849"/>
              </a:rPr>
              <a:t>https://space.bilibili.com/3546791834290849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219842" y="4403854"/>
            <a:ext cx="2513958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10" tooltip="https://www.zhihu.com/people/95-22-20-18/posts"/>
              </a:rPr>
              <a:t>https://www.zhihu.com/people/95-22-20-18/posts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724722" y="4403854"/>
            <a:ext cx="2513958" cy="3968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11" tooltip="https://flagos.io/Home"/>
              </a:rPr>
              <a:t>https://flagos.io/Home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5408930" y="2046605"/>
            <a:ext cx="1255395" cy="125539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>
          <a:xfrm>
            <a:off x="8903970" y="3953510"/>
            <a:ext cx="1299210" cy="130873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ChangeAspect="1"/>
          </p:cNvPicPr>
          <p:nvPr>
            <p:ph type="pic" sz="quarter" idx="27"/>
          </p:nvPr>
        </p:nvPicPr>
        <p:blipFill>
          <a:blip r:embed="rId2"/>
          <a:srcRect l="2306" r="2305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3" name="AutoShape 3"/>
          <p:cNvSpPr>
            <a:spLocks noGrp="1"/>
          </p:cNvSpPr>
          <p:nvPr>
            <p:ph type="body" sz="quarter" idx="28" hasCustomPrompt="1"/>
          </p:nvPr>
        </p:nvSpPr>
        <p:spPr>
          <a:xfrm>
            <a:off x="5625465" y="2373630"/>
            <a:ext cx="5739130" cy="2664460"/>
          </a:xfrm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2000"/>
              </a:lnSpc>
              <a:defRPr sz="4400" b="0" i="0" u="none" strike="noStrike" spc="0">
                <a:solidFill>
                  <a:srgbClr val="44546A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400" b="0" i="0" u="none" strike="noStrike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Thanks for your time！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4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母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母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软雅黑+Arial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极端阴影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573</Words>
  <Application>Microsoft Office PowerPoint</Application>
  <PresentationFormat>宽屏</PresentationFormat>
  <Paragraphs>119</Paragraphs>
  <Slides>20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20</vt:i4>
      </vt:variant>
    </vt:vector>
  </HeadingPairs>
  <TitlesOfParts>
    <vt:vector size="34" baseType="lpstr">
      <vt:lpstr>Noto Sans SC</vt:lpstr>
      <vt:lpstr>Pretendard</vt:lpstr>
      <vt:lpstr>微软雅黑</vt:lpstr>
      <vt:lpstr>文泉驿微米黑</vt:lpstr>
      <vt:lpstr>Arial</vt:lpstr>
      <vt:lpstr>Calibri</vt:lpstr>
      <vt:lpstr>Calibri Light</vt:lpstr>
      <vt:lpstr>Ebrima</vt:lpstr>
      <vt:lpstr>Garamond</vt:lpstr>
      <vt:lpstr>Montserrat SemiBold</vt:lpstr>
      <vt:lpstr>Wingdings 3</vt:lpstr>
      <vt:lpstr>Office 主题​​</vt:lpstr>
      <vt:lpstr>母版</vt:lpstr>
      <vt:lpstr>1_母版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Xiang Li</cp:lastModifiedBy>
  <cp:revision>41</cp:revision>
  <dcterms:created xsi:type="dcterms:W3CDTF">2026-04-21T01:52:00Z</dcterms:created>
  <dcterms:modified xsi:type="dcterms:W3CDTF">2026-05-27T10:18:37Z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EE3857BD207AEED703D2E6693413B488_42</vt:lpwstr>
  </property>
  <property fmtid="{D5CDD505-2E9C-101B-9397-08002B2CF9AE}" pid="3" name="KSOProductBuildVer">
    <vt:lpwstr>2052-12.1.0.21915</vt:lpwstr>
  </property>
</Properties>
</file>